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7" r:id="rId2"/>
    <p:sldId id="257" r:id="rId3"/>
    <p:sldId id="259" r:id="rId4"/>
    <p:sldId id="260" r:id="rId5"/>
    <p:sldId id="265" r:id="rId6"/>
    <p:sldId id="266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761A7-3E66-4084-92C2-200165003A28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6C1B5-CDCC-4CA1-9C19-94B9A0A72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8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F9BA8-1C94-6A39-BBC1-92539ED6F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FFDF2C-806D-3244-0597-29138E884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9F23-CF1F-9C78-FD23-3D58DCAC7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4A25C-D96E-15CB-09B6-E5B03771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4009-754C-D9B0-BECF-09FEB2CD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41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93E5-4420-C181-28AC-5CA95F1A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9C042-7533-C250-3D7B-159EC3206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AB57A-27D1-DC91-9F93-1A27B7FA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2A7B9-99C5-CF66-B17B-F02EA3D3F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953CA-8078-03B9-B7AD-5E3EFEC2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40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71459-6BB8-1DF8-03CC-DF874C9A5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67653-EF11-ABE4-EE81-B2B2AF0A9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2C70D-B16F-9BC8-DDFE-7587A64C8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2B0F8-234E-61CE-0F32-2311257E3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51DBF-9169-0176-0E48-5B11A953C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87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9BC5E-D4E4-8ACA-57A3-0C022B9A0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9F5AA-A8E2-0EB9-A010-CD70154F5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9C7A8-0014-9366-6640-285A8CB0A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E6470-C9D5-A8BB-5BFD-528DB93B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20FA-E8AF-D693-4C78-7FF5221A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97CA7-9538-8D12-961D-09A2390B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96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584B-EB30-5FE7-4D29-B596BD79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BF685-6629-0122-DFC4-1DBF4998C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D17D7-CDDB-9B7F-9F11-B8C6FE409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76677-94F8-A9FD-2A67-964BCC0F7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42E052-0B4D-811F-7DE1-BA53EA3F72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D4A08-2A4C-1DE2-342D-0B2706F93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0C3F94-E1BB-FFE4-E108-30FA2510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C70F2-0961-AAC2-1D27-F5F5B38E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569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1667-97FD-0551-D607-C6D706B12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B8A9E-7E24-D583-39C9-0526946B7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0D56E-F729-AF50-6C55-9DD9A67F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C3F43-8458-ED2D-8E3F-E5371086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93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7F1565-B121-6069-EFC6-00562BA5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4C07E6-70B0-0B68-66C8-59F23336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75168-586B-A3B8-2AB6-AF8CA15F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1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00681-DB1F-4383-504A-4E8904F2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1707A-55A0-F768-2B4D-3EE2316F3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75A7D-2B9B-6420-9447-CD11E58EE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90F83-F843-E5C8-1780-4C74C5814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FEDA0-B1E2-95FB-3794-AF025D38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CB263-3113-0EB9-97C2-9C4401A8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22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EE68D-7F72-921E-F488-B048A85BD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4176D5-C220-7F56-683B-F2AF8340F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5C092-3B25-6A01-8A8B-D791CE13C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8EC21-123A-F331-D4C3-0B6E5AB57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A392F-88FD-EFF2-0699-00EF85E7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36411-0458-4CB2-FE85-9AE560FC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26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3C4F-92F7-397D-257C-7DF05F0E8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C33FC-E3AA-E8DC-17FF-4FE47EB13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22EDE-9761-8F01-6F26-10CED7D5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B329C-7344-64BB-5EC2-CC0BD5767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9A7D1-408E-A6C2-E808-CCFB7ED9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85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AEFF5E-28E9-8733-82D0-6C0174EA9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B2969-0D08-43D7-7712-F92F530DB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52EA3-DB84-DCEB-3646-7CF9120A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AFEFA-C0DD-6B3A-2870-A3E8392D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74258-844A-CCF2-395B-CF737629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64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900110-88AB-AFE3-9E4E-935126830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27F6E-FE28-F839-ECE3-9BE3AEB7C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7680F-34AC-82FB-AAF5-274CBC737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80857-E5F3-4397-AEC4-F96D51530D07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DDA08-76BD-9E14-B831-0A379C1CA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6AB04-F9EE-0A67-E52A-51B7F2289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7D10-1940-4A50-9FEC-09B9EEB85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557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microsoft.com/office/2007/relationships/hdphoto" Target="../media/hdphoto7.wdp"/><Relationship Id="rId4" Type="http://schemas.openxmlformats.org/officeDocument/2006/relationships/image" Target="../media/image15.png"/><Relationship Id="rId9" Type="http://schemas.microsoft.com/office/2007/relationships/hdphoto" Target="../media/hdphoto9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A92DFC5A-4D4A-5DE4-5307-26E741B7612D}"/>
              </a:ext>
            </a:extLst>
          </p:cNvPr>
          <p:cNvGrpSpPr/>
          <p:nvPr/>
        </p:nvGrpSpPr>
        <p:grpSpPr>
          <a:xfrm>
            <a:off x="1346870" y="874471"/>
            <a:ext cx="10048493" cy="5109057"/>
            <a:chOff x="1248221" y="874471"/>
            <a:chExt cx="10048493" cy="510905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6BFC827-3614-64E3-E308-D38C23626157}"/>
                </a:ext>
              </a:extLst>
            </p:cNvPr>
            <p:cNvGrpSpPr/>
            <p:nvPr/>
          </p:nvGrpSpPr>
          <p:grpSpPr>
            <a:xfrm>
              <a:off x="1248221" y="874471"/>
              <a:ext cx="5121460" cy="5109057"/>
              <a:chOff x="1202040" y="872620"/>
              <a:chExt cx="5121460" cy="5109057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2ED3DC40-14EB-6BA3-9539-0AD928EEAF31}"/>
                  </a:ext>
                </a:extLst>
              </p:cNvPr>
              <p:cNvSpPr/>
              <p:nvPr/>
            </p:nvSpPr>
            <p:spPr>
              <a:xfrm>
                <a:off x="2803253" y="2660714"/>
                <a:ext cx="1741322" cy="1741320"/>
              </a:xfrm>
              <a:custGeom>
                <a:avLst/>
                <a:gdLst>
                  <a:gd name="connsiteX0" fmla="*/ 709622 w 1419331"/>
                  <a:gd name="connsiteY0" fmla="*/ 1419304 h 1419330"/>
                  <a:gd name="connsiteX1" fmla="*/ -44 w 1419331"/>
                  <a:gd name="connsiteY1" fmla="*/ 709639 h 1419330"/>
                  <a:gd name="connsiteX2" fmla="*/ 709622 w 1419331"/>
                  <a:gd name="connsiteY2" fmla="*/ -27 h 1419330"/>
                  <a:gd name="connsiteX3" fmla="*/ 1419287 w 1419331"/>
                  <a:gd name="connsiteY3" fmla="*/ 709639 h 1419330"/>
                  <a:gd name="connsiteX4" fmla="*/ 709622 w 1419331"/>
                  <a:gd name="connsiteY4" fmla="*/ 1419304 h 1419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331" h="1419330">
                    <a:moveTo>
                      <a:pt x="709622" y="1419304"/>
                    </a:moveTo>
                    <a:cubicBezTo>
                      <a:pt x="317679" y="1419304"/>
                      <a:pt x="-44" y="1101581"/>
                      <a:pt x="-44" y="709639"/>
                    </a:cubicBezTo>
                    <a:cubicBezTo>
                      <a:pt x="-44" y="317697"/>
                      <a:pt x="317679" y="-27"/>
                      <a:pt x="709622" y="-27"/>
                    </a:cubicBezTo>
                    <a:cubicBezTo>
                      <a:pt x="1101564" y="-27"/>
                      <a:pt x="1419287" y="317697"/>
                      <a:pt x="1419287" y="709639"/>
                    </a:cubicBezTo>
                    <a:cubicBezTo>
                      <a:pt x="1418892" y="1101413"/>
                      <a:pt x="1101396" y="1418909"/>
                      <a:pt x="709622" y="141930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8C8A9A89-1E40-3C4B-55B6-71217D4D71AC}"/>
                  </a:ext>
                </a:extLst>
              </p:cNvPr>
              <p:cNvSpPr/>
              <p:nvPr/>
            </p:nvSpPr>
            <p:spPr>
              <a:xfrm>
                <a:off x="2517422" y="1331128"/>
                <a:ext cx="2271578" cy="1155491"/>
              </a:xfrm>
              <a:custGeom>
                <a:avLst/>
                <a:gdLst>
                  <a:gd name="connsiteX0" fmla="*/ 266516 w 2271578"/>
                  <a:gd name="connsiteY0" fmla="*/ 855421 h 1155491"/>
                  <a:gd name="connsiteX1" fmla="*/ 367211 w 2271578"/>
                  <a:gd name="connsiteY1" fmla="*/ 1155465 h 1155491"/>
                  <a:gd name="connsiteX2" fmla="*/ 1842711 w 2271578"/>
                  <a:gd name="connsiteY2" fmla="*/ 1088975 h 1155491"/>
                  <a:gd name="connsiteX3" fmla="*/ 2097389 w 2271578"/>
                  <a:gd name="connsiteY3" fmla="*/ 900427 h 1155491"/>
                  <a:gd name="connsiteX4" fmla="*/ 2271535 w 2271578"/>
                  <a:gd name="connsiteY4" fmla="*/ 62463 h 1155491"/>
                  <a:gd name="connsiteX5" fmla="*/ -44 w 2271578"/>
                  <a:gd name="connsiteY5" fmla="*/ 692676 h 115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71578" h="1155491">
                    <a:moveTo>
                      <a:pt x="266516" y="855421"/>
                    </a:moveTo>
                    <a:lnTo>
                      <a:pt x="367211" y="1155465"/>
                    </a:lnTo>
                    <a:cubicBezTo>
                      <a:pt x="797967" y="830289"/>
                      <a:pt x="1384459" y="803849"/>
                      <a:pt x="1842711" y="1088975"/>
                    </a:cubicBezTo>
                    <a:lnTo>
                      <a:pt x="2097389" y="900427"/>
                    </a:lnTo>
                    <a:lnTo>
                      <a:pt x="2271535" y="62463"/>
                    </a:lnTo>
                    <a:cubicBezTo>
                      <a:pt x="1400685" y="-140728"/>
                      <a:pt x="600526" y="173119"/>
                      <a:pt x="-44" y="692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974CDDE-96F1-C37A-E4B9-FC0F91A77A04}"/>
                  </a:ext>
                </a:extLst>
              </p:cNvPr>
              <p:cNvSpPr/>
              <p:nvPr/>
            </p:nvSpPr>
            <p:spPr>
              <a:xfrm>
                <a:off x="3318181" y="872620"/>
                <a:ext cx="1300274" cy="1300273"/>
              </a:xfrm>
              <a:custGeom>
                <a:avLst/>
                <a:gdLst>
                  <a:gd name="connsiteX0" fmla="*/ 1300230 w 1300274"/>
                  <a:gd name="connsiteY0" fmla="*/ 649990 h 1300273"/>
                  <a:gd name="connsiteX1" fmla="*/ 650213 w 1300274"/>
                  <a:gd name="connsiteY1" fmla="*/ 1300247 h 1300273"/>
                  <a:gd name="connsiteX2" fmla="*/ -44 w 1300274"/>
                  <a:gd name="connsiteY2" fmla="*/ 650230 h 1300273"/>
                  <a:gd name="connsiteX3" fmla="*/ 649973 w 1300274"/>
                  <a:gd name="connsiteY3" fmla="*/ -27 h 1300273"/>
                  <a:gd name="connsiteX4" fmla="*/ 650213 w 1300274"/>
                  <a:gd name="connsiteY4" fmla="*/ -27 h 1300273"/>
                  <a:gd name="connsiteX5" fmla="*/ 1300230 w 1300274"/>
                  <a:gd name="connsiteY5" fmla="*/ 649990 h 1300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0274" h="1300273">
                    <a:moveTo>
                      <a:pt x="1300230" y="649990"/>
                    </a:moveTo>
                    <a:cubicBezTo>
                      <a:pt x="1300302" y="1009048"/>
                      <a:pt x="1009270" y="1300175"/>
                      <a:pt x="650213" y="1300247"/>
                    </a:cubicBezTo>
                    <a:cubicBezTo>
                      <a:pt x="291155" y="1300319"/>
                      <a:pt x="28" y="1009287"/>
                      <a:pt x="-44" y="650230"/>
                    </a:cubicBezTo>
                    <a:cubicBezTo>
                      <a:pt x="-116" y="291169"/>
                      <a:pt x="290915" y="39"/>
                      <a:pt x="649973" y="-27"/>
                    </a:cubicBezTo>
                    <a:cubicBezTo>
                      <a:pt x="650057" y="-27"/>
                      <a:pt x="650129" y="-27"/>
                      <a:pt x="650213" y="-27"/>
                    </a:cubicBezTo>
                    <a:cubicBezTo>
                      <a:pt x="1009210" y="-27"/>
                      <a:pt x="1300230" y="290996"/>
                      <a:pt x="1300230" y="64999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55ECE269-3978-8FEC-BEFC-7C6D4221B599}"/>
                  </a:ext>
                </a:extLst>
              </p:cNvPr>
              <p:cNvSpPr/>
              <p:nvPr/>
            </p:nvSpPr>
            <p:spPr>
              <a:xfrm>
                <a:off x="3436999" y="991677"/>
                <a:ext cx="1062878" cy="1062878"/>
              </a:xfrm>
              <a:custGeom>
                <a:avLst/>
                <a:gdLst>
                  <a:gd name="connsiteX0" fmla="*/ 531395 w 1062878"/>
                  <a:gd name="connsiteY0" fmla="*/ 1062852 h 1062878"/>
                  <a:gd name="connsiteX1" fmla="*/ -44 w 1062878"/>
                  <a:gd name="connsiteY1" fmla="*/ 531413 h 1062878"/>
                  <a:gd name="connsiteX2" fmla="*/ 531395 w 1062878"/>
                  <a:gd name="connsiteY2" fmla="*/ -27 h 1062878"/>
                  <a:gd name="connsiteX3" fmla="*/ 1062834 w 1062878"/>
                  <a:gd name="connsiteY3" fmla="*/ 531413 h 1062878"/>
                  <a:gd name="connsiteX4" fmla="*/ 531395 w 1062878"/>
                  <a:gd name="connsiteY4" fmla="*/ 1062852 h 1062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2878" h="1062878">
                    <a:moveTo>
                      <a:pt x="531395" y="1062852"/>
                    </a:moveTo>
                    <a:cubicBezTo>
                      <a:pt x="237891" y="1062852"/>
                      <a:pt x="-44" y="824916"/>
                      <a:pt x="-44" y="531413"/>
                    </a:cubicBezTo>
                    <a:cubicBezTo>
                      <a:pt x="-44" y="237906"/>
                      <a:pt x="237891" y="-27"/>
                      <a:pt x="531395" y="-27"/>
                    </a:cubicBezTo>
                    <a:cubicBezTo>
                      <a:pt x="824899" y="-27"/>
                      <a:pt x="1062834" y="237906"/>
                      <a:pt x="1062834" y="531413"/>
                    </a:cubicBezTo>
                    <a:cubicBezTo>
                      <a:pt x="1062498" y="824784"/>
                      <a:pt x="824767" y="1062516"/>
                      <a:pt x="531395" y="1062852"/>
                    </a:cubicBezTo>
                    <a:close/>
                  </a:path>
                </a:pathLst>
              </a:custGeom>
              <a:gradFill>
                <a:gsLst>
                  <a:gs pos="3000">
                    <a:srgbClr val="FFFFFF"/>
                  </a:gs>
                  <a:gs pos="99000">
                    <a:srgbClr val="EBEBEB"/>
                  </a:gs>
                </a:gsLst>
                <a:lin ang="5400000" scaled="1"/>
              </a:gra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F51D7AD-ACC3-F7A5-64B2-EF851023B084}"/>
                  </a:ext>
                </a:extLst>
              </p:cNvPr>
              <p:cNvSpPr/>
              <p:nvPr/>
            </p:nvSpPr>
            <p:spPr>
              <a:xfrm>
                <a:off x="4421145" y="1968622"/>
                <a:ext cx="1628162" cy="2059026"/>
              </a:xfrm>
              <a:custGeom>
                <a:avLst/>
                <a:gdLst>
                  <a:gd name="connsiteX0" fmla="*/ 254754 w 1628162"/>
                  <a:gd name="connsiteY0" fmla="*/ 303739 h 2059026"/>
                  <a:gd name="connsiteX1" fmla="*/ -44 w 1628162"/>
                  <a:gd name="connsiteY1" fmla="*/ 492407 h 2059026"/>
                  <a:gd name="connsiteX2" fmla="*/ 519033 w 1628162"/>
                  <a:gd name="connsiteY2" fmla="*/ 1875132 h 2059026"/>
                  <a:gd name="connsiteX3" fmla="*/ 777192 w 1628162"/>
                  <a:gd name="connsiteY3" fmla="*/ 2059000 h 2059026"/>
                  <a:gd name="connsiteX4" fmla="*/ 1628119 w 1628162"/>
                  <a:gd name="connsiteY4" fmla="*/ 1965266 h 2059026"/>
                  <a:gd name="connsiteX5" fmla="*/ 327005 w 1628162"/>
                  <a:gd name="connsiteY5" fmla="*/ -27 h 2059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28162" h="2059026">
                    <a:moveTo>
                      <a:pt x="254754" y="303739"/>
                    </a:moveTo>
                    <a:lnTo>
                      <a:pt x="-44" y="492407"/>
                    </a:lnTo>
                    <a:cubicBezTo>
                      <a:pt x="442318" y="801597"/>
                      <a:pt x="648640" y="1351230"/>
                      <a:pt x="519033" y="1875132"/>
                    </a:cubicBezTo>
                    <a:lnTo>
                      <a:pt x="777192" y="2059000"/>
                    </a:lnTo>
                    <a:lnTo>
                      <a:pt x="1628119" y="1965266"/>
                    </a:lnTo>
                    <a:cubicBezTo>
                      <a:pt x="1552627" y="1074493"/>
                      <a:pt x="1006786" y="410555"/>
                      <a:pt x="327005" y="-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F6A631A6-9F61-3994-6926-BB1622C519F7}"/>
                  </a:ext>
                </a:extLst>
              </p:cNvPr>
              <p:cNvSpPr/>
              <p:nvPr/>
            </p:nvSpPr>
            <p:spPr>
              <a:xfrm>
                <a:off x="5022849" y="2543358"/>
                <a:ext cx="1300651" cy="1300621"/>
              </a:xfrm>
              <a:custGeom>
                <a:avLst/>
                <a:gdLst>
                  <a:gd name="connsiteX0" fmla="*/ 851189 w 1300651"/>
                  <a:gd name="connsiteY0" fmla="*/ 1268592 h 1300621"/>
                  <a:gd name="connsiteX1" fmla="*/ 31959 w 1300651"/>
                  <a:gd name="connsiteY1" fmla="*/ 851206 h 1300621"/>
                  <a:gd name="connsiteX2" fmla="*/ 449345 w 1300651"/>
                  <a:gd name="connsiteY2" fmla="*/ 31977 h 1300621"/>
                  <a:gd name="connsiteX3" fmla="*/ 1268575 w 1300651"/>
                  <a:gd name="connsiteY3" fmla="*/ 449363 h 1300621"/>
                  <a:gd name="connsiteX4" fmla="*/ 1268611 w 1300651"/>
                  <a:gd name="connsiteY4" fmla="*/ 449471 h 1300621"/>
                  <a:gd name="connsiteX5" fmla="*/ 851309 w 1300651"/>
                  <a:gd name="connsiteY5" fmla="*/ 1268556 h 1300621"/>
                  <a:gd name="connsiteX6" fmla="*/ 851189 w 1300651"/>
                  <a:gd name="connsiteY6" fmla="*/ 1268592 h 1300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0651" h="1300621">
                    <a:moveTo>
                      <a:pt x="851189" y="1268592"/>
                    </a:moveTo>
                    <a:cubicBezTo>
                      <a:pt x="509702" y="1379561"/>
                      <a:pt x="142927" y="1192693"/>
                      <a:pt x="31959" y="851206"/>
                    </a:cubicBezTo>
                    <a:cubicBezTo>
                      <a:pt x="-79010" y="509720"/>
                      <a:pt x="107858" y="142945"/>
                      <a:pt x="449345" y="31977"/>
                    </a:cubicBezTo>
                    <a:cubicBezTo>
                      <a:pt x="790820" y="-78992"/>
                      <a:pt x="1157607" y="107876"/>
                      <a:pt x="1268575" y="449363"/>
                    </a:cubicBezTo>
                    <a:cubicBezTo>
                      <a:pt x="1268587" y="449399"/>
                      <a:pt x="1268599" y="449435"/>
                      <a:pt x="1268611" y="449471"/>
                    </a:cubicBezTo>
                    <a:cubicBezTo>
                      <a:pt x="1379556" y="790885"/>
                      <a:pt x="1192724" y="1157612"/>
                      <a:pt x="851309" y="1268556"/>
                    </a:cubicBezTo>
                    <a:cubicBezTo>
                      <a:pt x="851261" y="1268569"/>
                      <a:pt x="851225" y="1268580"/>
                      <a:pt x="851189" y="1268592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5F5D2479-5FDE-D8C2-3582-00086F90AC28}"/>
                  </a:ext>
                </a:extLst>
              </p:cNvPr>
              <p:cNvSpPr/>
              <p:nvPr/>
            </p:nvSpPr>
            <p:spPr>
              <a:xfrm>
                <a:off x="5141524" y="2661840"/>
                <a:ext cx="1063164" cy="1063002"/>
              </a:xfrm>
              <a:custGeom>
                <a:avLst/>
                <a:gdLst>
                  <a:gd name="connsiteX0" fmla="*/ 26209 w 1063164"/>
                  <a:gd name="connsiteY0" fmla="*/ 696082 h 1063002"/>
                  <a:gd name="connsiteX1" fmla="*/ 367012 w 1063164"/>
                  <a:gd name="connsiteY1" fmla="*/ 26227 h 1063002"/>
                  <a:gd name="connsiteX2" fmla="*/ 1036868 w 1063164"/>
                  <a:gd name="connsiteY2" fmla="*/ 367017 h 1063002"/>
                  <a:gd name="connsiteX3" fmla="*/ 696064 w 1063164"/>
                  <a:gd name="connsiteY3" fmla="*/ 1036885 h 1063002"/>
                  <a:gd name="connsiteX4" fmla="*/ 695908 w 1063164"/>
                  <a:gd name="connsiteY4" fmla="*/ 1036933 h 1063002"/>
                  <a:gd name="connsiteX5" fmla="*/ 26209 w 1063164"/>
                  <a:gd name="connsiteY5" fmla="*/ 696082 h 1063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63164" h="1063002">
                    <a:moveTo>
                      <a:pt x="26209" y="696082"/>
                    </a:moveTo>
                    <a:cubicBezTo>
                      <a:pt x="-64657" y="416992"/>
                      <a:pt x="87922" y="117092"/>
                      <a:pt x="367012" y="26227"/>
                    </a:cubicBezTo>
                    <a:cubicBezTo>
                      <a:pt x="646089" y="-64639"/>
                      <a:pt x="946002" y="87940"/>
                      <a:pt x="1036868" y="367017"/>
                    </a:cubicBezTo>
                    <a:cubicBezTo>
                      <a:pt x="1127733" y="646107"/>
                      <a:pt x="975154" y="946019"/>
                      <a:pt x="696064" y="1036885"/>
                    </a:cubicBezTo>
                    <a:cubicBezTo>
                      <a:pt x="696017" y="1036897"/>
                      <a:pt x="695957" y="1036921"/>
                      <a:pt x="695908" y="1036933"/>
                    </a:cubicBezTo>
                    <a:cubicBezTo>
                      <a:pt x="416879" y="1127330"/>
                      <a:pt x="117326" y="974872"/>
                      <a:pt x="26209" y="696082"/>
                    </a:cubicBezTo>
                    <a:close/>
                  </a:path>
                </a:pathLst>
              </a:custGeom>
              <a:gradFill>
                <a:gsLst>
                  <a:gs pos="3000">
                    <a:srgbClr val="FFFFFF"/>
                  </a:gs>
                  <a:gs pos="99000">
                    <a:srgbClr val="EBEBEB"/>
                  </a:gs>
                </a:gsLst>
                <a:lin ang="9720001" scaled="1"/>
              </a:gra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DFC95E5-DDF8-8E84-2A29-CD1E73C08909}"/>
                  </a:ext>
                </a:extLst>
              </p:cNvPr>
              <p:cNvSpPr/>
              <p:nvPr/>
            </p:nvSpPr>
            <p:spPr>
              <a:xfrm>
                <a:off x="3671274" y="3914832"/>
                <a:ext cx="1819111" cy="2003457"/>
              </a:xfrm>
              <a:custGeom>
                <a:avLst/>
                <a:gdLst>
                  <a:gd name="connsiteX0" fmla="*/ 1507501 w 1819111"/>
                  <a:gd name="connsiteY0" fmla="*/ 183481 h 2003457"/>
                  <a:gd name="connsiteX1" fmla="*/ 1249702 w 1819111"/>
                  <a:gd name="connsiteY1" fmla="*/ -27 h 2003457"/>
                  <a:gd name="connsiteX2" fmla="*/ 95130 w 1819111"/>
                  <a:gd name="connsiteY2" fmla="*/ 920990 h 2003457"/>
                  <a:gd name="connsiteX3" fmla="*/ -44 w 1819111"/>
                  <a:gd name="connsiteY3" fmla="*/ 1223315 h 2003457"/>
                  <a:gd name="connsiteX4" fmla="*/ 352088 w 1819111"/>
                  <a:gd name="connsiteY4" fmla="*/ 2003431 h 2003457"/>
                  <a:gd name="connsiteX5" fmla="*/ 1819067 w 1819111"/>
                  <a:gd name="connsiteY5" fmla="*/ 158637 h 2003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9111" h="2003457">
                    <a:moveTo>
                      <a:pt x="1507501" y="183481"/>
                    </a:moveTo>
                    <a:lnTo>
                      <a:pt x="1249702" y="-27"/>
                    </a:lnTo>
                    <a:cubicBezTo>
                      <a:pt x="1092407" y="516242"/>
                      <a:pt x="633447" y="882357"/>
                      <a:pt x="95130" y="920990"/>
                    </a:cubicBezTo>
                    <a:lnTo>
                      <a:pt x="-44" y="1223315"/>
                    </a:lnTo>
                    <a:lnTo>
                      <a:pt x="352088" y="2003431"/>
                    </a:lnTo>
                    <a:cubicBezTo>
                      <a:pt x="1175891" y="1656220"/>
                      <a:pt x="1638680" y="932032"/>
                      <a:pt x="1819067" y="15863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EBB2190-82CF-2416-7BB8-B6C438EDCD49}"/>
                  </a:ext>
                </a:extLst>
              </p:cNvPr>
              <p:cNvSpPr/>
              <p:nvPr/>
            </p:nvSpPr>
            <p:spPr>
              <a:xfrm>
                <a:off x="3960806" y="4681603"/>
                <a:ext cx="1300127" cy="1300074"/>
              </a:xfrm>
              <a:custGeom>
                <a:avLst/>
                <a:gdLst>
                  <a:gd name="connsiteX0" fmla="*/ 124005 w 1300127"/>
                  <a:gd name="connsiteY0" fmla="*/ 1031910 h 1300074"/>
                  <a:gd name="connsiteX1" fmla="*/ 268147 w 1300127"/>
                  <a:gd name="connsiteY1" fmla="*/ 124023 h 1300074"/>
                  <a:gd name="connsiteX2" fmla="*/ 1176034 w 1300127"/>
                  <a:gd name="connsiteY2" fmla="*/ 268164 h 1300074"/>
                  <a:gd name="connsiteX3" fmla="*/ 1032061 w 1300127"/>
                  <a:gd name="connsiteY3" fmla="*/ 1175931 h 1300074"/>
                  <a:gd name="connsiteX4" fmla="*/ 124005 w 1300127"/>
                  <a:gd name="connsiteY4" fmla="*/ 1031910 h 1300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0127" h="1300074">
                    <a:moveTo>
                      <a:pt x="124005" y="1031910"/>
                    </a:moveTo>
                    <a:cubicBezTo>
                      <a:pt x="-86902" y="741395"/>
                      <a:pt x="-22368" y="334918"/>
                      <a:pt x="268147" y="124023"/>
                    </a:cubicBezTo>
                    <a:cubicBezTo>
                      <a:pt x="558650" y="-86884"/>
                      <a:pt x="965139" y="-22351"/>
                      <a:pt x="1176034" y="268164"/>
                    </a:cubicBezTo>
                    <a:cubicBezTo>
                      <a:pt x="1386894" y="558607"/>
                      <a:pt x="1322444" y="964988"/>
                      <a:pt x="1032061" y="1175931"/>
                    </a:cubicBezTo>
                    <a:cubicBezTo>
                      <a:pt x="741533" y="1386899"/>
                      <a:pt x="334997" y="1322425"/>
                      <a:pt x="124005" y="103191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4032A6D-FC0C-51FE-AE9D-8333126A6855}"/>
                  </a:ext>
                </a:extLst>
              </p:cNvPr>
              <p:cNvSpPr/>
              <p:nvPr/>
            </p:nvSpPr>
            <p:spPr>
              <a:xfrm>
                <a:off x="1510471" y="4024888"/>
                <a:ext cx="2208329" cy="1415797"/>
              </a:xfrm>
              <a:custGeom>
                <a:avLst/>
                <a:gdLst>
                  <a:gd name="connsiteX0" fmla="*/ 2087187 w 2208329"/>
                  <a:gd name="connsiteY0" fmla="*/ 1115899 h 1415797"/>
                  <a:gd name="connsiteX1" fmla="*/ 2182481 w 2208329"/>
                  <a:gd name="connsiteY1" fmla="*/ 813454 h 1415797"/>
                  <a:gd name="connsiteX2" fmla="*/ 950138 w 2208329"/>
                  <a:gd name="connsiteY2" fmla="*/ -27 h 1415797"/>
                  <a:gd name="connsiteX3" fmla="*/ 633290 w 2208329"/>
                  <a:gd name="connsiteY3" fmla="*/ 2854 h 1415797"/>
                  <a:gd name="connsiteX4" fmla="*/ -44 w 2208329"/>
                  <a:gd name="connsiteY4" fmla="*/ 578939 h 1415797"/>
                  <a:gd name="connsiteX5" fmla="*/ 2208285 w 2208329"/>
                  <a:gd name="connsiteY5" fmla="*/ 1404062 h 1415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8329" h="1415797">
                    <a:moveTo>
                      <a:pt x="2087187" y="1115899"/>
                    </a:moveTo>
                    <a:lnTo>
                      <a:pt x="2182481" y="813454"/>
                    </a:lnTo>
                    <a:cubicBezTo>
                      <a:pt x="1643061" y="823020"/>
                      <a:pt x="1153340" y="499752"/>
                      <a:pt x="950138" y="-27"/>
                    </a:cubicBezTo>
                    <a:lnTo>
                      <a:pt x="633290" y="2854"/>
                    </a:lnTo>
                    <a:lnTo>
                      <a:pt x="-44" y="578939"/>
                    </a:lnTo>
                    <a:cubicBezTo>
                      <a:pt x="584683" y="1255120"/>
                      <a:pt x="1416167" y="1471392"/>
                      <a:pt x="2208285" y="140406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543ABDE-1A82-4DE2-FB9F-4B9256480177}"/>
                  </a:ext>
                </a:extLst>
              </p:cNvPr>
              <p:cNvSpPr/>
              <p:nvPr/>
            </p:nvSpPr>
            <p:spPr>
              <a:xfrm>
                <a:off x="1599322" y="4331431"/>
                <a:ext cx="1300080" cy="1300125"/>
              </a:xfrm>
              <a:custGeom>
                <a:avLst/>
                <a:gdLst>
                  <a:gd name="connsiteX0" fmla="*/ 124017 w 1300080"/>
                  <a:gd name="connsiteY0" fmla="*/ 268076 h 1300125"/>
                  <a:gd name="connsiteX1" fmla="*/ 1031928 w 1300080"/>
                  <a:gd name="connsiteY1" fmla="*/ 124078 h 1300125"/>
                  <a:gd name="connsiteX2" fmla="*/ 1175926 w 1300080"/>
                  <a:gd name="connsiteY2" fmla="*/ 1032001 h 1300125"/>
                  <a:gd name="connsiteX3" fmla="*/ 268039 w 1300080"/>
                  <a:gd name="connsiteY3" fmla="*/ 1176011 h 1300125"/>
                  <a:gd name="connsiteX4" fmla="*/ 124017 w 1300080"/>
                  <a:gd name="connsiteY4" fmla="*/ 268076 h 1300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0080" h="1300125">
                    <a:moveTo>
                      <a:pt x="124017" y="268076"/>
                    </a:moveTo>
                    <a:cubicBezTo>
                      <a:pt x="334973" y="-22404"/>
                      <a:pt x="741461" y="-86865"/>
                      <a:pt x="1031928" y="124078"/>
                    </a:cubicBezTo>
                    <a:cubicBezTo>
                      <a:pt x="1322408" y="335034"/>
                      <a:pt x="1386881" y="741522"/>
                      <a:pt x="1175926" y="1032001"/>
                    </a:cubicBezTo>
                    <a:cubicBezTo>
                      <a:pt x="964982" y="1322457"/>
                      <a:pt x="558518" y="1386942"/>
                      <a:pt x="268039" y="1176011"/>
                    </a:cubicBezTo>
                    <a:cubicBezTo>
                      <a:pt x="-22399" y="965031"/>
                      <a:pt x="-86872" y="558579"/>
                      <a:pt x="124017" y="268076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6083959-1F0B-52C5-12D5-8322490FB5AB}"/>
                  </a:ext>
                </a:extLst>
              </p:cNvPr>
              <p:cNvSpPr/>
              <p:nvPr/>
            </p:nvSpPr>
            <p:spPr>
              <a:xfrm>
                <a:off x="1717884" y="4450371"/>
                <a:ext cx="1062952" cy="1062714"/>
              </a:xfrm>
              <a:custGeom>
                <a:avLst/>
                <a:gdLst>
                  <a:gd name="connsiteX0" fmla="*/ 843780 w 1062952"/>
                  <a:gd name="connsiteY0" fmla="*/ 101249 h 1062714"/>
                  <a:gd name="connsiteX1" fmla="*/ 961397 w 1062952"/>
                  <a:gd name="connsiteY1" fmla="*/ 843559 h 1062714"/>
                  <a:gd name="connsiteX2" fmla="*/ 219087 w 1062952"/>
                  <a:gd name="connsiteY2" fmla="*/ 961176 h 1062714"/>
                  <a:gd name="connsiteX3" fmla="*/ 101469 w 1062952"/>
                  <a:gd name="connsiteY3" fmla="*/ 218866 h 1062714"/>
                  <a:gd name="connsiteX4" fmla="*/ 843780 w 1062952"/>
                  <a:gd name="connsiteY4" fmla="*/ 101249 h 1062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2952" h="1062714">
                    <a:moveTo>
                      <a:pt x="843780" y="101249"/>
                    </a:moveTo>
                    <a:cubicBezTo>
                      <a:pt x="1081235" y="273750"/>
                      <a:pt x="1133899" y="606092"/>
                      <a:pt x="961397" y="843559"/>
                    </a:cubicBezTo>
                    <a:cubicBezTo>
                      <a:pt x="788896" y="1081014"/>
                      <a:pt x="456542" y="1133678"/>
                      <a:pt x="219087" y="961176"/>
                    </a:cubicBezTo>
                    <a:cubicBezTo>
                      <a:pt x="-18375" y="788663"/>
                      <a:pt x="-71033" y="456321"/>
                      <a:pt x="101469" y="218866"/>
                    </a:cubicBezTo>
                    <a:cubicBezTo>
                      <a:pt x="274163" y="-18289"/>
                      <a:pt x="606228" y="-70905"/>
                      <a:pt x="843780" y="101249"/>
                    </a:cubicBezTo>
                    <a:close/>
                  </a:path>
                </a:pathLst>
              </a:custGeom>
              <a:gradFill>
                <a:gsLst>
                  <a:gs pos="3000">
                    <a:srgbClr val="FFFFFF"/>
                  </a:gs>
                  <a:gs pos="99000">
                    <a:srgbClr val="EBEBEB"/>
                  </a:gs>
                </a:gsLst>
                <a:lin ang="18360000" scaled="1"/>
              </a:gra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5468DA-9EC5-EFDA-E3AF-087ADF201907}"/>
                  </a:ext>
                </a:extLst>
              </p:cNvPr>
              <p:cNvSpPr/>
              <p:nvPr/>
            </p:nvSpPr>
            <p:spPr>
              <a:xfrm>
                <a:off x="1642544" y="1808159"/>
                <a:ext cx="1184884" cy="2354390"/>
              </a:xfrm>
              <a:custGeom>
                <a:avLst/>
                <a:gdLst>
                  <a:gd name="connsiteX0" fmla="*/ 475054 w 1184884"/>
                  <a:gd name="connsiteY0" fmla="*/ 2151053 h 2354390"/>
                  <a:gd name="connsiteX1" fmla="*/ 792021 w 1184884"/>
                  <a:gd name="connsiteY1" fmla="*/ 2148173 h 2354390"/>
                  <a:gd name="connsiteX2" fmla="*/ 1184840 w 1184884"/>
                  <a:gd name="connsiteY2" fmla="*/ 724401 h 2354390"/>
                  <a:gd name="connsiteX3" fmla="*/ 1084145 w 1184884"/>
                  <a:gd name="connsiteY3" fmla="*/ 424357 h 2354390"/>
                  <a:gd name="connsiteX4" fmla="*/ 340034 w 1184884"/>
                  <a:gd name="connsiteY4" fmla="*/ -27 h 2354390"/>
                  <a:gd name="connsiteX5" fmla="*/ 238019 w 1184884"/>
                  <a:gd name="connsiteY5" fmla="*/ 2354364 h 235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84884" h="2354390">
                    <a:moveTo>
                      <a:pt x="475054" y="2151053"/>
                    </a:moveTo>
                    <a:lnTo>
                      <a:pt x="792021" y="2148173"/>
                    </a:lnTo>
                    <a:cubicBezTo>
                      <a:pt x="616015" y="1638013"/>
                      <a:pt x="772146" y="1072141"/>
                      <a:pt x="1184840" y="724401"/>
                    </a:cubicBezTo>
                    <a:lnTo>
                      <a:pt x="1084145" y="424357"/>
                    </a:lnTo>
                    <a:lnTo>
                      <a:pt x="340034" y="-27"/>
                    </a:lnTo>
                    <a:cubicBezTo>
                      <a:pt x="-121915" y="764607"/>
                      <a:pt x="-70067" y="1622495"/>
                      <a:pt x="238019" y="235436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142D220-FC77-CF2E-227B-BDD17E01756B}"/>
                  </a:ext>
                </a:extLst>
              </p:cNvPr>
              <p:cNvSpPr/>
              <p:nvPr/>
            </p:nvSpPr>
            <p:spPr>
              <a:xfrm>
                <a:off x="1202040" y="1977409"/>
                <a:ext cx="1300386" cy="1300381"/>
              </a:xfrm>
              <a:custGeom>
                <a:avLst/>
                <a:gdLst>
                  <a:gd name="connsiteX0" fmla="*/ 851108 w 1300386"/>
                  <a:gd name="connsiteY0" fmla="*/ 31993 h 1300381"/>
                  <a:gd name="connsiteX1" fmla="*/ 1268326 w 1300386"/>
                  <a:gd name="connsiteY1" fmla="*/ 851126 h 1300381"/>
                  <a:gd name="connsiteX2" fmla="*/ 449188 w 1300386"/>
                  <a:gd name="connsiteY2" fmla="*/ 1268332 h 1300381"/>
                  <a:gd name="connsiteX3" fmla="*/ 31976 w 1300386"/>
                  <a:gd name="connsiteY3" fmla="*/ 449211 h 1300381"/>
                  <a:gd name="connsiteX4" fmla="*/ 31986 w 1300386"/>
                  <a:gd name="connsiteY4" fmla="*/ 449175 h 1300381"/>
                  <a:gd name="connsiteX5" fmla="*/ 851108 w 1300386"/>
                  <a:gd name="connsiteY5" fmla="*/ 31993 h 1300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0386" h="1300381">
                    <a:moveTo>
                      <a:pt x="851108" y="31993"/>
                    </a:moveTo>
                    <a:cubicBezTo>
                      <a:pt x="1192511" y="142985"/>
                      <a:pt x="1379307" y="509712"/>
                      <a:pt x="1268326" y="851126"/>
                    </a:cubicBezTo>
                    <a:cubicBezTo>
                      <a:pt x="1157334" y="1192529"/>
                      <a:pt x="790595" y="1379325"/>
                      <a:pt x="449188" y="1268332"/>
                    </a:cubicBezTo>
                    <a:cubicBezTo>
                      <a:pt x="107782" y="1157352"/>
                      <a:pt x="-79012" y="790613"/>
                      <a:pt x="31976" y="449211"/>
                    </a:cubicBezTo>
                    <a:cubicBezTo>
                      <a:pt x="31980" y="449199"/>
                      <a:pt x="31982" y="449187"/>
                      <a:pt x="31986" y="449175"/>
                    </a:cubicBezTo>
                    <a:cubicBezTo>
                      <a:pt x="142985" y="107784"/>
                      <a:pt x="509712" y="-78988"/>
                      <a:pt x="851108" y="31993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DA16AFB-79A4-8516-CDF1-AA75861E6844}"/>
                  </a:ext>
                </a:extLst>
              </p:cNvPr>
              <p:cNvSpPr/>
              <p:nvPr/>
            </p:nvSpPr>
            <p:spPr>
              <a:xfrm>
                <a:off x="1320764" y="2096088"/>
                <a:ext cx="1063007" cy="1063163"/>
              </a:xfrm>
              <a:custGeom>
                <a:avLst/>
                <a:gdLst>
                  <a:gd name="connsiteX0" fmla="*/ 1036989 w 1063007"/>
                  <a:gd name="connsiteY0" fmla="*/ 695710 h 1063163"/>
                  <a:gd name="connsiteX1" fmla="*/ 367382 w 1063007"/>
                  <a:gd name="connsiteY1" fmla="*/ 1037005 h 1063163"/>
                  <a:gd name="connsiteX2" fmla="*/ 26088 w 1063007"/>
                  <a:gd name="connsiteY2" fmla="*/ 367401 h 1063163"/>
                  <a:gd name="connsiteX3" fmla="*/ 695694 w 1063007"/>
                  <a:gd name="connsiteY3" fmla="*/ 26106 h 1063163"/>
                  <a:gd name="connsiteX4" fmla="*/ 695778 w 1063007"/>
                  <a:gd name="connsiteY4" fmla="*/ 26130 h 1063163"/>
                  <a:gd name="connsiteX5" fmla="*/ 1036989 w 1063007"/>
                  <a:gd name="connsiteY5" fmla="*/ 695710 h 1063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63007" h="1063163">
                    <a:moveTo>
                      <a:pt x="1036989" y="695710"/>
                    </a:moveTo>
                    <a:cubicBezTo>
                      <a:pt x="946328" y="974859"/>
                      <a:pt x="646535" y="1127666"/>
                      <a:pt x="367382" y="1037005"/>
                    </a:cubicBezTo>
                    <a:cubicBezTo>
                      <a:pt x="88230" y="946343"/>
                      <a:pt x="-64573" y="646551"/>
                      <a:pt x="26088" y="367401"/>
                    </a:cubicBezTo>
                    <a:cubicBezTo>
                      <a:pt x="116748" y="88240"/>
                      <a:pt x="416542" y="-64555"/>
                      <a:pt x="695694" y="26106"/>
                    </a:cubicBezTo>
                    <a:cubicBezTo>
                      <a:pt x="695718" y="26106"/>
                      <a:pt x="695754" y="26119"/>
                      <a:pt x="695778" y="26130"/>
                    </a:cubicBezTo>
                    <a:cubicBezTo>
                      <a:pt x="974652" y="117104"/>
                      <a:pt x="1127279" y="416620"/>
                      <a:pt x="1036989" y="695710"/>
                    </a:cubicBezTo>
                    <a:close/>
                  </a:path>
                </a:pathLst>
              </a:custGeom>
              <a:gradFill>
                <a:gsLst>
                  <a:gs pos="3000">
                    <a:srgbClr val="FFFFFF"/>
                  </a:gs>
                  <a:gs pos="99000">
                    <a:srgbClr val="EBEBEB"/>
                  </a:gs>
                </a:gsLst>
                <a:lin ang="1080000" scaled="1"/>
              </a:gra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EE642C9-E9B5-00CE-6AAD-D19B1DAFADAC}"/>
                  </a:ext>
                </a:extLst>
              </p:cNvPr>
              <p:cNvSpPr/>
              <p:nvPr/>
            </p:nvSpPr>
            <p:spPr>
              <a:xfrm>
                <a:off x="4079287" y="4800139"/>
                <a:ext cx="1063164" cy="1063002"/>
              </a:xfrm>
              <a:custGeom>
                <a:avLst/>
                <a:gdLst>
                  <a:gd name="connsiteX0" fmla="*/ 26209 w 1063164"/>
                  <a:gd name="connsiteY0" fmla="*/ 696082 h 1063002"/>
                  <a:gd name="connsiteX1" fmla="*/ 367012 w 1063164"/>
                  <a:gd name="connsiteY1" fmla="*/ 26227 h 1063002"/>
                  <a:gd name="connsiteX2" fmla="*/ 1036868 w 1063164"/>
                  <a:gd name="connsiteY2" fmla="*/ 367017 h 1063002"/>
                  <a:gd name="connsiteX3" fmla="*/ 696064 w 1063164"/>
                  <a:gd name="connsiteY3" fmla="*/ 1036885 h 1063002"/>
                  <a:gd name="connsiteX4" fmla="*/ 695908 w 1063164"/>
                  <a:gd name="connsiteY4" fmla="*/ 1036933 h 1063002"/>
                  <a:gd name="connsiteX5" fmla="*/ 26209 w 1063164"/>
                  <a:gd name="connsiteY5" fmla="*/ 696082 h 1063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63164" h="1063002">
                    <a:moveTo>
                      <a:pt x="26209" y="696082"/>
                    </a:moveTo>
                    <a:cubicBezTo>
                      <a:pt x="-64657" y="416992"/>
                      <a:pt x="87922" y="117092"/>
                      <a:pt x="367012" y="26227"/>
                    </a:cubicBezTo>
                    <a:cubicBezTo>
                      <a:pt x="646089" y="-64639"/>
                      <a:pt x="946002" y="87940"/>
                      <a:pt x="1036868" y="367017"/>
                    </a:cubicBezTo>
                    <a:cubicBezTo>
                      <a:pt x="1127733" y="646107"/>
                      <a:pt x="975154" y="946019"/>
                      <a:pt x="696064" y="1036885"/>
                    </a:cubicBezTo>
                    <a:cubicBezTo>
                      <a:pt x="696017" y="1036897"/>
                      <a:pt x="695957" y="1036921"/>
                      <a:pt x="695908" y="1036933"/>
                    </a:cubicBezTo>
                    <a:cubicBezTo>
                      <a:pt x="416879" y="1127330"/>
                      <a:pt x="117326" y="974872"/>
                      <a:pt x="26209" y="696082"/>
                    </a:cubicBezTo>
                    <a:close/>
                  </a:path>
                </a:pathLst>
              </a:custGeom>
              <a:gradFill>
                <a:gsLst>
                  <a:gs pos="3000">
                    <a:srgbClr val="FFFFFF"/>
                  </a:gs>
                  <a:gs pos="99000">
                    <a:srgbClr val="EBEBEB"/>
                  </a:gs>
                </a:gsLst>
                <a:lin ang="9720001" scaled="1"/>
              </a:gradFill>
              <a:ln w="120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pic>
            <p:nvPicPr>
              <p:cNvPr id="21" name="Picture 20" descr="A picture containing black, darkness&#10;&#10;Description automatically generated">
                <a:extLst>
                  <a:ext uri="{FF2B5EF4-FFF2-40B4-BE49-F238E27FC236}">
                    <a16:creationId xmlns:a16="http://schemas.microsoft.com/office/drawing/2014/main" id="{2FAB147A-8380-8484-A573-25C88A2302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64471" y="3121931"/>
                <a:ext cx="818886" cy="818886"/>
              </a:xfrm>
              <a:prstGeom prst="rect">
                <a:avLst/>
              </a:prstGeom>
            </p:spPr>
          </p:pic>
          <p:pic>
            <p:nvPicPr>
              <p:cNvPr id="22" name="Picture 21" descr="A picture containing black, darkness&#10;&#10;Description automatically generated">
                <a:extLst>
                  <a:ext uri="{FF2B5EF4-FFF2-40B4-BE49-F238E27FC236}">
                    <a16:creationId xmlns:a16="http://schemas.microsoft.com/office/drawing/2014/main" id="{1A3CC1B8-417D-32B5-9632-9E1C0D04B3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36878" y="2957113"/>
                <a:ext cx="472456" cy="472456"/>
              </a:xfrm>
              <a:prstGeom prst="rect">
                <a:avLst/>
              </a:prstGeom>
            </p:spPr>
          </p:pic>
          <p:pic>
            <p:nvPicPr>
              <p:cNvPr id="23" name="Picture 6" descr="Diplomacy Icons &amp; Symbols">
                <a:extLst>
                  <a:ext uri="{FF2B5EF4-FFF2-40B4-BE49-F238E27FC236}">
                    <a16:creationId xmlns:a16="http://schemas.microsoft.com/office/drawing/2014/main" id="{ADA6357A-5AA6-9ED3-0C7D-0B5C9E50BD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08808" y="5029579"/>
                <a:ext cx="604122" cy="604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10" descr="Integrated Cyber-Physical Security Approach for Healthcare Sector” Chapter  – SAFECARE">
                <a:extLst>
                  <a:ext uri="{FF2B5EF4-FFF2-40B4-BE49-F238E27FC236}">
                    <a16:creationId xmlns:a16="http://schemas.microsoft.com/office/drawing/2014/main" id="{228F41E6-6C8F-F6F6-B5A7-BFC5016DEC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3277" y="4775645"/>
                <a:ext cx="412166" cy="4121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12" descr="Military - Free security icons">
                <a:extLst>
                  <a:ext uri="{FF2B5EF4-FFF2-40B4-BE49-F238E27FC236}">
                    <a16:creationId xmlns:a16="http://schemas.microsoft.com/office/drawing/2014/main" id="{3AD30D2E-B95B-AE46-FD07-E828790C40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36833" y="2412236"/>
                <a:ext cx="430868" cy="4308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14" descr="Cyber Crime Icons - Free SVG &amp; PNG Cyber Crime Images - Noun Project">
                <a:extLst>
                  <a:ext uri="{FF2B5EF4-FFF2-40B4-BE49-F238E27FC236}">
                    <a16:creationId xmlns:a16="http://schemas.microsoft.com/office/drawing/2014/main" id="{5E42F0E5-1ACA-02CF-456E-EED32B8029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10190" y="1264868"/>
                <a:ext cx="516496" cy="5164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0DCCD82-5B1E-D732-5730-AC02A0D0337D}"/>
                </a:ext>
              </a:extLst>
            </p:cNvPr>
            <p:cNvSpPr txBox="1"/>
            <p:nvPr/>
          </p:nvSpPr>
          <p:spPr>
            <a:xfrm>
              <a:off x="6909441" y="2133363"/>
              <a:ext cx="4387273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6600" b="1" i="0" dirty="0">
                  <a:solidFill>
                    <a:srgbClr val="1F1F1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Cyber Security</a:t>
              </a:r>
              <a:endParaRPr lang="en-IN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3FBC34A-AEAF-A381-29E2-BD60F71E07F0}"/>
              </a:ext>
            </a:extLst>
          </p:cNvPr>
          <p:cNvSpPr txBox="1"/>
          <p:nvPr/>
        </p:nvSpPr>
        <p:spPr>
          <a:xfrm>
            <a:off x="7846991" y="4452222"/>
            <a:ext cx="3598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145551-940B-9D4F-4D49-0158B5E4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44326" y="6326854"/>
            <a:ext cx="4114800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Haseeb, Arsalan &amp; Wajih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54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10B882D-C034-5AF9-FABC-9C6A76FA36FA}"/>
              </a:ext>
            </a:extLst>
          </p:cNvPr>
          <p:cNvGrpSpPr/>
          <p:nvPr/>
        </p:nvGrpSpPr>
        <p:grpSpPr>
          <a:xfrm>
            <a:off x="0" y="342872"/>
            <a:ext cx="12192000" cy="998088"/>
            <a:chOff x="0" y="342872"/>
            <a:chExt cx="12192000" cy="9980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9A7D27B-38DC-5177-5B4F-BBCB1F88A004}"/>
                </a:ext>
              </a:extLst>
            </p:cNvPr>
            <p:cNvSpPr txBox="1"/>
            <p:nvPr/>
          </p:nvSpPr>
          <p:spPr>
            <a:xfrm>
              <a:off x="0" y="342872"/>
              <a:ext cx="12192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4000" b="1" i="0" dirty="0">
                  <a:solidFill>
                    <a:srgbClr val="1F1F1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Cyber Security</a:t>
              </a:r>
              <a:endParaRPr lang="en-I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7E4DB05-6732-43B0-0A9C-EA8DB9EC55F8}"/>
                </a:ext>
              </a:extLst>
            </p:cNvPr>
            <p:cNvSpPr txBox="1"/>
            <p:nvPr/>
          </p:nvSpPr>
          <p:spPr>
            <a:xfrm>
              <a:off x="0" y="971628"/>
              <a:ext cx="1219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38E443A-2B4A-4424-54BD-CBD640E15653}"/>
              </a:ext>
            </a:extLst>
          </p:cNvPr>
          <p:cNvGrpSpPr/>
          <p:nvPr/>
        </p:nvGrpSpPr>
        <p:grpSpPr>
          <a:xfrm>
            <a:off x="1171024" y="2045915"/>
            <a:ext cx="9849952" cy="3933897"/>
            <a:chOff x="1171024" y="1952475"/>
            <a:chExt cx="9849952" cy="3933897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57D3ED9-A862-43D1-E713-85FAEB363333}"/>
                </a:ext>
              </a:extLst>
            </p:cNvPr>
            <p:cNvSpPr/>
            <p:nvPr/>
          </p:nvSpPr>
          <p:spPr>
            <a:xfrm>
              <a:off x="1171024" y="1952475"/>
              <a:ext cx="1632781" cy="1632852"/>
            </a:xfrm>
            <a:custGeom>
              <a:avLst/>
              <a:gdLst>
                <a:gd name="connsiteX0" fmla="*/ 816414 w 1632781"/>
                <a:gd name="connsiteY0" fmla="*/ 1632552 h 1632852"/>
                <a:gd name="connsiteX1" fmla="*/ 760757 w 1632781"/>
                <a:gd name="connsiteY1" fmla="*/ 1630658 h 1632852"/>
                <a:gd name="connsiteX2" fmla="*/ 755916 w 1632781"/>
                <a:gd name="connsiteY2" fmla="*/ 1625095 h 1632852"/>
                <a:gd name="connsiteX3" fmla="*/ 761467 w 1632781"/>
                <a:gd name="connsiteY3" fmla="*/ 1620265 h 1632852"/>
                <a:gd name="connsiteX4" fmla="*/ 816438 w 1632781"/>
                <a:gd name="connsiteY4" fmla="*/ 1622136 h 1632852"/>
                <a:gd name="connsiteX5" fmla="*/ 818450 w 1632781"/>
                <a:gd name="connsiteY5" fmla="*/ 1622136 h 1632852"/>
                <a:gd name="connsiteX6" fmla="*/ 823658 w 1632781"/>
                <a:gd name="connsiteY6" fmla="*/ 1627344 h 1632852"/>
                <a:gd name="connsiteX7" fmla="*/ 818450 w 1632781"/>
                <a:gd name="connsiteY7" fmla="*/ 1632552 h 1632852"/>
                <a:gd name="connsiteX8" fmla="*/ 873776 w 1632781"/>
                <a:gd name="connsiteY8" fmla="*/ 1630540 h 1632852"/>
                <a:gd name="connsiteX9" fmla="*/ 868390 w 1632781"/>
                <a:gd name="connsiteY9" fmla="*/ 1625521 h 1632852"/>
                <a:gd name="connsiteX10" fmla="*/ 873421 w 1632781"/>
                <a:gd name="connsiteY10" fmla="*/ 1620123 h 1632852"/>
                <a:gd name="connsiteX11" fmla="*/ 928131 w 1632781"/>
                <a:gd name="connsiteY11" fmla="*/ 1614418 h 1632852"/>
                <a:gd name="connsiteX12" fmla="*/ 934014 w 1632781"/>
                <a:gd name="connsiteY12" fmla="*/ 1618845 h 1632852"/>
                <a:gd name="connsiteX13" fmla="*/ 929575 w 1632781"/>
                <a:gd name="connsiteY13" fmla="*/ 1624740 h 1632852"/>
                <a:gd name="connsiteX14" fmla="*/ 874155 w 1632781"/>
                <a:gd name="connsiteY14" fmla="*/ 1630516 h 1632852"/>
                <a:gd name="connsiteX15" fmla="*/ 705952 w 1632781"/>
                <a:gd name="connsiteY15" fmla="*/ 1625071 h 1632852"/>
                <a:gd name="connsiteX16" fmla="*/ 705242 w 1632781"/>
                <a:gd name="connsiteY16" fmla="*/ 1625071 h 1632852"/>
                <a:gd name="connsiteX17" fmla="*/ 650319 w 1632781"/>
                <a:gd name="connsiteY17" fmla="*/ 1615602 h 1632852"/>
                <a:gd name="connsiteX18" fmla="*/ 646271 w 1632781"/>
                <a:gd name="connsiteY18" fmla="*/ 1609447 h 1632852"/>
                <a:gd name="connsiteX19" fmla="*/ 652426 w 1632781"/>
                <a:gd name="connsiteY19" fmla="*/ 1605398 h 1632852"/>
                <a:gd name="connsiteX20" fmla="*/ 706639 w 1632781"/>
                <a:gd name="connsiteY20" fmla="*/ 1614726 h 1632852"/>
                <a:gd name="connsiteX21" fmla="*/ 711099 w 1632781"/>
                <a:gd name="connsiteY21" fmla="*/ 1620597 h 1632852"/>
                <a:gd name="connsiteX22" fmla="*/ 705952 w 1632781"/>
                <a:gd name="connsiteY22" fmla="*/ 1625095 h 1632852"/>
                <a:gd name="connsiteX23" fmla="*/ 983291 w 1632781"/>
                <a:gd name="connsiteY23" fmla="*/ 1615270 h 1632852"/>
                <a:gd name="connsiteX24" fmla="*/ 978120 w 1632781"/>
                <a:gd name="connsiteY24" fmla="*/ 1610015 h 1632852"/>
                <a:gd name="connsiteX25" fmla="*/ 982225 w 1632781"/>
                <a:gd name="connsiteY25" fmla="*/ 1604972 h 1632852"/>
                <a:gd name="connsiteX26" fmla="*/ 1035634 w 1632781"/>
                <a:gd name="connsiteY26" fmla="*/ 1591810 h 1632852"/>
                <a:gd name="connsiteX27" fmla="*/ 1042061 w 1632781"/>
                <a:gd name="connsiteY27" fmla="*/ 1595432 h 1632852"/>
                <a:gd name="connsiteX28" fmla="*/ 1038451 w 1632781"/>
                <a:gd name="connsiteY28" fmla="*/ 1601847 h 1632852"/>
                <a:gd name="connsiteX29" fmla="*/ 984356 w 1632781"/>
                <a:gd name="connsiteY29" fmla="*/ 1615152 h 1632852"/>
                <a:gd name="connsiteX30" fmla="*/ 983385 w 1632781"/>
                <a:gd name="connsiteY30" fmla="*/ 1615270 h 1632852"/>
                <a:gd name="connsiteX31" fmla="*/ 597597 w 1632781"/>
                <a:gd name="connsiteY31" fmla="*/ 1602581 h 1632852"/>
                <a:gd name="connsiteX32" fmla="*/ 596177 w 1632781"/>
                <a:gd name="connsiteY32" fmla="*/ 1602392 h 1632852"/>
                <a:gd name="connsiteX33" fmla="*/ 543077 w 1632781"/>
                <a:gd name="connsiteY33" fmla="*/ 1585512 h 1632852"/>
                <a:gd name="connsiteX34" fmla="*/ 540191 w 1632781"/>
                <a:gd name="connsiteY34" fmla="*/ 1578742 h 1632852"/>
                <a:gd name="connsiteX35" fmla="*/ 546580 w 1632781"/>
                <a:gd name="connsiteY35" fmla="*/ 1575711 h 1632852"/>
                <a:gd name="connsiteX36" fmla="*/ 598994 w 1632781"/>
                <a:gd name="connsiteY36" fmla="*/ 1592283 h 1632852"/>
                <a:gd name="connsiteX37" fmla="*/ 602718 w 1632781"/>
                <a:gd name="connsiteY37" fmla="*/ 1598604 h 1632852"/>
                <a:gd name="connsiteX38" fmla="*/ 597597 w 1632781"/>
                <a:gd name="connsiteY38" fmla="*/ 1602487 h 1632852"/>
                <a:gd name="connsiteX39" fmla="*/ 1089752 w 1632781"/>
                <a:gd name="connsiteY39" fmla="*/ 1585133 h 1632852"/>
                <a:gd name="connsiteX40" fmla="*/ 1084555 w 1632781"/>
                <a:gd name="connsiteY40" fmla="*/ 1579902 h 1632852"/>
                <a:gd name="connsiteX41" fmla="*/ 1088000 w 1632781"/>
                <a:gd name="connsiteY41" fmla="*/ 1575025 h 1632852"/>
                <a:gd name="connsiteX42" fmla="*/ 1139041 w 1632781"/>
                <a:gd name="connsiteY42" fmla="*/ 1554689 h 1632852"/>
                <a:gd name="connsiteX43" fmla="*/ 1146157 w 1632781"/>
                <a:gd name="connsiteY43" fmla="*/ 1556583 h 1632852"/>
                <a:gd name="connsiteX44" fmla="*/ 1144263 w 1632781"/>
                <a:gd name="connsiteY44" fmla="*/ 1563709 h 1632852"/>
                <a:gd name="connsiteX45" fmla="*/ 1143231 w 1632781"/>
                <a:gd name="connsiteY45" fmla="*/ 1564159 h 1632852"/>
                <a:gd name="connsiteX46" fmla="*/ 1091527 w 1632781"/>
                <a:gd name="connsiteY46" fmla="*/ 1584755 h 1632852"/>
                <a:gd name="connsiteX47" fmla="*/ 1089846 w 1632781"/>
                <a:gd name="connsiteY47" fmla="*/ 1585133 h 1632852"/>
                <a:gd name="connsiteX48" fmla="*/ 493172 w 1632781"/>
                <a:gd name="connsiteY48" fmla="*/ 1565437 h 1632852"/>
                <a:gd name="connsiteX49" fmla="*/ 491113 w 1632781"/>
                <a:gd name="connsiteY49" fmla="*/ 1564987 h 1632852"/>
                <a:gd name="connsiteX50" fmla="*/ 440759 w 1632781"/>
                <a:gd name="connsiteY50" fmla="*/ 1540958 h 1632852"/>
                <a:gd name="connsiteX51" fmla="*/ 439127 w 1632781"/>
                <a:gd name="connsiteY51" fmla="*/ 1533785 h 1632852"/>
                <a:gd name="connsiteX52" fmla="*/ 445493 w 1632781"/>
                <a:gd name="connsiteY52" fmla="*/ 1531726 h 1632852"/>
                <a:gd name="connsiteX53" fmla="*/ 495208 w 1632781"/>
                <a:gd name="connsiteY53" fmla="*/ 1555399 h 1632852"/>
                <a:gd name="connsiteX54" fmla="*/ 497928 w 1632781"/>
                <a:gd name="connsiteY54" fmla="*/ 1562241 h 1632852"/>
                <a:gd name="connsiteX55" fmla="*/ 493125 w 1632781"/>
                <a:gd name="connsiteY55" fmla="*/ 1565390 h 1632852"/>
                <a:gd name="connsiteX56" fmla="*/ 1190886 w 1632781"/>
                <a:gd name="connsiteY56" fmla="*/ 1540721 h 1632852"/>
                <a:gd name="connsiteX57" fmla="*/ 1185723 w 1632781"/>
                <a:gd name="connsiteY57" fmla="*/ 1535466 h 1632852"/>
                <a:gd name="connsiteX58" fmla="*/ 1188519 w 1632781"/>
                <a:gd name="connsiteY58" fmla="*/ 1530897 h 1632852"/>
                <a:gd name="connsiteX59" fmla="*/ 1236340 w 1632781"/>
                <a:gd name="connsiteY59" fmla="*/ 1503790 h 1632852"/>
                <a:gd name="connsiteX60" fmla="*/ 1243534 w 1632781"/>
                <a:gd name="connsiteY60" fmla="*/ 1505377 h 1632852"/>
                <a:gd name="connsiteX61" fmla="*/ 1241960 w 1632781"/>
                <a:gd name="connsiteY61" fmla="*/ 1512550 h 1632852"/>
                <a:gd name="connsiteX62" fmla="*/ 1241785 w 1632781"/>
                <a:gd name="connsiteY62" fmla="*/ 1512668 h 1632852"/>
                <a:gd name="connsiteX63" fmla="*/ 1193348 w 1632781"/>
                <a:gd name="connsiteY63" fmla="*/ 1540130 h 1632852"/>
                <a:gd name="connsiteX64" fmla="*/ 1191076 w 1632781"/>
                <a:gd name="connsiteY64" fmla="*/ 1540721 h 1632852"/>
                <a:gd name="connsiteX65" fmla="*/ 394902 w 1632781"/>
                <a:gd name="connsiteY65" fmla="*/ 1514325 h 1632852"/>
                <a:gd name="connsiteX66" fmla="*/ 392204 w 1632781"/>
                <a:gd name="connsiteY66" fmla="*/ 1513568 h 1632852"/>
                <a:gd name="connsiteX67" fmla="*/ 345637 w 1632781"/>
                <a:gd name="connsiteY67" fmla="*/ 1482910 h 1632852"/>
                <a:gd name="connsiteX68" fmla="*/ 344160 w 1632781"/>
                <a:gd name="connsiteY68" fmla="*/ 1475690 h 1632852"/>
                <a:gd name="connsiteX69" fmla="*/ 351376 w 1632781"/>
                <a:gd name="connsiteY69" fmla="*/ 1474222 h 1632852"/>
                <a:gd name="connsiteX70" fmla="*/ 351650 w 1632781"/>
                <a:gd name="connsiteY70" fmla="*/ 1474411 h 1632852"/>
                <a:gd name="connsiteX71" fmla="*/ 397625 w 1632781"/>
                <a:gd name="connsiteY71" fmla="*/ 1504666 h 1632852"/>
                <a:gd name="connsiteX72" fmla="*/ 399370 w 1632781"/>
                <a:gd name="connsiteY72" fmla="*/ 1511816 h 1632852"/>
                <a:gd name="connsiteX73" fmla="*/ 394902 w 1632781"/>
                <a:gd name="connsiteY73" fmla="*/ 1514325 h 1632852"/>
                <a:gd name="connsiteX74" fmla="*/ 1285179 w 1632781"/>
                <a:gd name="connsiteY74" fmla="*/ 1482934 h 1632852"/>
                <a:gd name="connsiteX75" fmla="*/ 1279959 w 1632781"/>
                <a:gd name="connsiteY75" fmla="*/ 1477749 h 1632852"/>
                <a:gd name="connsiteX76" fmla="*/ 1282172 w 1632781"/>
                <a:gd name="connsiteY76" fmla="*/ 1473464 h 1632852"/>
                <a:gd name="connsiteX77" fmla="*/ 1325898 w 1632781"/>
                <a:gd name="connsiteY77" fmla="*/ 1440108 h 1632852"/>
                <a:gd name="connsiteX78" fmla="*/ 1333215 w 1632781"/>
                <a:gd name="connsiteY78" fmla="*/ 1440960 h 1632852"/>
                <a:gd name="connsiteX79" fmla="*/ 1332479 w 1632781"/>
                <a:gd name="connsiteY79" fmla="*/ 1448181 h 1632852"/>
                <a:gd name="connsiteX80" fmla="*/ 1288209 w 1632781"/>
                <a:gd name="connsiteY80" fmla="*/ 1481963 h 1632852"/>
                <a:gd name="connsiteX81" fmla="*/ 1285368 w 1632781"/>
                <a:gd name="connsiteY81" fmla="*/ 1482934 h 1632852"/>
                <a:gd name="connsiteX82" fmla="*/ 304540 w 1632781"/>
                <a:gd name="connsiteY82" fmla="*/ 1450359 h 1632852"/>
                <a:gd name="connsiteX83" fmla="*/ 301249 w 1632781"/>
                <a:gd name="connsiteY83" fmla="*/ 1449199 h 1632852"/>
                <a:gd name="connsiteX84" fmla="*/ 259252 w 1632781"/>
                <a:gd name="connsiteY84" fmla="*/ 1412528 h 1632852"/>
                <a:gd name="connsiteX85" fmla="*/ 258608 w 1632781"/>
                <a:gd name="connsiteY85" fmla="*/ 1405189 h 1632852"/>
                <a:gd name="connsiteX86" fmla="*/ 265944 w 1632781"/>
                <a:gd name="connsiteY86" fmla="*/ 1404550 h 1632852"/>
                <a:gd name="connsiteX87" fmla="*/ 266354 w 1632781"/>
                <a:gd name="connsiteY87" fmla="*/ 1404929 h 1632852"/>
                <a:gd name="connsiteX88" fmla="*/ 307807 w 1632781"/>
                <a:gd name="connsiteY88" fmla="*/ 1441102 h 1632852"/>
                <a:gd name="connsiteX89" fmla="*/ 308578 w 1632781"/>
                <a:gd name="connsiteY89" fmla="*/ 1448417 h 1632852"/>
                <a:gd name="connsiteX90" fmla="*/ 304516 w 1632781"/>
                <a:gd name="connsiteY90" fmla="*/ 1450359 h 1632852"/>
                <a:gd name="connsiteX91" fmla="*/ 1370831 w 1632781"/>
                <a:gd name="connsiteY91" fmla="*/ 1412859 h 1632852"/>
                <a:gd name="connsiteX92" fmla="*/ 1367019 w 1632781"/>
                <a:gd name="connsiteY92" fmla="*/ 1411202 h 1632852"/>
                <a:gd name="connsiteX93" fmla="*/ 1367256 w 1632781"/>
                <a:gd name="connsiteY93" fmla="*/ 1403840 h 1632852"/>
                <a:gd name="connsiteX94" fmla="*/ 1367256 w 1632781"/>
                <a:gd name="connsiteY94" fmla="*/ 1403840 h 1632852"/>
                <a:gd name="connsiteX95" fmla="*/ 1406081 w 1632781"/>
                <a:gd name="connsiteY95" fmla="*/ 1364873 h 1632852"/>
                <a:gd name="connsiteX96" fmla="*/ 1413443 w 1632781"/>
                <a:gd name="connsiteY96" fmla="*/ 1364612 h 1632852"/>
                <a:gd name="connsiteX97" fmla="*/ 1413704 w 1632781"/>
                <a:gd name="connsiteY97" fmla="*/ 1371975 h 1632852"/>
                <a:gd name="connsiteX98" fmla="*/ 1374382 w 1632781"/>
                <a:gd name="connsiteY98" fmla="*/ 1411439 h 1632852"/>
                <a:gd name="connsiteX99" fmla="*/ 1371020 w 1632781"/>
                <a:gd name="connsiteY99" fmla="*/ 1412859 h 1632852"/>
                <a:gd name="connsiteX100" fmla="*/ 223859 w 1632781"/>
                <a:gd name="connsiteY100" fmla="*/ 1374792 h 1632852"/>
                <a:gd name="connsiteX101" fmla="*/ 220048 w 1632781"/>
                <a:gd name="connsiteY101" fmla="*/ 1373135 h 1632852"/>
                <a:gd name="connsiteX102" fmla="*/ 183401 w 1632781"/>
                <a:gd name="connsiteY102" fmla="*/ 1331161 h 1632852"/>
                <a:gd name="connsiteX103" fmla="*/ 184246 w 1632781"/>
                <a:gd name="connsiteY103" fmla="*/ 1323846 h 1632852"/>
                <a:gd name="connsiteX104" fmla="*/ 191474 w 1632781"/>
                <a:gd name="connsiteY104" fmla="*/ 1324580 h 1632852"/>
                <a:gd name="connsiteX105" fmla="*/ 227647 w 1632781"/>
                <a:gd name="connsiteY105" fmla="*/ 1366033 h 1632852"/>
                <a:gd name="connsiteX106" fmla="*/ 227467 w 1632781"/>
                <a:gd name="connsiteY106" fmla="*/ 1373372 h 1632852"/>
                <a:gd name="connsiteX107" fmla="*/ 223859 w 1632781"/>
                <a:gd name="connsiteY107" fmla="*/ 1374792 h 1632852"/>
                <a:gd name="connsiteX108" fmla="*/ 1446421 w 1632781"/>
                <a:gd name="connsiteY108" fmla="*/ 1331848 h 1632852"/>
                <a:gd name="connsiteX109" fmla="*/ 1441225 w 1632781"/>
                <a:gd name="connsiteY109" fmla="*/ 1326616 h 1632852"/>
                <a:gd name="connsiteX110" fmla="*/ 1442397 w 1632781"/>
                <a:gd name="connsiteY110" fmla="*/ 1323349 h 1632852"/>
                <a:gd name="connsiteX111" fmla="*/ 1475540 w 1632781"/>
                <a:gd name="connsiteY111" fmla="*/ 1279481 h 1632852"/>
                <a:gd name="connsiteX112" fmla="*/ 1482796 w 1632781"/>
                <a:gd name="connsiteY112" fmla="*/ 1278203 h 1632852"/>
                <a:gd name="connsiteX113" fmla="*/ 1484062 w 1632781"/>
                <a:gd name="connsiteY113" fmla="*/ 1285471 h 1632852"/>
                <a:gd name="connsiteX114" fmla="*/ 1450398 w 1632781"/>
                <a:gd name="connsiteY114" fmla="*/ 1329907 h 1632852"/>
                <a:gd name="connsiteX115" fmla="*/ 1446421 w 1632781"/>
                <a:gd name="connsiteY115" fmla="*/ 1331848 h 1632852"/>
                <a:gd name="connsiteX116" fmla="*/ 153951 w 1632781"/>
                <a:gd name="connsiteY116" fmla="*/ 1289022 h 1632852"/>
                <a:gd name="connsiteX117" fmla="*/ 149689 w 1632781"/>
                <a:gd name="connsiteY117" fmla="*/ 1286820 h 1632852"/>
                <a:gd name="connsiteX118" fmla="*/ 119079 w 1632781"/>
                <a:gd name="connsiteY118" fmla="*/ 1240301 h 1632852"/>
                <a:gd name="connsiteX119" fmla="*/ 121184 w 1632781"/>
                <a:gd name="connsiteY119" fmla="*/ 1233246 h 1632852"/>
                <a:gd name="connsiteX120" fmla="*/ 127957 w 1632781"/>
                <a:gd name="connsiteY120" fmla="*/ 1234880 h 1632852"/>
                <a:gd name="connsiteX121" fmla="*/ 158188 w 1632781"/>
                <a:gd name="connsiteY121" fmla="*/ 1280807 h 1632852"/>
                <a:gd name="connsiteX122" fmla="*/ 156976 w 1632781"/>
                <a:gd name="connsiteY122" fmla="*/ 1288027 h 1632852"/>
                <a:gd name="connsiteX123" fmla="*/ 156957 w 1632781"/>
                <a:gd name="connsiteY123" fmla="*/ 1288051 h 1632852"/>
                <a:gd name="connsiteX124" fmla="*/ 153951 w 1632781"/>
                <a:gd name="connsiteY124" fmla="*/ 1289022 h 1632852"/>
                <a:gd name="connsiteX125" fmla="*/ 1510222 w 1632781"/>
                <a:gd name="connsiteY125" fmla="*/ 1241343 h 1632852"/>
                <a:gd name="connsiteX126" fmla="*/ 1507523 w 1632781"/>
                <a:gd name="connsiteY126" fmla="*/ 1240585 h 1632852"/>
                <a:gd name="connsiteX127" fmla="*/ 1505771 w 1632781"/>
                <a:gd name="connsiteY127" fmla="*/ 1233483 h 1632852"/>
                <a:gd name="connsiteX128" fmla="*/ 1532736 w 1632781"/>
                <a:gd name="connsiteY128" fmla="*/ 1185473 h 1632852"/>
                <a:gd name="connsiteX129" fmla="*/ 1539594 w 1632781"/>
                <a:gd name="connsiteY129" fmla="*/ 1182774 h 1632852"/>
                <a:gd name="connsiteX130" fmla="*/ 1542281 w 1632781"/>
                <a:gd name="connsiteY130" fmla="*/ 1189639 h 1632852"/>
                <a:gd name="connsiteX131" fmla="*/ 1541992 w 1632781"/>
                <a:gd name="connsiteY131" fmla="*/ 1190207 h 1632852"/>
                <a:gd name="connsiteX132" fmla="*/ 1514673 w 1632781"/>
                <a:gd name="connsiteY132" fmla="*/ 1238810 h 1632852"/>
                <a:gd name="connsiteX133" fmla="*/ 1510222 w 1632781"/>
                <a:gd name="connsiteY133" fmla="*/ 1241343 h 1632852"/>
                <a:gd name="connsiteX134" fmla="*/ 96329 w 1632781"/>
                <a:gd name="connsiteY134" fmla="*/ 1194611 h 1632852"/>
                <a:gd name="connsiteX135" fmla="*/ 91594 w 1632781"/>
                <a:gd name="connsiteY135" fmla="*/ 1191817 h 1632852"/>
                <a:gd name="connsiteX136" fmla="*/ 67612 w 1632781"/>
                <a:gd name="connsiteY136" fmla="*/ 1141581 h 1632852"/>
                <a:gd name="connsiteX137" fmla="*/ 71064 w 1632781"/>
                <a:gd name="connsiteY137" fmla="*/ 1135071 h 1632852"/>
                <a:gd name="connsiteX138" fmla="*/ 77082 w 1632781"/>
                <a:gd name="connsiteY138" fmla="*/ 1137415 h 1632852"/>
                <a:gd name="connsiteX139" fmla="*/ 100756 w 1632781"/>
                <a:gd name="connsiteY139" fmla="*/ 1187130 h 1632852"/>
                <a:gd name="connsiteX140" fmla="*/ 98585 w 1632781"/>
                <a:gd name="connsiteY140" fmla="*/ 1194208 h 1632852"/>
                <a:gd name="connsiteX141" fmla="*/ 98530 w 1632781"/>
                <a:gd name="connsiteY141" fmla="*/ 1194232 h 1632852"/>
                <a:gd name="connsiteX142" fmla="*/ 96329 w 1632781"/>
                <a:gd name="connsiteY142" fmla="*/ 1194611 h 1632852"/>
                <a:gd name="connsiteX143" fmla="*/ 1561144 w 1632781"/>
                <a:gd name="connsiteY143" fmla="*/ 1142978 h 1632852"/>
                <a:gd name="connsiteX144" fmla="*/ 1555974 w 1632781"/>
                <a:gd name="connsiteY144" fmla="*/ 1137723 h 1632852"/>
                <a:gd name="connsiteX145" fmla="*/ 1556409 w 1632781"/>
                <a:gd name="connsiteY145" fmla="*/ 1135687 h 1632852"/>
                <a:gd name="connsiteX146" fmla="*/ 1576580 w 1632781"/>
                <a:gd name="connsiteY146" fmla="*/ 1084433 h 1632852"/>
                <a:gd name="connsiteX147" fmla="*/ 1583232 w 1632781"/>
                <a:gd name="connsiteY147" fmla="*/ 1081261 h 1632852"/>
                <a:gd name="connsiteX148" fmla="*/ 1586404 w 1632781"/>
                <a:gd name="connsiteY148" fmla="*/ 1087913 h 1632852"/>
                <a:gd name="connsiteX149" fmla="*/ 1565974 w 1632781"/>
                <a:gd name="connsiteY149" fmla="*/ 1139830 h 1632852"/>
                <a:gd name="connsiteX150" fmla="*/ 1561144 w 1632781"/>
                <a:gd name="connsiteY150" fmla="*/ 1142978 h 1632852"/>
                <a:gd name="connsiteX151" fmla="*/ 52106 w 1632781"/>
                <a:gd name="connsiteY151" fmla="*/ 1093263 h 1632852"/>
                <a:gd name="connsiteX152" fmla="*/ 47206 w 1632781"/>
                <a:gd name="connsiteY152" fmla="*/ 1089807 h 1632852"/>
                <a:gd name="connsiteX153" fmla="*/ 30302 w 1632781"/>
                <a:gd name="connsiteY153" fmla="*/ 1036706 h 1632852"/>
                <a:gd name="connsiteX154" fmla="*/ 34230 w 1632781"/>
                <a:gd name="connsiteY154" fmla="*/ 1030480 h 1632852"/>
                <a:gd name="connsiteX155" fmla="*/ 40316 w 1632781"/>
                <a:gd name="connsiteY155" fmla="*/ 1033889 h 1632852"/>
                <a:gd name="connsiteX156" fmla="*/ 57007 w 1632781"/>
                <a:gd name="connsiteY156" fmla="*/ 1086303 h 1632852"/>
                <a:gd name="connsiteX157" fmla="*/ 53896 w 1632781"/>
                <a:gd name="connsiteY157" fmla="*/ 1092932 h 1632852"/>
                <a:gd name="connsiteX158" fmla="*/ 53858 w 1632781"/>
                <a:gd name="connsiteY158" fmla="*/ 1092955 h 1632852"/>
                <a:gd name="connsiteX159" fmla="*/ 52106 w 1632781"/>
                <a:gd name="connsiteY159" fmla="*/ 1093311 h 1632852"/>
                <a:gd name="connsiteX160" fmla="*/ 1598123 w 1632781"/>
                <a:gd name="connsiteY160" fmla="*/ 1038624 h 1632852"/>
                <a:gd name="connsiteX161" fmla="*/ 1596702 w 1632781"/>
                <a:gd name="connsiteY161" fmla="*/ 1038435 h 1632852"/>
                <a:gd name="connsiteX162" fmla="*/ 1593080 w 1632781"/>
                <a:gd name="connsiteY162" fmla="*/ 1032019 h 1632852"/>
                <a:gd name="connsiteX163" fmla="*/ 1606006 w 1632781"/>
                <a:gd name="connsiteY163" fmla="*/ 978540 h 1632852"/>
                <a:gd name="connsiteX164" fmla="*/ 1612161 w 1632781"/>
                <a:gd name="connsiteY164" fmla="*/ 974492 h 1632852"/>
                <a:gd name="connsiteX165" fmla="*/ 1616209 w 1632781"/>
                <a:gd name="connsiteY165" fmla="*/ 980647 h 1632852"/>
                <a:gd name="connsiteX166" fmla="*/ 1603118 w 1632781"/>
                <a:gd name="connsiteY166" fmla="*/ 1034813 h 1632852"/>
                <a:gd name="connsiteX167" fmla="*/ 1598123 w 1632781"/>
                <a:gd name="connsiteY167" fmla="*/ 1038624 h 1632852"/>
                <a:gd name="connsiteX168" fmla="*/ 22159 w 1632781"/>
                <a:gd name="connsiteY168" fmla="*/ 986802 h 1632852"/>
                <a:gd name="connsiteX169" fmla="*/ 17069 w 1632781"/>
                <a:gd name="connsiteY169" fmla="*/ 982659 h 1632852"/>
                <a:gd name="connsiteX170" fmla="*/ 7599 w 1632781"/>
                <a:gd name="connsiteY170" fmla="*/ 927760 h 1632852"/>
                <a:gd name="connsiteX171" fmla="*/ 12050 w 1632781"/>
                <a:gd name="connsiteY171" fmla="*/ 921889 h 1632852"/>
                <a:gd name="connsiteX172" fmla="*/ 17921 w 1632781"/>
                <a:gd name="connsiteY172" fmla="*/ 926339 h 1632852"/>
                <a:gd name="connsiteX173" fmla="*/ 27272 w 1632781"/>
                <a:gd name="connsiteY173" fmla="*/ 980529 h 1632852"/>
                <a:gd name="connsiteX174" fmla="*/ 23274 w 1632781"/>
                <a:gd name="connsiteY174" fmla="*/ 986684 h 1632852"/>
                <a:gd name="connsiteX175" fmla="*/ 23224 w 1632781"/>
                <a:gd name="connsiteY175" fmla="*/ 986684 h 1632852"/>
                <a:gd name="connsiteX176" fmla="*/ 22159 w 1632781"/>
                <a:gd name="connsiteY176" fmla="*/ 986778 h 1632852"/>
                <a:gd name="connsiteX177" fmla="*/ 1620376 w 1632781"/>
                <a:gd name="connsiteY177" fmla="*/ 930222 h 1632852"/>
                <a:gd name="connsiteX178" fmla="*/ 1619689 w 1632781"/>
                <a:gd name="connsiteY178" fmla="*/ 930222 h 1632852"/>
                <a:gd name="connsiteX179" fmla="*/ 1615215 w 1632781"/>
                <a:gd name="connsiteY179" fmla="*/ 924374 h 1632852"/>
                <a:gd name="connsiteX180" fmla="*/ 1620684 w 1632781"/>
                <a:gd name="connsiteY180" fmla="*/ 869641 h 1632852"/>
                <a:gd name="connsiteX181" fmla="*/ 1626235 w 1632781"/>
                <a:gd name="connsiteY181" fmla="*/ 864764 h 1632852"/>
                <a:gd name="connsiteX182" fmla="*/ 1631100 w 1632781"/>
                <a:gd name="connsiteY182" fmla="*/ 870327 h 1632852"/>
                <a:gd name="connsiteX183" fmla="*/ 1625537 w 1632781"/>
                <a:gd name="connsiteY183" fmla="*/ 925771 h 1632852"/>
                <a:gd name="connsiteX184" fmla="*/ 1620376 w 1632781"/>
                <a:gd name="connsiteY184" fmla="*/ 930198 h 1632852"/>
                <a:gd name="connsiteX185" fmla="*/ 7102 w 1632781"/>
                <a:gd name="connsiteY185" fmla="*/ 877169 h 1632852"/>
                <a:gd name="connsiteX186" fmla="*/ 1918 w 1632781"/>
                <a:gd name="connsiteY186" fmla="*/ 872434 h 1632852"/>
                <a:gd name="connsiteX187" fmla="*/ 0 w 1632781"/>
                <a:gd name="connsiteY187" fmla="*/ 816730 h 1632852"/>
                <a:gd name="connsiteX188" fmla="*/ 5208 w 1632781"/>
                <a:gd name="connsiteY188" fmla="*/ 811522 h 1632852"/>
                <a:gd name="connsiteX189" fmla="*/ 5208 w 1632781"/>
                <a:gd name="connsiteY189" fmla="*/ 811522 h 1632852"/>
                <a:gd name="connsiteX190" fmla="*/ 10417 w 1632781"/>
                <a:gd name="connsiteY190" fmla="*/ 816730 h 1632852"/>
                <a:gd name="connsiteX191" fmla="*/ 12310 w 1632781"/>
                <a:gd name="connsiteY191" fmla="*/ 871724 h 1632852"/>
                <a:gd name="connsiteX192" fmla="*/ 7457 w 1632781"/>
                <a:gd name="connsiteY192" fmla="*/ 877264 h 1632852"/>
                <a:gd name="connsiteX193" fmla="*/ 1627644 w 1632781"/>
                <a:gd name="connsiteY193" fmla="*/ 819784 h 1632852"/>
                <a:gd name="connsiteX194" fmla="*/ 1622436 w 1632781"/>
                <a:gd name="connsiteY194" fmla="*/ 814599 h 1632852"/>
                <a:gd name="connsiteX195" fmla="*/ 1620494 w 1632781"/>
                <a:gd name="connsiteY195" fmla="*/ 759605 h 1632852"/>
                <a:gd name="connsiteX196" fmla="*/ 1625229 w 1632781"/>
                <a:gd name="connsiteY196" fmla="*/ 754065 h 1632852"/>
                <a:gd name="connsiteX197" fmla="*/ 1630792 w 1632781"/>
                <a:gd name="connsiteY197" fmla="*/ 758800 h 1632852"/>
                <a:gd name="connsiteX198" fmla="*/ 1632781 w 1632781"/>
                <a:gd name="connsiteY198" fmla="*/ 814481 h 1632852"/>
                <a:gd name="connsiteX199" fmla="*/ 1627573 w 1632781"/>
                <a:gd name="connsiteY199" fmla="*/ 819689 h 1632852"/>
                <a:gd name="connsiteX200" fmla="*/ 7055 w 1632781"/>
                <a:gd name="connsiteY200" fmla="*/ 766494 h 1632852"/>
                <a:gd name="connsiteX201" fmla="*/ 6700 w 1632781"/>
                <a:gd name="connsiteY201" fmla="*/ 766494 h 1632852"/>
                <a:gd name="connsiteX202" fmla="*/ 1844 w 1632781"/>
                <a:gd name="connsiteY202" fmla="*/ 760954 h 1632852"/>
                <a:gd name="connsiteX203" fmla="*/ 1847 w 1632781"/>
                <a:gd name="connsiteY203" fmla="*/ 760931 h 1632852"/>
                <a:gd name="connsiteX204" fmla="*/ 7457 w 1632781"/>
                <a:gd name="connsiteY204" fmla="*/ 705510 h 1632852"/>
                <a:gd name="connsiteX205" fmla="*/ 13328 w 1632781"/>
                <a:gd name="connsiteY205" fmla="*/ 701060 h 1632852"/>
                <a:gd name="connsiteX206" fmla="*/ 17781 w 1632781"/>
                <a:gd name="connsiteY206" fmla="*/ 706883 h 1632852"/>
                <a:gd name="connsiteX207" fmla="*/ 17779 w 1632781"/>
                <a:gd name="connsiteY207" fmla="*/ 706907 h 1632852"/>
                <a:gd name="connsiteX208" fmla="*/ 12239 w 1632781"/>
                <a:gd name="connsiteY208" fmla="*/ 761641 h 1632852"/>
                <a:gd name="connsiteX209" fmla="*/ 7055 w 1632781"/>
                <a:gd name="connsiteY209" fmla="*/ 766494 h 1632852"/>
                <a:gd name="connsiteX210" fmla="*/ 1619950 w 1632781"/>
                <a:gd name="connsiteY210" fmla="*/ 709393 h 1632852"/>
                <a:gd name="connsiteX211" fmla="*/ 1614813 w 1632781"/>
                <a:gd name="connsiteY211" fmla="*/ 704895 h 1632852"/>
                <a:gd name="connsiteX212" fmla="*/ 1605343 w 1632781"/>
                <a:gd name="connsiteY212" fmla="*/ 650729 h 1632852"/>
                <a:gd name="connsiteX213" fmla="*/ 1609368 w 1632781"/>
                <a:gd name="connsiteY213" fmla="*/ 644550 h 1632852"/>
                <a:gd name="connsiteX214" fmla="*/ 1615547 w 1632781"/>
                <a:gd name="connsiteY214" fmla="*/ 648575 h 1632852"/>
                <a:gd name="connsiteX215" fmla="*/ 1625016 w 1632781"/>
                <a:gd name="connsiteY215" fmla="*/ 703474 h 1632852"/>
                <a:gd name="connsiteX216" fmla="*/ 1620566 w 1632781"/>
                <a:gd name="connsiteY216" fmla="*/ 709345 h 1632852"/>
                <a:gd name="connsiteX217" fmla="*/ 1619950 w 1632781"/>
                <a:gd name="connsiteY217" fmla="*/ 709393 h 1632852"/>
                <a:gd name="connsiteX218" fmla="*/ 21969 w 1632781"/>
                <a:gd name="connsiteY218" fmla="*/ 656861 h 1632852"/>
                <a:gd name="connsiteX219" fmla="*/ 20904 w 1632781"/>
                <a:gd name="connsiteY219" fmla="*/ 656861 h 1632852"/>
                <a:gd name="connsiteX220" fmla="*/ 16856 w 1632781"/>
                <a:gd name="connsiteY220" fmla="*/ 650708 h 1632852"/>
                <a:gd name="connsiteX221" fmla="*/ 16856 w 1632781"/>
                <a:gd name="connsiteY221" fmla="*/ 650705 h 1632852"/>
                <a:gd name="connsiteX222" fmla="*/ 30018 w 1632781"/>
                <a:gd name="connsiteY222" fmla="*/ 596564 h 1632852"/>
                <a:gd name="connsiteX223" fmla="*/ 36249 w 1632781"/>
                <a:gd name="connsiteY223" fmla="*/ 592636 h 1632852"/>
                <a:gd name="connsiteX224" fmla="*/ 40177 w 1632781"/>
                <a:gd name="connsiteY224" fmla="*/ 598867 h 1632852"/>
                <a:gd name="connsiteX225" fmla="*/ 40032 w 1632781"/>
                <a:gd name="connsiteY225" fmla="*/ 599381 h 1632852"/>
                <a:gd name="connsiteX226" fmla="*/ 27059 w 1632781"/>
                <a:gd name="connsiteY226" fmla="*/ 652812 h 1632852"/>
                <a:gd name="connsiteX227" fmla="*/ 21969 w 1632781"/>
                <a:gd name="connsiteY227" fmla="*/ 656861 h 1632852"/>
                <a:gd name="connsiteX228" fmla="*/ 1597294 w 1632781"/>
                <a:gd name="connsiteY228" fmla="*/ 601109 h 1632852"/>
                <a:gd name="connsiteX229" fmla="*/ 1592275 w 1632781"/>
                <a:gd name="connsiteY229" fmla="*/ 597297 h 1632852"/>
                <a:gd name="connsiteX230" fmla="*/ 1575514 w 1632781"/>
                <a:gd name="connsiteY230" fmla="*/ 544907 h 1632852"/>
                <a:gd name="connsiteX231" fmla="*/ 1578400 w 1632781"/>
                <a:gd name="connsiteY231" fmla="*/ 538132 h 1632852"/>
                <a:gd name="connsiteX232" fmla="*/ 1585178 w 1632781"/>
                <a:gd name="connsiteY232" fmla="*/ 541018 h 1632852"/>
                <a:gd name="connsiteX233" fmla="*/ 1585315 w 1632781"/>
                <a:gd name="connsiteY233" fmla="*/ 541404 h 1632852"/>
                <a:gd name="connsiteX234" fmla="*/ 1602289 w 1632781"/>
                <a:gd name="connsiteY234" fmla="*/ 594480 h 1632852"/>
                <a:gd name="connsiteX235" fmla="*/ 1598724 w 1632781"/>
                <a:gd name="connsiteY235" fmla="*/ 600886 h 1632852"/>
                <a:gd name="connsiteX236" fmla="*/ 1598691 w 1632781"/>
                <a:gd name="connsiteY236" fmla="*/ 600896 h 1632852"/>
                <a:gd name="connsiteX237" fmla="*/ 1597294 w 1632781"/>
                <a:gd name="connsiteY237" fmla="*/ 601109 h 1632852"/>
                <a:gd name="connsiteX238" fmla="*/ 51775 w 1632781"/>
                <a:gd name="connsiteY238" fmla="*/ 550281 h 1632852"/>
                <a:gd name="connsiteX239" fmla="*/ 50023 w 1632781"/>
                <a:gd name="connsiteY239" fmla="*/ 549974 h 1632852"/>
                <a:gd name="connsiteX240" fmla="*/ 46843 w 1632781"/>
                <a:gd name="connsiteY240" fmla="*/ 543366 h 1632852"/>
                <a:gd name="connsiteX241" fmla="*/ 46850 w 1632781"/>
                <a:gd name="connsiteY241" fmla="*/ 543345 h 1632852"/>
                <a:gd name="connsiteX242" fmla="*/ 67352 w 1632781"/>
                <a:gd name="connsiteY242" fmla="*/ 491428 h 1632852"/>
                <a:gd name="connsiteX243" fmla="*/ 73860 w 1632781"/>
                <a:gd name="connsiteY243" fmla="*/ 487977 h 1632852"/>
                <a:gd name="connsiteX244" fmla="*/ 77309 w 1632781"/>
                <a:gd name="connsiteY244" fmla="*/ 494484 h 1632852"/>
                <a:gd name="connsiteX245" fmla="*/ 76821 w 1632781"/>
                <a:gd name="connsiteY245" fmla="*/ 495595 h 1632852"/>
                <a:gd name="connsiteX246" fmla="*/ 56604 w 1632781"/>
                <a:gd name="connsiteY246" fmla="*/ 546825 h 1632852"/>
                <a:gd name="connsiteX247" fmla="*/ 51775 w 1632781"/>
                <a:gd name="connsiteY247" fmla="*/ 550281 h 1632852"/>
                <a:gd name="connsiteX248" fmla="*/ 1559984 w 1632781"/>
                <a:gd name="connsiteY248" fmla="*/ 496992 h 1632852"/>
                <a:gd name="connsiteX249" fmla="*/ 1555249 w 1632781"/>
                <a:gd name="connsiteY249" fmla="*/ 493867 h 1632852"/>
                <a:gd name="connsiteX250" fmla="*/ 1531576 w 1632781"/>
                <a:gd name="connsiteY250" fmla="*/ 444317 h 1632852"/>
                <a:gd name="connsiteX251" fmla="*/ 1534443 w 1632781"/>
                <a:gd name="connsiteY251" fmla="*/ 437532 h 1632852"/>
                <a:gd name="connsiteX252" fmla="*/ 1540809 w 1632781"/>
                <a:gd name="connsiteY252" fmla="*/ 439583 h 1632852"/>
                <a:gd name="connsiteX253" fmla="*/ 1564885 w 1632781"/>
                <a:gd name="connsiteY253" fmla="*/ 489795 h 1632852"/>
                <a:gd name="connsiteX254" fmla="*/ 1562214 w 1632781"/>
                <a:gd name="connsiteY254" fmla="*/ 496625 h 1632852"/>
                <a:gd name="connsiteX255" fmla="*/ 1562186 w 1632781"/>
                <a:gd name="connsiteY255" fmla="*/ 496636 h 1632852"/>
                <a:gd name="connsiteX256" fmla="*/ 1559984 w 1632781"/>
                <a:gd name="connsiteY256" fmla="*/ 496992 h 1632852"/>
                <a:gd name="connsiteX257" fmla="*/ 95950 w 1632781"/>
                <a:gd name="connsiteY257" fmla="*/ 448697 h 1632852"/>
                <a:gd name="connsiteX258" fmla="*/ 93582 w 1632781"/>
                <a:gd name="connsiteY258" fmla="*/ 448105 h 1632852"/>
                <a:gd name="connsiteX259" fmla="*/ 91307 w 1632781"/>
                <a:gd name="connsiteY259" fmla="*/ 441100 h 1632852"/>
                <a:gd name="connsiteX260" fmla="*/ 91357 w 1632781"/>
                <a:gd name="connsiteY260" fmla="*/ 441003 h 1632852"/>
                <a:gd name="connsiteX261" fmla="*/ 118748 w 1632781"/>
                <a:gd name="connsiteY261" fmla="*/ 392424 h 1632852"/>
                <a:gd name="connsiteX262" fmla="*/ 125987 w 1632781"/>
                <a:gd name="connsiteY262" fmla="*/ 391073 h 1632852"/>
                <a:gd name="connsiteX263" fmla="*/ 127625 w 1632781"/>
                <a:gd name="connsiteY263" fmla="*/ 397846 h 1632852"/>
                <a:gd name="connsiteX264" fmla="*/ 100614 w 1632781"/>
                <a:gd name="connsiteY264" fmla="*/ 445809 h 1632852"/>
                <a:gd name="connsiteX265" fmla="*/ 95950 w 1632781"/>
                <a:gd name="connsiteY265" fmla="*/ 448697 h 1632852"/>
                <a:gd name="connsiteX266" fmla="*/ 1508825 w 1632781"/>
                <a:gd name="connsiteY266" fmla="*/ 398982 h 1632852"/>
                <a:gd name="connsiteX267" fmla="*/ 1504375 w 1632781"/>
                <a:gd name="connsiteY267" fmla="*/ 396473 h 1632852"/>
                <a:gd name="connsiteX268" fmla="*/ 1474096 w 1632781"/>
                <a:gd name="connsiteY268" fmla="*/ 350593 h 1632852"/>
                <a:gd name="connsiteX269" fmla="*/ 1474981 w 1632781"/>
                <a:gd name="connsiteY269" fmla="*/ 343280 h 1632852"/>
                <a:gd name="connsiteX270" fmla="*/ 1482292 w 1632781"/>
                <a:gd name="connsiteY270" fmla="*/ 344165 h 1632852"/>
                <a:gd name="connsiteX271" fmla="*/ 1482571 w 1632781"/>
                <a:gd name="connsiteY271" fmla="*/ 344556 h 1632852"/>
                <a:gd name="connsiteX272" fmla="*/ 1513347 w 1632781"/>
                <a:gd name="connsiteY272" fmla="*/ 391051 h 1632852"/>
                <a:gd name="connsiteX273" fmla="*/ 1511631 w 1632781"/>
                <a:gd name="connsiteY273" fmla="*/ 398215 h 1632852"/>
                <a:gd name="connsiteX274" fmla="*/ 1508920 w 1632781"/>
                <a:gd name="connsiteY274" fmla="*/ 398982 h 1632852"/>
                <a:gd name="connsiteX275" fmla="*/ 153572 w 1632781"/>
                <a:gd name="connsiteY275" fmla="*/ 354120 h 1632852"/>
                <a:gd name="connsiteX276" fmla="*/ 148357 w 1632781"/>
                <a:gd name="connsiteY276" fmla="*/ 348966 h 1632852"/>
                <a:gd name="connsiteX277" fmla="*/ 149334 w 1632781"/>
                <a:gd name="connsiteY277" fmla="*/ 345905 h 1632852"/>
                <a:gd name="connsiteX278" fmla="*/ 183022 w 1632781"/>
                <a:gd name="connsiteY278" fmla="*/ 301517 h 1632852"/>
                <a:gd name="connsiteX279" fmla="*/ 190349 w 1632781"/>
                <a:gd name="connsiteY279" fmla="*/ 300748 h 1632852"/>
                <a:gd name="connsiteX280" fmla="*/ 191119 w 1632781"/>
                <a:gd name="connsiteY280" fmla="*/ 308075 h 1632852"/>
                <a:gd name="connsiteX281" fmla="*/ 157833 w 1632781"/>
                <a:gd name="connsiteY281" fmla="*/ 351919 h 1632852"/>
                <a:gd name="connsiteX282" fmla="*/ 153572 w 1632781"/>
                <a:gd name="connsiteY282" fmla="*/ 354120 h 1632852"/>
                <a:gd name="connsiteX283" fmla="*/ 1444788 w 1632781"/>
                <a:gd name="connsiteY283" fmla="*/ 308761 h 1632852"/>
                <a:gd name="connsiteX284" fmla="*/ 1440739 w 1632781"/>
                <a:gd name="connsiteY284" fmla="*/ 306844 h 1632852"/>
                <a:gd name="connsiteX285" fmla="*/ 1404519 w 1632781"/>
                <a:gd name="connsiteY285" fmla="*/ 265462 h 1632852"/>
                <a:gd name="connsiteX286" fmla="*/ 1405162 w 1632781"/>
                <a:gd name="connsiteY286" fmla="*/ 258125 h 1632852"/>
                <a:gd name="connsiteX287" fmla="*/ 1412118 w 1632781"/>
                <a:gd name="connsiteY287" fmla="*/ 258360 h 1632852"/>
                <a:gd name="connsiteX288" fmla="*/ 1448812 w 1632781"/>
                <a:gd name="connsiteY288" fmla="*/ 300286 h 1632852"/>
                <a:gd name="connsiteX289" fmla="*/ 1448100 w 1632781"/>
                <a:gd name="connsiteY289" fmla="*/ 307582 h 1632852"/>
                <a:gd name="connsiteX290" fmla="*/ 1448078 w 1632781"/>
                <a:gd name="connsiteY290" fmla="*/ 307601 h 1632852"/>
                <a:gd name="connsiteX291" fmla="*/ 1444788 w 1632781"/>
                <a:gd name="connsiteY291" fmla="*/ 308761 h 1632852"/>
                <a:gd name="connsiteX292" fmla="*/ 223457 w 1632781"/>
                <a:gd name="connsiteY292" fmla="*/ 268255 h 1632852"/>
                <a:gd name="connsiteX293" fmla="*/ 218246 w 1632781"/>
                <a:gd name="connsiteY293" fmla="*/ 263050 h 1632852"/>
                <a:gd name="connsiteX294" fmla="*/ 219645 w 1632781"/>
                <a:gd name="connsiteY294" fmla="*/ 259496 h 1632852"/>
                <a:gd name="connsiteX295" fmla="*/ 259039 w 1632781"/>
                <a:gd name="connsiteY295" fmla="*/ 220079 h 1632852"/>
                <a:gd name="connsiteX296" fmla="*/ 266404 w 1632781"/>
                <a:gd name="connsiteY296" fmla="*/ 219932 h 1632852"/>
                <a:gd name="connsiteX297" fmla="*/ 266550 w 1632781"/>
                <a:gd name="connsiteY297" fmla="*/ 227297 h 1632852"/>
                <a:gd name="connsiteX298" fmla="*/ 266141 w 1632781"/>
                <a:gd name="connsiteY298" fmla="*/ 227679 h 1632852"/>
                <a:gd name="connsiteX299" fmla="*/ 227268 w 1632781"/>
                <a:gd name="connsiteY299" fmla="*/ 266598 h 1632852"/>
                <a:gd name="connsiteX300" fmla="*/ 223457 w 1632781"/>
                <a:gd name="connsiteY300" fmla="*/ 268255 h 1632852"/>
                <a:gd name="connsiteX301" fmla="*/ 1369102 w 1632781"/>
                <a:gd name="connsiteY301" fmla="*/ 228010 h 1632852"/>
                <a:gd name="connsiteX302" fmla="*/ 1365575 w 1632781"/>
                <a:gd name="connsiteY302" fmla="*/ 226613 h 1632852"/>
                <a:gd name="connsiteX303" fmla="*/ 1324075 w 1632781"/>
                <a:gd name="connsiteY303" fmla="*/ 190463 h 1632852"/>
                <a:gd name="connsiteX304" fmla="*/ 1323722 w 1632781"/>
                <a:gd name="connsiteY304" fmla="*/ 183106 h 1632852"/>
                <a:gd name="connsiteX305" fmla="*/ 1330633 w 1632781"/>
                <a:gd name="connsiteY305" fmla="*/ 182391 h 1632852"/>
                <a:gd name="connsiteX306" fmla="*/ 1372677 w 1632781"/>
                <a:gd name="connsiteY306" fmla="*/ 218990 h 1632852"/>
                <a:gd name="connsiteX307" fmla="*/ 1372940 w 1632781"/>
                <a:gd name="connsiteY307" fmla="*/ 226350 h 1632852"/>
                <a:gd name="connsiteX308" fmla="*/ 1369102 w 1632781"/>
                <a:gd name="connsiteY308" fmla="*/ 228010 h 1632852"/>
                <a:gd name="connsiteX309" fmla="*/ 304279 w 1632781"/>
                <a:gd name="connsiteY309" fmla="*/ 192641 h 1632852"/>
                <a:gd name="connsiteX310" fmla="*/ 300231 w 1632781"/>
                <a:gd name="connsiteY310" fmla="*/ 190724 h 1632852"/>
                <a:gd name="connsiteX311" fmla="*/ 300927 w 1632781"/>
                <a:gd name="connsiteY311" fmla="*/ 183458 h 1632852"/>
                <a:gd name="connsiteX312" fmla="*/ 300989 w 1632781"/>
                <a:gd name="connsiteY312" fmla="*/ 183409 h 1632852"/>
                <a:gd name="connsiteX313" fmla="*/ 345306 w 1632781"/>
                <a:gd name="connsiteY313" fmla="*/ 149650 h 1632852"/>
                <a:gd name="connsiteX314" fmla="*/ 352602 w 1632781"/>
                <a:gd name="connsiteY314" fmla="*/ 150658 h 1632852"/>
                <a:gd name="connsiteX315" fmla="*/ 351594 w 1632781"/>
                <a:gd name="connsiteY315" fmla="*/ 157954 h 1632852"/>
                <a:gd name="connsiteX316" fmla="*/ 351319 w 1632781"/>
                <a:gd name="connsiteY316" fmla="*/ 158149 h 1632852"/>
                <a:gd name="connsiteX317" fmla="*/ 307570 w 1632781"/>
                <a:gd name="connsiteY317" fmla="*/ 191458 h 1632852"/>
                <a:gd name="connsiteX318" fmla="*/ 304279 w 1632781"/>
                <a:gd name="connsiteY318" fmla="*/ 192641 h 1632852"/>
                <a:gd name="connsiteX319" fmla="*/ 1283214 w 1632781"/>
                <a:gd name="connsiteY319" fmla="*/ 158172 h 1632852"/>
                <a:gd name="connsiteX320" fmla="*/ 1280207 w 1632781"/>
                <a:gd name="connsiteY320" fmla="*/ 157225 h 1632852"/>
                <a:gd name="connsiteX321" fmla="*/ 1234186 w 1632781"/>
                <a:gd name="connsiteY321" fmla="*/ 127018 h 1632852"/>
                <a:gd name="connsiteX322" fmla="*/ 1232446 w 1632781"/>
                <a:gd name="connsiteY322" fmla="*/ 119856 h 1632852"/>
                <a:gd name="connsiteX323" fmla="*/ 1239607 w 1632781"/>
                <a:gd name="connsiteY323" fmla="*/ 118116 h 1632852"/>
                <a:gd name="connsiteX324" fmla="*/ 1286221 w 1632781"/>
                <a:gd name="connsiteY324" fmla="*/ 148703 h 1632852"/>
                <a:gd name="connsiteX325" fmla="*/ 1287487 w 1632781"/>
                <a:gd name="connsiteY325" fmla="*/ 155959 h 1632852"/>
                <a:gd name="connsiteX326" fmla="*/ 1283214 w 1632781"/>
                <a:gd name="connsiteY326" fmla="*/ 158172 h 1632852"/>
                <a:gd name="connsiteX327" fmla="*/ 394524 w 1632781"/>
                <a:gd name="connsiteY327" fmla="*/ 128651 h 1632852"/>
                <a:gd name="connsiteX328" fmla="*/ 389337 w 1632781"/>
                <a:gd name="connsiteY328" fmla="*/ 123422 h 1632852"/>
                <a:gd name="connsiteX329" fmla="*/ 391801 w 1632781"/>
                <a:gd name="connsiteY329" fmla="*/ 119016 h 1632852"/>
                <a:gd name="connsiteX330" fmla="*/ 440261 w 1632781"/>
                <a:gd name="connsiteY330" fmla="*/ 91602 h 1632852"/>
                <a:gd name="connsiteX331" fmla="*/ 447046 w 1632781"/>
                <a:gd name="connsiteY331" fmla="*/ 94469 h 1632852"/>
                <a:gd name="connsiteX332" fmla="*/ 444996 w 1632781"/>
                <a:gd name="connsiteY332" fmla="*/ 100834 h 1632852"/>
                <a:gd name="connsiteX333" fmla="*/ 397151 w 1632781"/>
                <a:gd name="connsiteY333" fmla="*/ 127893 h 1632852"/>
                <a:gd name="connsiteX334" fmla="*/ 394524 w 1632781"/>
                <a:gd name="connsiteY334" fmla="*/ 128651 h 1632852"/>
                <a:gd name="connsiteX335" fmla="*/ 1188590 w 1632781"/>
                <a:gd name="connsiteY335" fmla="*/ 100598 h 1632852"/>
                <a:gd name="connsiteX336" fmla="*/ 1186222 w 1632781"/>
                <a:gd name="connsiteY336" fmla="*/ 100030 h 1632852"/>
                <a:gd name="connsiteX337" fmla="*/ 1136508 w 1632781"/>
                <a:gd name="connsiteY337" fmla="*/ 76356 h 1632852"/>
                <a:gd name="connsiteX338" fmla="*/ 1134694 w 1632781"/>
                <a:gd name="connsiteY338" fmla="*/ 69216 h 1632852"/>
                <a:gd name="connsiteX339" fmla="*/ 1140650 w 1632781"/>
                <a:gd name="connsiteY339" fmla="*/ 66886 h 1632852"/>
                <a:gd name="connsiteX340" fmla="*/ 1191028 w 1632781"/>
                <a:gd name="connsiteY340" fmla="*/ 90844 h 1632852"/>
                <a:gd name="connsiteX341" fmla="*/ 1193235 w 1632781"/>
                <a:gd name="connsiteY341" fmla="*/ 97873 h 1632852"/>
                <a:gd name="connsiteX342" fmla="*/ 1188661 w 1632781"/>
                <a:gd name="connsiteY342" fmla="*/ 100669 h 1632852"/>
                <a:gd name="connsiteX343" fmla="*/ 492581 w 1632781"/>
                <a:gd name="connsiteY343" fmla="*/ 77563 h 1632852"/>
                <a:gd name="connsiteX344" fmla="*/ 487327 w 1632781"/>
                <a:gd name="connsiteY344" fmla="*/ 72400 h 1632852"/>
                <a:gd name="connsiteX345" fmla="*/ 490474 w 1632781"/>
                <a:gd name="connsiteY345" fmla="*/ 67573 h 1632852"/>
                <a:gd name="connsiteX346" fmla="*/ 542201 w 1632781"/>
                <a:gd name="connsiteY346" fmla="*/ 47048 h 1632852"/>
                <a:gd name="connsiteX347" fmla="*/ 548730 w 1632781"/>
                <a:gd name="connsiteY347" fmla="*/ 50459 h 1632852"/>
                <a:gd name="connsiteX348" fmla="*/ 545705 w 1632781"/>
                <a:gd name="connsiteY348" fmla="*/ 56848 h 1632852"/>
                <a:gd name="connsiteX349" fmla="*/ 494664 w 1632781"/>
                <a:gd name="connsiteY349" fmla="*/ 77113 h 1632852"/>
                <a:gd name="connsiteX350" fmla="*/ 492581 w 1632781"/>
                <a:gd name="connsiteY350" fmla="*/ 77468 h 1632852"/>
                <a:gd name="connsiteX351" fmla="*/ 1087100 w 1632781"/>
                <a:gd name="connsiteY351" fmla="*/ 56470 h 1632852"/>
                <a:gd name="connsiteX352" fmla="*/ 1085349 w 1632781"/>
                <a:gd name="connsiteY352" fmla="*/ 56186 h 1632852"/>
                <a:gd name="connsiteX353" fmla="*/ 1032911 w 1632781"/>
                <a:gd name="connsiteY353" fmla="*/ 39614 h 1632852"/>
                <a:gd name="connsiteX354" fmla="*/ 1029301 w 1632781"/>
                <a:gd name="connsiteY354" fmla="*/ 33186 h 1632852"/>
                <a:gd name="connsiteX355" fmla="*/ 1035728 w 1632781"/>
                <a:gd name="connsiteY355" fmla="*/ 29576 h 1632852"/>
                <a:gd name="connsiteX356" fmla="*/ 1088852 w 1632781"/>
                <a:gd name="connsiteY356" fmla="*/ 46385 h 1632852"/>
                <a:gd name="connsiteX357" fmla="*/ 1091989 w 1632781"/>
                <a:gd name="connsiteY357" fmla="*/ 53049 h 1632852"/>
                <a:gd name="connsiteX358" fmla="*/ 1087100 w 1632781"/>
                <a:gd name="connsiteY358" fmla="*/ 56493 h 1632852"/>
                <a:gd name="connsiteX359" fmla="*/ 596816 w 1632781"/>
                <a:gd name="connsiteY359" fmla="*/ 40324 h 1632852"/>
                <a:gd name="connsiteX360" fmla="*/ 591580 w 1632781"/>
                <a:gd name="connsiteY360" fmla="*/ 35144 h 1632852"/>
                <a:gd name="connsiteX361" fmla="*/ 595396 w 1632781"/>
                <a:gd name="connsiteY361" fmla="*/ 30097 h 1632852"/>
                <a:gd name="connsiteX362" fmla="*/ 649514 w 1632781"/>
                <a:gd name="connsiteY362" fmla="*/ 16840 h 1632852"/>
                <a:gd name="connsiteX363" fmla="*/ 655681 w 1632781"/>
                <a:gd name="connsiteY363" fmla="*/ 20876 h 1632852"/>
                <a:gd name="connsiteX364" fmla="*/ 651645 w 1632781"/>
                <a:gd name="connsiteY364" fmla="*/ 27043 h 1632852"/>
                <a:gd name="connsiteX365" fmla="*/ 598237 w 1632781"/>
                <a:gd name="connsiteY365" fmla="*/ 40135 h 1632852"/>
                <a:gd name="connsiteX366" fmla="*/ 596698 w 1632781"/>
                <a:gd name="connsiteY366" fmla="*/ 40324 h 1632852"/>
                <a:gd name="connsiteX367" fmla="*/ 980521 w 1632781"/>
                <a:gd name="connsiteY367" fmla="*/ 26735 h 1632852"/>
                <a:gd name="connsiteX368" fmla="*/ 979456 w 1632781"/>
                <a:gd name="connsiteY368" fmla="*/ 26735 h 1632852"/>
                <a:gd name="connsiteX369" fmla="*/ 925243 w 1632781"/>
                <a:gd name="connsiteY369" fmla="*/ 17479 h 1632852"/>
                <a:gd name="connsiteX370" fmla="*/ 920716 w 1632781"/>
                <a:gd name="connsiteY370" fmla="*/ 11669 h 1632852"/>
                <a:gd name="connsiteX371" fmla="*/ 926526 w 1632781"/>
                <a:gd name="connsiteY371" fmla="*/ 7143 h 1632852"/>
                <a:gd name="connsiteX372" fmla="*/ 926639 w 1632781"/>
                <a:gd name="connsiteY372" fmla="*/ 7157 h 1632852"/>
                <a:gd name="connsiteX373" fmla="*/ 981563 w 1632781"/>
                <a:gd name="connsiteY373" fmla="*/ 16627 h 1632852"/>
                <a:gd name="connsiteX374" fmla="*/ 985549 w 1632781"/>
                <a:gd name="connsiteY374" fmla="*/ 22820 h 1632852"/>
                <a:gd name="connsiteX375" fmla="*/ 980521 w 1632781"/>
                <a:gd name="connsiteY375" fmla="*/ 26925 h 1632852"/>
                <a:gd name="connsiteX376" fmla="*/ 705005 w 1632781"/>
                <a:gd name="connsiteY376" fmla="*/ 17716 h 1632852"/>
                <a:gd name="connsiteX377" fmla="*/ 699788 w 1632781"/>
                <a:gd name="connsiteY377" fmla="*/ 12517 h 1632852"/>
                <a:gd name="connsiteX378" fmla="*/ 704295 w 1632781"/>
                <a:gd name="connsiteY378" fmla="*/ 7347 h 1632852"/>
                <a:gd name="connsiteX379" fmla="*/ 759716 w 1632781"/>
                <a:gd name="connsiteY379" fmla="*/ 1618 h 1632852"/>
                <a:gd name="connsiteX380" fmla="*/ 765279 w 1632781"/>
                <a:gd name="connsiteY380" fmla="*/ 6447 h 1632852"/>
                <a:gd name="connsiteX381" fmla="*/ 760449 w 1632781"/>
                <a:gd name="connsiteY381" fmla="*/ 12010 h 1632852"/>
                <a:gd name="connsiteX382" fmla="*/ 705739 w 1632781"/>
                <a:gd name="connsiteY382" fmla="*/ 17668 h 1632852"/>
                <a:gd name="connsiteX383" fmla="*/ 870722 w 1632781"/>
                <a:gd name="connsiteY383" fmla="*/ 11892 h 1632852"/>
                <a:gd name="connsiteX384" fmla="*/ 870367 w 1632781"/>
                <a:gd name="connsiteY384" fmla="*/ 11892 h 1632852"/>
                <a:gd name="connsiteX385" fmla="*/ 816414 w 1632781"/>
                <a:gd name="connsiteY385" fmla="*/ 10116 h 1632852"/>
                <a:gd name="connsiteX386" fmla="*/ 815396 w 1632781"/>
                <a:gd name="connsiteY386" fmla="*/ 10116 h 1632852"/>
                <a:gd name="connsiteX387" fmla="*/ 810188 w 1632781"/>
                <a:gd name="connsiteY387" fmla="*/ 4908 h 1632852"/>
                <a:gd name="connsiteX388" fmla="*/ 815396 w 1632781"/>
                <a:gd name="connsiteY388" fmla="*/ -300 h 1632852"/>
                <a:gd name="connsiteX389" fmla="*/ 816414 w 1632781"/>
                <a:gd name="connsiteY389" fmla="*/ -300 h 1632852"/>
                <a:gd name="connsiteX390" fmla="*/ 871077 w 1632781"/>
                <a:gd name="connsiteY390" fmla="*/ 1499 h 1632852"/>
                <a:gd name="connsiteX391" fmla="*/ 876108 w 1632781"/>
                <a:gd name="connsiteY391" fmla="*/ 6885 h 1632852"/>
                <a:gd name="connsiteX392" fmla="*/ 870722 w 1632781"/>
                <a:gd name="connsiteY392" fmla="*/ 11916 h 163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</a:cxnLst>
              <a:rect l="l" t="t" r="r" b="b"/>
              <a:pathLst>
                <a:path w="1632781" h="1632852">
                  <a:moveTo>
                    <a:pt x="816414" y="1632552"/>
                  </a:moveTo>
                  <a:cubicBezTo>
                    <a:pt x="797901" y="1632552"/>
                    <a:pt x="779175" y="1631913"/>
                    <a:pt x="760757" y="1630658"/>
                  </a:cubicBezTo>
                  <a:cubicBezTo>
                    <a:pt x="757888" y="1630469"/>
                    <a:pt x="755719" y="1627983"/>
                    <a:pt x="755916" y="1625095"/>
                  </a:cubicBezTo>
                  <a:cubicBezTo>
                    <a:pt x="756112" y="1622230"/>
                    <a:pt x="758598" y="1620076"/>
                    <a:pt x="761467" y="1620265"/>
                  </a:cubicBezTo>
                  <a:cubicBezTo>
                    <a:pt x="779625" y="1621496"/>
                    <a:pt x="798138" y="1622136"/>
                    <a:pt x="816438" y="1622136"/>
                  </a:cubicBezTo>
                  <a:lnTo>
                    <a:pt x="818450" y="1622136"/>
                  </a:lnTo>
                  <a:cubicBezTo>
                    <a:pt x="821327" y="1622136"/>
                    <a:pt x="823658" y="1624456"/>
                    <a:pt x="823658" y="1627344"/>
                  </a:cubicBezTo>
                  <a:cubicBezTo>
                    <a:pt x="823658" y="1630208"/>
                    <a:pt x="821327" y="1632552"/>
                    <a:pt x="818450" y="1632552"/>
                  </a:cubicBezTo>
                  <a:close/>
                  <a:moveTo>
                    <a:pt x="873776" y="1630540"/>
                  </a:moveTo>
                  <a:cubicBezTo>
                    <a:pt x="870899" y="1630634"/>
                    <a:pt x="868487" y="1628386"/>
                    <a:pt x="868390" y="1625521"/>
                  </a:cubicBezTo>
                  <a:cubicBezTo>
                    <a:pt x="868293" y="1622633"/>
                    <a:pt x="870544" y="1620218"/>
                    <a:pt x="873421" y="1620123"/>
                  </a:cubicBezTo>
                  <a:cubicBezTo>
                    <a:pt x="891650" y="1618845"/>
                    <a:pt x="910068" y="1616928"/>
                    <a:pt x="928131" y="1614418"/>
                  </a:cubicBezTo>
                  <a:cubicBezTo>
                    <a:pt x="930981" y="1614016"/>
                    <a:pt x="933616" y="1616004"/>
                    <a:pt x="934014" y="1618845"/>
                  </a:cubicBezTo>
                  <a:cubicBezTo>
                    <a:pt x="934411" y="1621710"/>
                    <a:pt x="932425" y="1624337"/>
                    <a:pt x="929575" y="1624740"/>
                  </a:cubicBezTo>
                  <a:cubicBezTo>
                    <a:pt x="911275" y="1627273"/>
                    <a:pt x="892620" y="1629238"/>
                    <a:pt x="874155" y="1630516"/>
                  </a:cubicBezTo>
                  <a:close/>
                  <a:moveTo>
                    <a:pt x="705952" y="1625071"/>
                  </a:moveTo>
                  <a:lnTo>
                    <a:pt x="705242" y="1625071"/>
                  </a:lnTo>
                  <a:cubicBezTo>
                    <a:pt x="686895" y="1622562"/>
                    <a:pt x="668429" y="1619389"/>
                    <a:pt x="650319" y="1615602"/>
                  </a:cubicBezTo>
                  <a:cubicBezTo>
                    <a:pt x="647502" y="1615010"/>
                    <a:pt x="645688" y="1612264"/>
                    <a:pt x="646271" y="1609447"/>
                  </a:cubicBezTo>
                  <a:cubicBezTo>
                    <a:pt x="646853" y="1606629"/>
                    <a:pt x="649609" y="1604807"/>
                    <a:pt x="652426" y="1605398"/>
                  </a:cubicBezTo>
                  <a:cubicBezTo>
                    <a:pt x="670300" y="1609115"/>
                    <a:pt x="688552" y="1612240"/>
                    <a:pt x="706639" y="1614726"/>
                  </a:cubicBezTo>
                  <a:cubicBezTo>
                    <a:pt x="709489" y="1615105"/>
                    <a:pt x="711487" y="1617732"/>
                    <a:pt x="711099" y="1620597"/>
                  </a:cubicBezTo>
                  <a:cubicBezTo>
                    <a:pt x="710749" y="1623154"/>
                    <a:pt x="708552" y="1625095"/>
                    <a:pt x="705952" y="1625095"/>
                  </a:cubicBezTo>
                  <a:close/>
                  <a:moveTo>
                    <a:pt x="983291" y="1615270"/>
                  </a:moveTo>
                  <a:cubicBezTo>
                    <a:pt x="980414" y="1615246"/>
                    <a:pt x="978099" y="1612903"/>
                    <a:pt x="978120" y="1610015"/>
                  </a:cubicBezTo>
                  <a:cubicBezTo>
                    <a:pt x="978139" y="1607576"/>
                    <a:pt x="979844" y="1605493"/>
                    <a:pt x="982225" y="1604972"/>
                  </a:cubicBezTo>
                  <a:cubicBezTo>
                    <a:pt x="1000099" y="1601208"/>
                    <a:pt x="1018068" y="1596781"/>
                    <a:pt x="1035634" y="1591810"/>
                  </a:cubicBezTo>
                  <a:cubicBezTo>
                    <a:pt x="1038406" y="1591028"/>
                    <a:pt x="1041282" y="1592638"/>
                    <a:pt x="1042061" y="1595432"/>
                  </a:cubicBezTo>
                  <a:cubicBezTo>
                    <a:pt x="1042840" y="1598201"/>
                    <a:pt x="1041223" y="1601066"/>
                    <a:pt x="1038451" y="1601847"/>
                  </a:cubicBezTo>
                  <a:cubicBezTo>
                    <a:pt x="1020672" y="1606866"/>
                    <a:pt x="1002467" y="1611317"/>
                    <a:pt x="984356" y="1615152"/>
                  </a:cubicBezTo>
                  <a:cubicBezTo>
                    <a:pt x="984039" y="1615223"/>
                    <a:pt x="983712" y="1615270"/>
                    <a:pt x="983385" y="1615270"/>
                  </a:cubicBezTo>
                  <a:close/>
                  <a:moveTo>
                    <a:pt x="597597" y="1602581"/>
                  </a:moveTo>
                  <a:cubicBezTo>
                    <a:pt x="597117" y="1602581"/>
                    <a:pt x="596639" y="1602534"/>
                    <a:pt x="596177" y="1602392"/>
                  </a:cubicBezTo>
                  <a:cubicBezTo>
                    <a:pt x="578374" y="1597397"/>
                    <a:pt x="560524" y="1591715"/>
                    <a:pt x="543077" y="1585512"/>
                  </a:cubicBezTo>
                  <a:cubicBezTo>
                    <a:pt x="540409" y="1584447"/>
                    <a:pt x="539116" y="1581393"/>
                    <a:pt x="540191" y="1578742"/>
                  </a:cubicBezTo>
                  <a:cubicBezTo>
                    <a:pt x="541204" y="1576208"/>
                    <a:pt x="543988" y="1574907"/>
                    <a:pt x="546580" y="1575711"/>
                  </a:cubicBezTo>
                  <a:cubicBezTo>
                    <a:pt x="563791" y="1581843"/>
                    <a:pt x="581428" y="1587548"/>
                    <a:pt x="598994" y="1592283"/>
                  </a:cubicBezTo>
                  <a:cubicBezTo>
                    <a:pt x="601766" y="1592993"/>
                    <a:pt x="603433" y="1595834"/>
                    <a:pt x="602718" y="1598604"/>
                  </a:cubicBezTo>
                  <a:cubicBezTo>
                    <a:pt x="602117" y="1600924"/>
                    <a:pt x="599998" y="1602534"/>
                    <a:pt x="597597" y="1602487"/>
                  </a:cubicBezTo>
                  <a:close/>
                  <a:moveTo>
                    <a:pt x="1089752" y="1585133"/>
                  </a:moveTo>
                  <a:cubicBezTo>
                    <a:pt x="1086876" y="1585133"/>
                    <a:pt x="1084548" y="1582790"/>
                    <a:pt x="1084555" y="1579902"/>
                  </a:cubicBezTo>
                  <a:cubicBezTo>
                    <a:pt x="1084560" y="1577724"/>
                    <a:pt x="1085938" y="1575759"/>
                    <a:pt x="1088000" y="1575025"/>
                  </a:cubicBezTo>
                  <a:cubicBezTo>
                    <a:pt x="1105163" y="1568870"/>
                    <a:pt x="1122327" y="1562028"/>
                    <a:pt x="1139041" y="1554689"/>
                  </a:cubicBezTo>
                  <a:cubicBezTo>
                    <a:pt x="1141529" y="1553245"/>
                    <a:pt x="1144715" y="1554097"/>
                    <a:pt x="1146157" y="1556583"/>
                  </a:cubicBezTo>
                  <a:cubicBezTo>
                    <a:pt x="1147601" y="1559069"/>
                    <a:pt x="1146751" y="1562265"/>
                    <a:pt x="1144263" y="1563709"/>
                  </a:cubicBezTo>
                  <a:cubicBezTo>
                    <a:pt x="1143936" y="1563898"/>
                    <a:pt x="1143591" y="1564040"/>
                    <a:pt x="1143231" y="1564159"/>
                  </a:cubicBezTo>
                  <a:cubicBezTo>
                    <a:pt x="1126280" y="1571592"/>
                    <a:pt x="1108904" y="1578505"/>
                    <a:pt x="1091527" y="1584755"/>
                  </a:cubicBezTo>
                  <a:cubicBezTo>
                    <a:pt x="1090992" y="1584968"/>
                    <a:pt x="1090424" y="1585110"/>
                    <a:pt x="1089846" y="1585133"/>
                  </a:cubicBezTo>
                  <a:close/>
                  <a:moveTo>
                    <a:pt x="493172" y="1565437"/>
                  </a:moveTo>
                  <a:cubicBezTo>
                    <a:pt x="492462" y="1565437"/>
                    <a:pt x="491759" y="1565295"/>
                    <a:pt x="491113" y="1564987"/>
                  </a:cubicBezTo>
                  <a:cubicBezTo>
                    <a:pt x="474139" y="1557601"/>
                    <a:pt x="457212" y="1549528"/>
                    <a:pt x="440759" y="1540958"/>
                  </a:cubicBezTo>
                  <a:cubicBezTo>
                    <a:pt x="438325" y="1539420"/>
                    <a:pt x="437593" y="1536200"/>
                    <a:pt x="439127" y="1533785"/>
                  </a:cubicBezTo>
                  <a:cubicBezTo>
                    <a:pt x="440472" y="1531631"/>
                    <a:pt x="443154" y="1530779"/>
                    <a:pt x="445493" y="1531726"/>
                  </a:cubicBezTo>
                  <a:cubicBezTo>
                    <a:pt x="461734" y="1540177"/>
                    <a:pt x="478447" y="1548155"/>
                    <a:pt x="495208" y="1555399"/>
                  </a:cubicBezTo>
                  <a:cubicBezTo>
                    <a:pt x="497850" y="1556536"/>
                    <a:pt x="499067" y="1559613"/>
                    <a:pt x="497928" y="1562241"/>
                  </a:cubicBezTo>
                  <a:cubicBezTo>
                    <a:pt x="497100" y="1564159"/>
                    <a:pt x="495211" y="1565390"/>
                    <a:pt x="493125" y="1565390"/>
                  </a:cubicBezTo>
                  <a:close/>
                  <a:moveTo>
                    <a:pt x="1190886" y="1540721"/>
                  </a:moveTo>
                  <a:cubicBezTo>
                    <a:pt x="1188010" y="1540698"/>
                    <a:pt x="1185697" y="1538354"/>
                    <a:pt x="1185723" y="1535466"/>
                  </a:cubicBezTo>
                  <a:cubicBezTo>
                    <a:pt x="1185737" y="1533549"/>
                    <a:pt x="1186814" y="1531796"/>
                    <a:pt x="1188519" y="1530897"/>
                  </a:cubicBezTo>
                  <a:cubicBezTo>
                    <a:pt x="1204688" y="1522469"/>
                    <a:pt x="1220786" y="1513331"/>
                    <a:pt x="1236340" y="1503790"/>
                  </a:cubicBezTo>
                  <a:cubicBezTo>
                    <a:pt x="1238762" y="1502228"/>
                    <a:pt x="1241984" y="1502938"/>
                    <a:pt x="1243534" y="1505377"/>
                  </a:cubicBezTo>
                  <a:cubicBezTo>
                    <a:pt x="1245087" y="1507791"/>
                    <a:pt x="1244382" y="1511011"/>
                    <a:pt x="1241960" y="1512550"/>
                  </a:cubicBezTo>
                  <a:cubicBezTo>
                    <a:pt x="1241901" y="1512597"/>
                    <a:pt x="1241844" y="1512644"/>
                    <a:pt x="1241785" y="1512668"/>
                  </a:cubicBezTo>
                  <a:cubicBezTo>
                    <a:pt x="1226018" y="1522327"/>
                    <a:pt x="1209731" y="1531607"/>
                    <a:pt x="1193348" y="1540130"/>
                  </a:cubicBezTo>
                  <a:cubicBezTo>
                    <a:pt x="1192648" y="1540508"/>
                    <a:pt x="1191869" y="1540698"/>
                    <a:pt x="1191076" y="1540721"/>
                  </a:cubicBezTo>
                  <a:close/>
                  <a:moveTo>
                    <a:pt x="394902" y="1514325"/>
                  </a:moveTo>
                  <a:cubicBezTo>
                    <a:pt x="393951" y="1514325"/>
                    <a:pt x="393016" y="1514065"/>
                    <a:pt x="392204" y="1513568"/>
                  </a:cubicBezTo>
                  <a:cubicBezTo>
                    <a:pt x="376413" y="1503933"/>
                    <a:pt x="360741" y="1493611"/>
                    <a:pt x="345637" y="1482910"/>
                  </a:cubicBezTo>
                  <a:cubicBezTo>
                    <a:pt x="343237" y="1481324"/>
                    <a:pt x="342574" y="1478104"/>
                    <a:pt x="344160" y="1475690"/>
                  </a:cubicBezTo>
                  <a:cubicBezTo>
                    <a:pt x="345744" y="1473299"/>
                    <a:pt x="348975" y="1472636"/>
                    <a:pt x="351376" y="1474222"/>
                  </a:cubicBezTo>
                  <a:cubicBezTo>
                    <a:pt x="351468" y="1474269"/>
                    <a:pt x="351561" y="1474340"/>
                    <a:pt x="351650" y="1474411"/>
                  </a:cubicBezTo>
                  <a:cubicBezTo>
                    <a:pt x="366565" y="1484994"/>
                    <a:pt x="382048" y="1495173"/>
                    <a:pt x="397625" y="1504666"/>
                  </a:cubicBezTo>
                  <a:cubicBezTo>
                    <a:pt x="400082" y="1506158"/>
                    <a:pt x="400864" y="1509354"/>
                    <a:pt x="399370" y="1511816"/>
                  </a:cubicBezTo>
                  <a:cubicBezTo>
                    <a:pt x="398423" y="1513378"/>
                    <a:pt x="396728" y="1514325"/>
                    <a:pt x="394902" y="1514325"/>
                  </a:cubicBezTo>
                  <a:close/>
                  <a:moveTo>
                    <a:pt x="1285179" y="1482934"/>
                  </a:moveTo>
                  <a:cubicBezTo>
                    <a:pt x="1282303" y="1482934"/>
                    <a:pt x="1279966" y="1480614"/>
                    <a:pt x="1279959" y="1477749"/>
                  </a:cubicBezTo>
                  <a:cubicBezTo>
                    <a:pt x="1279954" y="1476045"/>
                    <a:pt x="1280780" y="1474435"/>
                    <a:pt x="1282172" y="1473464"/>
                  </a:cubicBezTo>
                  <a:cubicBezTo>
                    <a:pt x="1297039" y="1462906"/>
                    <a:pt x="1311741" y="1451684"/>
                    <a:pt x="1325898" y="1440108"/>
                  </a:cubicBezTo>
                  <a:cubicBezTo>
                    <a:pt x="1328152" y="1438309"/>
                    <a:pt x="1331428" y="1438687"/>
                    <a:pt x="1333215" y="1440960"/>
                  </a:cubicBezTo>
                  <a:cubicBezTo>
                    <a:pt x="1334967" y="1443162"/>
                    <a:pt x="1334643" y="1446358"/>
                    <a:pt x="1332479" y="1448181"/>
                  </a:cubicBezTo>
                  <a:cubicBezTo>
                    <a:pt x="1318156" y="1460018"/>
                    <a:pt x="1303266" y="1471263"/>
                    <a:pt x="1288209" y="1481963"/>
                  </a:cubicBezTo>
                  <a:cubicBezTo>
                    <a:pt x="1287378" y="1482555"/>
                    <a:pt x="1286391" y="1482887"/>
                    <a:pt x="1285368" y="1482934"/>
                  </a:cubicBezTo>
                  <a:close/>
                  <a:moveTo>
                    <a:pt x="304540" y="1450359"/>
                  </a:moveTo>
                  <a:cubicBezTo>
                    <a:pt x="303342" y="1450359"/>
                    <a:pt x="302182" y="1449956"/>
                    <a:pt x="301249" y="1449199"/>
                  </a:cubicBezTo>
                  <a:cubicBezTo>
                    <a:pt x="286903" y="1437504"/>
                    <a:pt x="272840" y="1425170"/>
                    <a:pt x="259252" y="1412528"/>
                  </a:cubicBezTo>
                  <a:cubicBezTo>
                    <a:pt x="257048" y="1410681"/>
                    <a:pt x="256759" y="1407391"/>
                    <a:pt x="258608" y="1405189"/>
                  </a:cubicBezTo>
                  <a:cubicBezTo>
                    <a:pt x="260457" y="1402988"/>
                    <a:pt x="263740" y="1402703"/>
                    <a:pt x="265944" y="1404550"/>
                  </a:cubicBezTo>
                  <a:cubicBezTo>
                    <a:pt x="266089" y="1404668"/>
                    <a:pt x="266224" y="1404787"/>
                    <a:pt x="266354" y="1404929"/>
                  </a:cubicBezTo>
                  <a:cubicBezTo>
                    <a:pt x="279706" y="1417405"/>
                    <a:pt x="293650" y="1429573"/>
                    <a:pt x="307807" y="1441102"/>
                  </a:cubicBezTo>
                  <a:cubicBezTo>
                    <a:pt x="310041" y="1442901"/>
                    <a:pt x="310387" y="1446192"/>
                    <a:pt x="308578" y="1448417"/>
                  </a:cubicBezTo>
                  <a:cubicBezTo>
                    <a:pt x="307586" y="1449648"/>
                    <a:pt x="306093" y="1450359"/>
                    <a:pt x="304516" y="1450359"/>
                  </a:cubicBezTo>
                  <a:close/>
                  <a:moveTo>
                    <a:pt x="1370831" y="1412859"/>
                  </a:moveTo>
                  <a:cubicBezTo>
                    <a:pt x="1369384" y="1412859"/>
                    <a:pt x="1367999" y="1412267"/>
                    <a:pt x="1367019" y="1411202"/>
                  </a:cubicBezTo>
                  <a:cubicBezTo>
                    <a:pt x="1365052" y="1409095"/>
                    <a:pt x="1365156" y="1405805"/>
                    <a:pt x="1367256" y="1403840"/>
                  </a:cubicBezTo>
                  <a:cubicBezTo>
                    <a:pt x="1367256" y="1403840"/>
                    <a:pt x="1367256" y="1403840"/>
                    <a:pt x="1367256" y="1403840"/>
                  </a:cubicBezTo>
                  <a:cubicBezTo>
                    <a:pt x="1380584" y="1391364"/>
                    <a:pt x="1393629" y="1378248"/>
                    <a:pt x="1406081" y="1364873"/>
                  </a:cubicBezTo>
                  <a:cubicBezTo>
                    <a:pt x="1408041" y="1362766"/>
                    <a:pt x="1411339" y="1362647"/>
                    <a:pt x="1413443" y="1364612"/>
                  </a:cubicBezTo>
                  <a:cubicBezTo>
                    <a:pt x="1415548" y="1366577"/>
                    <a:pt x="1415664" y="1369868"/>
                    <a:pt x="1413704" y="1371975"/>
                  </a:cubicBezTo>
                  <a:cubicBezTo>
                    <a:pt x="1401110" y="1385516"/>
                    <a:pt x="1387876" y="1398797"/>
                    <a:pt x="1374382" y="1411439"/>
                  </a:cubicBezTo>
                  <a:cubicBezTo>
                    <a:pt x="1373470" y="1412315"/>
                    <a:pt x="1372275" y="1412812"/>
                    <a:pt x="1371020" y="1412859"/>
                  </a:cubicBezTo>
                  <a:close/>
                  <a:moveTo>
                    <a:pt x="223859" y="1374792"/>
                  </a:moveTo>
                  <a:cubicBezTo>
                    <a:pt x="222415" y="1374792"/>
                    <a:pt x="221035" y="1374200"/>
                    <a:pt x="220048" y="1373135"/>
                  </a:cubicBezTo>
                  <a:cubicBezTo>
                    <a:pt x="207430" y="1359617"/>
                    <a:pt x="195096" y="1345507"/>
                    <a:pt x="183401" y="1331161"/>
                  </a:cubicBezTo>
                  <a:cubicBezTo>
                    <a:pt x="181614" y="1328912"/>
                    <a:pt x="181992" y="1325621"/>
                    <a:pt x="184246" y="1323846"/>
                  </a:cubicBezTo>
                  <a:cubicBezTo>
                    <a:pt x="186457" y="1322094"/>
                    <a:pt x="189660" y="1322426"/>
                    <a:pt x="191474" y="1324580"/>
                  </a:cubicBezTo>
                  <a:cubicBezTo>
                    <a:pt x="203026" y="1338784"/>
                    <a:pt x="215147" y="1352681"/>
                    <a:pt x="227647" y="1366033"/>
                  </a:cubicBezTo>
                  <a:cubicBezTo>
                    <a:pt x="229622" y="1368116"/>
                    <a:pt x="229541" y="1371383"/>
                    <a:pt x="227467" y="1373372"/>
                  </a:cubicBezTo>
                  <a:cubicBezTo>
                    <a:pt x="226494" y="1374295"/>
                    <a:pt x="225202" y="1374792"/>
                    <a:pt x="223859" y="1374792"/>
                  </a:cubicBezTo>
                  <a:close/>
                  <a:moveTo>
                    <a:pt x="1446421" y="1331848"/>
                  </a:moveTo>
                  <a:cubicBezTo>
                    <a:pt x="1443545" y="1331848"/>
                    <a:pt x="1441218" y="1329504"/>
                    <a:pt x="1441225" y="1326616"/>
                  </a:cubicBezTo>
                  <a:cubicBezTo>
                    <a:pt x="1441227" y="1325432"/>
                    <a:pt x="1441641" y="1324272"/>
                    <a:pt x="1442397" y="1323349"/>
                  </a:cubicBezTo>
                  <a:cubicBezTo>
                    <a:pt x="1453902" y="1309145"/>
                    <a:pt x="1465076" y="1294396"/>
                    <a:pt x="1475540" y="1279481"/>
                  </a:cubicBezTo>
                  <a:cubicBezTo>
                    <a:pt x="1477195" y="1277138"/>
                    <a:pt x="1480443" y="1276569"/>
                    <a:pt x="1482796" y="1278203"/>
                  </a:cubicBezTo>
                  <a:cubicBezTo>
                    <a:pt x="1485149" y="1279860"/>
                    <a:pt x="1485717" y="1283127"/>
                    <a:pt x="1484062" y="1285471"/>
                  </a:cubicBezTo>
                  <a:cubicBezTo>
                    <a:pt x="1473385" y="1300598"/>
                    <a:pt x="1462070" y="1315536"/>
                    <a:pt x="1450398" y="1329907"/>
                  </a:cubicBezTo>
                  <a:cubicBezTo>
                    <a:pt x="1449432" y="1331114"/>
                    <a:pt x="1447972" y="1331824"/>
                    <a:pt x="1446421" y="1331848"/>
                  </a:cubicBezTo>
                  <a:close/>
                  <a:moveTo>
                    <a:pt x="153951" y="1289022"/>
                  </a:moveTo>
                  <a:cubicBezTo>
                    <a:pt x="152256" y="1289022"/>
                    <a:pt x="150665" y="1288217"/>
                    <a:pt x="149689" y="1286820"/>
                  </a:cubicBezTo>
                  <a:cubicBezTo>
                    <a:pt x="138989" y="1271716"/>
                    <a:pt x="128691" y="1256044"/>
                    <a:pt x="119079" y="1240301"/>
                  </a:cubicBezTo>
                  <a:cubicBezTo>
                    <a:pt x="117711" y="1237768"/>
                    <a:pt x="118653" y="1234620"/>
                    <a:pt x="121184" y="1233246"/>
                  </a:cubicBezTo>
                  <a:cubicBezTo>
                    <a:pt x="123527" y="1231968"/>
                    <a:pt x="126451" y="1232678"/>
                    <a:pt x="127957" y="1234880"/>
                  </a:cubicBezTo>
                  <a:cubicBezTo>
                    <a:pt x="137426" y="1250433"/>
                    <a:pt x="147630" y="1265893"/>
                    <a:pt x="158188" y="1280807"/>
                  </a:cubicBezTo>
                  <a:cubicBezTo>
                    <a:pt x="159850" y="1283127"/>
                    <a:pt x="159308" y="1286370"/>
                    <a:pt x="156976" y="1288027"/>
                  </a:cubicBezTo>
                  <a:cubicBezTo>
                    <a:pt x="156969" y="1288051"/>
                    <a:pt x="156964" y="1288051"/>
                    <a:pt x="156957" y="1288051"/>
                  </a:cubicBezTo>
                  <a:cubicBezTo>
                    <a:pt x="156084" y="1288690"/>
                    <a:pt x="155030" y="1289022"/>
                    <a:pt x="153951" y="1289022"/>
                  </a:cubicBezTo>
                  <a:close/>
                  <a:moveTo>
                    <a:pt x="1510222" y="1241343"/>
                  </a:moveTo>
                  <a:cubicBezTo>
                    <a:pt x="1509270" y="1241343"/>
                    <a:pt x="1508335" y="1241082"/>
                    <a:pt x="1507523" y="1240585"/>
                  </a:cubicBezTo>
                  <a:cubicBezTo>
                    <a:pt x="1505094" y="1239094"/>
                    <a:pt x="1504315" y="1235921"/>
                    <a:pt x="1505771" y="1233483"/>
                  </a:cubicBezTo>
                  <a:cubicBezTo>
                    <a:pt x="1515241" y="1217858"/>
                    <a:pt x="1524355" y="1201713"/>
                    <a:pt x="1532736" y="1185473"/>
                  </a:cubicBezTo>
                  <a:cubicBezTo>
                    <a:pt x="1533886" y="1182845"/>
                    <a:pt x="1536957" y="1181638"/>
                    <a:pt x="1539594" y="1182774"/>
                  </a:cubicBezTo>
                  <a:cubicBezTo>
                    <a:pt x="1542229" y="1183934"/>
                    <a:pt x="1543432" y="1187012"/>
                    <a:pt x="1542281" y="1189639"/>
                  </a:cubicBezTo>
                  <a:cubicBezTo>
                    <a:pt x="1542196" y="1189829"/>
                    <a:pt x="1542099" y="1190018"/>
                    <a:pt x="1541992" y="1190207"/>
                  </a:cubicBezTo>
                  <a:cubicBezTo>
                    <a:pt x="1533493" y="1206637"/>
                    <a:pt x="1524308" y="1222996"/>
                    <a:pt x="1514673" y="1238810"/>
                  </a:cubicBezTo>
                  <a:cubicBezTo>
                    <a:pt x="1513735" y="1240372"/>
                    <a:pt x="1512047" y="1241343"/>
                    <a:pt x="1510222" y="1241343"/>
                  </a:cubicBezTo>
                  <a:close/>
                  <a:moveTo>
                    <a:pt x="96329" y="1194611"/>
                  </a:moveTo>
                  <a:cubicBezTo>
                    <a:pt x="94347" y="1194658"/>
                    <a:pt x="92512" y="1193569"/>
                    <a:pt x="91594" y="1191817"/>
                  </a:cubicBezTo>
                  <a:cubicBezTo>
                    <a:pt x="83071" y="1175411"/>
                    <a:pt x="75022" y="1158532"/>
                    <a:pt x="67612" y="1141581"/>
                  </a:cubicBezTo>
                  <a:cubicBezTo>
                    <a:pt x="66767" y="1138835"/>
                    <a:pt x="68313" y="1135923"/>
                    <a:pt x="71064" y="1135071"/>
                  </a:cubicBezTo>
                  <a:cubicBezTo>
                    <a:pt x="73370" y="1134361"/>
                    <a:pt x="75860" y="1135332"/>
                    <a:pt x="77082" y="1137415"/>
                  </a:cubicBezTo>
                  <a:cubicBezTo>
                    <a:pt x="84373" y="1154129"/>
                    <a:pt x="92351" y="1170819"/>
                    <a:pt x="100756" y="1187130"/>
                  </a:cubicBezTo>
                  <a:cubicBezTo>
                    <a:pt x="102110" y="1189687"/>
                    <a:pt x="101137" y="1192859"/>
                    <a:pt x="98585" y="1194208"/>
                  </a:cubicBezTo>
                  <a:cubicBezTo>
                    <a:pt x="98566" y="1194208"/>
                    <a:pt x="98549" y="1194232"/>
                    <a:pt x="98530" y="1194232"/>
                  </a:cubicBezTo>
                  <a:cubicBezTo>
                    <a:pt x="97832" y="1194516"/>
                    <a:pt x="97082" y="1194634"/>
                    <a:pt x="96329" y="1194611"/>
                  </a:cubicBezTo>
                  <a:close/>
                  <a:moveTo>
                    <a:pt x="1561144" y="1142978"/>
                  </a:moveTo>
                  <a:cubicBezTo>
                    <a:pt x="1558268" y="1142954"/>
                    <a:pt x="1555953" y="1140611"/>
                    <a:pt x="1555974" y="1137723"/>
                  </a:cubicBezTo>
                  <a:cubicBezTo>
                    <a:pt x="1555981" y="1137036"/>
                    <a:pt x="1556128" y="1136326"/>
                    <a:pt x="1556409" y="1135687"/>
                  </a:cubicBezTo>
                  <a:cubicBezTo>
                    <a:pt x="1563701" y="1118902"/>
                    <a:pt x="1570472" y="1101667"/>
                    <a:pt x="1576580" y="1084433"/>
                  </a:cubicBezTo>
                  <a:cubicBezTo>
                    <a:pt x="1577541" y="1081710"/>
                    <a:pt x="1580519" y="1080290"/>
                    <a:pt x="1583232" y="1081261"/>
                  </a:cubicBezTo>
                  <a:cubicBezTo>
                    <a:pt x="1585945" y="1082231"/>
                    <a:pt x="1587365" y="1085191"/>
                    <a:pt x="1586404" y="1087913"/>
                  </a:cubicBezTo>
                  <a:cubicBezTo>
                    <a:pt x="1580225" y="1105360"/>
                    <a:pt x="1573336" y="1122832"/>
                    <a:pt x="1565974" y="1139830"/>
                  </a:cubicBezTo>
                  <a:cubicBezTo>
                    <a:pt x="1565150" y="1141771"/>
                    <a:pt x="1563244" y="1143002"/>
                    <a:pt x="1561144" y="1142978"/>
                  </a:cubicBezTo>
                  <a:close/>
                  <a:moveTo>
                    <a:pt x="52106" y="1093263"/>
                  </a:moveTo>
                  <a:cubicBezTo>
                    <a:pt x="49907" y="1093263"/>
                    <a:pt x="47944" y="1091866"/>
                    <a:pt x="47206" y="1089807"/>
                  </a:cubicBezTo>
                  <a:cubicBezTo>
                    <a:pt x="40979" y="1072383"/>
                    <a:pt x="35369" y="1054509"/>
                    <a:pt x="30302" y="1036706"/>
                  </a:cubicBezTo>
                  <a:cubicBezTo>
                    <a:pt x="29666" y="1033913"/>
                    <a:pt x="31425" y="1031119"/>
                    <a:pt x="34230" y="1030480"/>
                  </a:cubicBezTo>
                  <a:cubicBezTo>
                    <a:pt x="36834" y="1029889"/>
                    <a:pt x="39462" y="1031356"/>
                    <a:pt x="40316" y="1033889"/>
                  </a:cubicBezTo>
                  <a:cubicBezTo>
                    <a:pt x="45264" y="1051455"/>
                    <a:pt x="50875" y="1069092"/>
                    <a:pt x="57007" y="1086303"/>
                  </a:cubicBezTo>
                  <a:cubicBezTo>
                    <a:pt x="57979" y="1089002"/>
                    <a:pt x="56587" y="1091961"/>
                    <a:pt x="53896" y="1092932"/>
                  </a:cubicBezTo>
                  <a:cubicBezTo>
                    <a:pt x="53882" y="1092955"/>
                    <a:pt x="53870" y="1092955"/>
                    <a:pt x="53858" y="1092955"/>
                  </a:cubicBezTo>
                  <a:cubicBezTo>
                    <a:pt x="53299" y="1093169"/>
                    <a:pt x="52707" y="1093311"/>
                    <a:pt x="52106" y="1093311"/>
                  </a:cubicBezTo>
                  <a:close/>
                  <a:moveTo>
                    <a:pt x="1598123" y="1038624"/>
                  </a:moveTo>
                  <a:cubicBezTo>
                    <a:pt x="1597642" y="1038624"/>
                    <a:pt x="1597166" y="1038553"/>
                    <a:pt x="1596702" y="1038435"/>
                  </a:cubicBezTo>
                  <a:cubicBezTo>
                    <a:pt x="1593940" y="1037653"/>
                    <a:pt x="1592323" y="1034789"/>
                    <a:pt x="1593080" y="1032019"/>
                  </a:cubicBezTo>
                  <a:cubicBezTo>
                    <a:pt x="1597981" y="1014430"/>
                    <a:pt x="1602337" y="996508"/>
                    <a:pt x="1606006" y="978540"/>
                  </a:cubicBezTo>
                  <a:cubicBezTo>
                    <a:pt x="1606588" y="975723"/>
                    <a:pt x="1609344" y="973900"/>
                    <a:pt x="1612161" y="974492"/>
                  </a:cubicBezTo>
                  <a:cubicBezTo>
                    <a:pt x="1614978" y="975084"/>
                    <a:pt x="1616792" y="977830"/>
                    <a:pt x="1616209" y="980647"/>
                  </a:cubicBezTo>
                  <a:cubicBezTo>
                    <a:pt x="1612493" y="998758"/>
                    <a:pt x="1608089" y="1016986"/>
                    <a:pt x="1603118" y="1034813"/>
                  </a:cubicBezTo>
                  <a:cubicBezTo>
                    <a:pt x="1602493" y="1037062"/>
                    <a:pt x="1600452" y="1038624"/>
                    <a:pt x="1598123" y="1038624"/>
                  </a:cubicBezTo>
                  <a:close/>
                  <a:moveTo>
                    <a:pt x="22159" y="986802"/>
                  </a:moveTo>
                  <a:cubicBezTo>
                    <a:pt x="19697" y="986802"/>
                    <a:pt x="17573" y="985074"/>
                    <a:pt x="17069" y="982659"/>
                  </a:cubicBezTo>
                  <a:cubicBezTo>
                    <a:pt x="13305" y="964549"/>
                    <a:pt x="10132" y="946083"/>
                    <a:pt x="7599" y="927760"/>
                  </a:cubicBezTo>
                  <a:cubicBezTo>
                    <a:pt x="7206" y="924919"/>
                    <a:pt x="9200" y="922291"/>
                    <a:pt x="12050" y="921889"/>
                  </a:cubicBezTo>
                  <a:cubicBezTo>
                    <a:pt x="14900" y="921486"/>
                    <a:pt x="17528" y="923498"/>
                    <a:pt x="17921" y="926339"/>
                  </a:cubicBezTo>
                  <a:cubicBezTo>
                    <a:pt x="20407" y="944426"/>
                    <a:pt x="23555" y="962679"/>
                    <a:pt x="27272" y="980529"/>
                  </a:cubicBezTo>
                  <a:cubicBezTo>
                    <a:pt x="27864" y="983322"/>
                    <a:pt x="26074" y="986092"/>
                    <a:pt x="23274" y="986684"/>
                  </a:cubicBezTo>
                  <a:cubicBezTo>
                    <a:pt x="23257" y="986684"/>
                    <a:pt x="23241" y="986684"/>
                    <a:pt x="23224" y="986684"/>
                  </a:cubicBezTo>
                  <a:cubicBezTo>
                    <a:pt x="22874" y="986755"/>
                    <a:pt x="22516" y="986802"/>
                    <a:pt x="22159" y="986778"/>
                  </a:cubicBezTo>
                  <a:close/>
                  <a:moveTo>
                    <a:pt x="1620376" y="930222"/>
                  </a:moveTo>
                  <a:cubicBezTo>
                    <a:pt x="1620149" y="930245"/>
                    <a:pt x="1619917" y="930245"/>
                    <a:pt x="1619689" y="930222"/>
                  </a:cubicBezTo>
                  <a:cubicBezTo>
                    <a:pt x="1616839" y="929843"/>
                    <a:pt x="1614836" y="927215"/>
                    <a:pt x="1615215" y="924374"/>
                  </a:cubicBezTo>
                  <a:cubicBezTo>
                    <a:pt x="1617583" y="906311"/>
                    <a:pt x="1619500" y="887893"/>
                    <a:pt x="1620684" y="869641"/>
                  </a:cubicBezTo>
                  <a:cubicBezTo>
                    <a:pt x="1620873" y="866776"/>
                    <a:pt x="1623359" y="864574"/>
                    <a:pt x="1626235" y="864764"/>
                  </a:cubicBezTo>
                  <a:cubicBezTo>
                    <a:pt x="1629112" y="864977"/>
                    <a:pt x="1631290" y="867439"/>
                    <a:pt x="1631100" y="870327"/>
                  </a:cubicBezTo>
                  <a:cubicBezTo>
                    <a:pt x="1629869" y="888816"/>
                    <a:pt x="1627999" y="907448"/>
                    <a:pt x="1625537" y="925771"/>
                  </a:cubicBezTo>
                  <a:cubicBezTo>
                    <a:pt x="1625151" y="928328"/>
                    <a:pt x="1622954" y="930198"/>
                    <a:pt x="1620376" y="930198"/>
                  </a:cubicBezTo>
                  <a:close/>
                  <a:moveTo>
                    <a:pt x="7102" y="877169"/>
                  </a:moveTo>
                  <a:cubicBezTo>
                    <a:pt x="4410" y="877169"/>
                    <a:pt x="2161" y="875109"/>
                    <a:pt x="1918" y="872434"/>
                  </a:cubicBezTo>
                  <a:cubicBezTo>
                    <a:pt x="663" y="854016"/>
                    <a:pt x="0" y="835290"/>
                    <a:pt x="0" y="816730"/>
                  </a:cubicBezTo>
                  <a:cubicBezTo>
                    <a:pt x="0" y="813841"/>
                    <a:pt x="2332" y="811522"/>
                    <a:pt x="5208" y="811522"/>
                  </a:cubicBezTo>
                  <a:lnTo>
                    <a:pt x="5208" y="811522"/>
                  </a:lnTo>
                  <a:cubicBezTo>
                    <a:pt x="8085" y="811522"/>
                    <a:pt x="10417" y="813841"/>
                    <a:pt x="10417" y="816730"/>
                  </a:cubicBezTo>
                  <a:cubicBezTo>
                    <a:pt x="10417" y="835030"/>
                    <a:pt x="11056" y="853542"/>
                    <a:pt x="12310" y="871724"/>
                  </a:cubicBezTo>
                  <a:cubicBezTo>
                    <a:pt x="12500" y="874588"/>
                    <a:pt x="10327" y="877074"/>
                    <a:pt x="7457" y="877264"/>
                  </a:cubicBezTo>
                  <a:close/>
                  <a:moveTo>
                    <a:pt x="1627644" y="819784"/>
                  </a:moveTo>
                  <a:cubicBezTo>
                    <a:pt x="1624777" y="819784"/>
                    <a:pt x="1622448" y="817464"/>
                    <a:pt x="1622436" y="814599"/>
                  </a:cubicBezTo>
                  <a:cubicBezTo>
                    <a:pt x="1622436" y="796299"/>
                    <a:pt x="1621749" y="777810"/>
                    <a:pt x="1620494" y="759605"/>
                  </a:cubicBezTo>
                  <a:cubicBezTo>
                    <a:pt x="1620291" y="756773"/>
                    <a:pt x="1622400" y="754304"/>
                    <a:pt x="1625229" y="754065"/>
                  </a:cubicBezTo>
                  <a:cubicBezTo>
                    <a:pt x="1628056" y="753885"/>
                    <a:pt x="1630518" y="755980"/>
                    <a:pt x="1630792" y="758800"/>
                  </a:cubicBezTo>
                  <a:cubicBezTo>
                    <a:pt x="1632071" y="777218"/>
                    <a:pt x="1632734" y="795944"/>
                    <a:pt x="1632781" y="814481"/>
                  </a:cubicBezTo>
                  <a:cubicBezTo>
                    <a:pt x="1632781" y="817369"/>
                    <a:pt x="1630449" y="819689"/>
                    <a:pt x="1627573" y="819689"/>
                  </a:cubicBezTo>
                  <a:close/>
                  <a:moveTo>
                    <a:pt x="7055" y="766494"/>
                  </a:moveTo>
                  <a:lnTo>
                    <a:pt x="6700" y="766494"/>
                  </a:lnTo>
                  <a:cubicBezTo>
                    <a:pt x="3830" y="766304"/>
                    <a:pt x="1655" y="763826"/>
                    <a:pt x="1844" y="760954"/>
                  </a:cubicBezTo>
                  <a:cubicBezTo>
                    <a:pt x="1847" y="760947"/>
                    <a:pt x="1847" y="760938"/>
                    <a:pt x="1847" y="760931"/>
                  </a:cubicBezTo>
                  <a:cubicBezTo>
                    <a:pt x="3078" y="742465"/>
                    <a:pt x="4972" y="723810"/>
                    <a:pt x="7457" y="705510"/>
                  </a:cubicBezTo>
                  <a:cubicBezTo>
                    <a:pt x="7862" y="702667"/>
                    <a:pt x="10480" y="700681"/>
                    <a:pt x="13328" y="701060"/>
                  </a:cubicBezTo>
                  <a:cubicBezTo>
                    <a:pt x="16167" y="701438"/>
                    <a:pt x="18160" y="704045"/>
                    <a:pt x="17781" y="706883"/>
                  </a:cubicBezTo>
                  <a:cubicBezTo>
                    <a:pt x="17781" y="706890"/>
                    <a:pt x="17779" y="706900"/>
                    <a:pt x="17779" y="706907"/>
                  </a:cubicBezTo>
                  <a:cubicBezTo>
                    <a:pt x="15412" y="724994"/>
                    <a:pt x="13447" y="743388"/>
                    <a:pt x="12239" y="761641"/>
                  </a:cubicBezTo>
                  <a:cubicBezTo>
                    <a:pt x="12052" y="764368"/>
                    <a:pt x="9789" y="766487"/>
                    <a:pt x="7055" y="766494"/>
                  </a:cubicBezTo>
                  <a:close/>
                  <a:moveTo>
                    <a:pt x="1619950" y="709393"/>
                  </a:moveTo>
                  <a:cubicBezTo>
                    <a:pt x="1617353" y="709393"/>
                    <a:pt x="1615156" y="707468"/>
                    <a:pt x="1614813" y="704895"/>
                  </a:cubicBezTo>
                  <a:cubicBezTo>
                    <a:pt x="1612303" y="686808"/>
                    <a:pt x="1609131" y="668579"/>
                    <a:pt x="1605343" y="650729"/>
                  </a:cubicBezTo>
                  <a:cubicBezTo>
                    <a:pt x="1604749" y="647912"/>
                    <a:pt x="1606551" y="645145"/>
                    <a:pt x="1609368" y="644550"/>
                  </a:cubicBezTo>
                  <a:cubicBezTo>
                    <a:pt x="1612185" y="643956"/>
                    <a:pt x="1614952" y="645758"/>
                    <a:pt x="1615547" y="648575"/>
                  </a:cubicBezTo>
                  <a:cubicBezTo>
                    <a:pt x="1619334" y="666685"/>
                    <a:pt x="1622649" y="685151"/>
                    <a:pt x="1625016" y="703474"/>
                  </a:cubicBezTo>
                  <a:cubicBezTo>
                    <a:pt x="1625395" y="706322"/>
                    <a:pt x="1623409" y="708941"/>
                    <a:pt x="1620566" y="709345"/>
                  </a:cubicBezTo>
                  <a:cubicBezTo>
                    <a:pt x="1620362" y="709379"/>
                    <a:pt x="1620156" y="709395"/>
                    <a:pt x="1619950" y="709393"/>
                  </a:cubicBezTo>
                  <a:close/>
                  <a:moveTo>
                    <a:pt x="21969" y="656861"/>
                  </a:moveTo>
                  <a:cubicBezTo>
                    <a:pt x="21614" y="656896"/>
                    <a:pt x="21259" y="656896"/>
                    <a:pt x="20904" y="656861"/>
                  </a:cubicBezTo>
                  <a:cubicBezTo>
                    <a:pt x="18087" y="656281"/>
                    <a:pt x="16273" y="653525"/>
                    <a:pt x="16856" y="650708"/>
                  </a:cubicBezTo>
                  <a:cubicBezTo>
                    <a:pt x="16856" y="650708"/>
                    <a:pt x="16856" y="650705"/>
                    <a:pt x="16856" y="650705"/>
                  </a:cubicBezTo>
                  <a:cubicBezTo>
                    <a:pt x="20596" y="632595"/>
                    <a:pt x="25023" y="614366"/>
                    <a:pt x="30018" y="596564"/>
                  </a:cubicBezTo>
                  <a:cubicBezTo>
                    <a:pt x="30655" y="593758"/>
                    <a:pt x="33444" y="591999"/>
                    <a:pt x="36249" y="592636"/>
                  </a:cubicBezTo>
                  <a:cubicBezTo>
                    <a:pt x="39055" y="593271"/>
                    <a:pt x="40814" y="596062"/>
                    <a:pt x="40177" y="598867"/>
                  </a:cubicBezTo>
                  <a:cubicBezTo>
                    <a:pt x="40139" y="599040"/>
                    <a:pt x="40089" y="599213"/>
                    <a:pt x="40032" y="599381"/>
                  </a:cubicBezTo>
                  <a:cubicBezTo>
                    <a:pt x="35132" y="616947"/>
                    <a:pt x="30752" y="634891"/>
                    <a:pt x="27059" y="652812"/>
                  </a:cubicBezTo>
                  <a:cubicBezTo>
                    <a:pt x="26517" y="655184"/>
                    <a:pt x="24403" y="656865"/>
                    <a:pt x="21969" y="656861"/>
                  </a:cubicBezTo>
                  <a:close/>
                  <a:moveTo>
                    <a:pt x="1597294" y="601109"/>
                  </a:moveTo>
                  <a:cubicBezTo>
                    <a:pt x="1594958" y="601102"/>
                    <a:pt x="1592910" y="599546"/>
                    <a:pt x="1592275" y="597297"/>
                  </a:cubicBezTo>
                  <a:cubicBezTo>
                    <a:pt x="1587304" y="579731"/>
                    <a:pt x="1581669" y="562118"/>
                    <a:pt x="1575514" y="544907"/>
                  </a:cubicBezTo>
                  <a:cubicBezTo>
                    <a:pt x="1574440" y="542239"/>
                    <a:pt x="1575732" y="539204"/>
                    <a:pt x="1578400" y="538132"/>
                  </a:cubicBezTo>
                  <a:cubicBezTo>
                    <a:pt x="1581068" y="537057"/>
                    <a:pt x="1584103" y="538350"/>
                    <a:pt x="1585178" y="541018"/>
                  </a:cubicBezTo>
                  <a:cubicBezTo>
                    <a:pt x="1585228" y="541146"/>
                    <a:pt x="1585275" y="541273"/>
                    <a:pt x="1585315" y="541404"/>
                  </a:cubicBezTo>
                  <a:cubicBezTo>
                    <a:pt x="1591565" y="558828"/>
                    <a:pt x="1597152" y="576678"/>
                    <a:pt x="1602289" y="594480"/>
                  </a:cubicBezTo>
                  <a:cubicBezTo>
                    <a:pt x="1603073" y="597233"/>
                    <a:pt x="1601477" y="600103"/>
                    <a:pt x="1598724" y="600886"/>
                  </a:cubicBezTo>
                  <a:cubicBezTo>
                    <a:pt x="1598712" y="600889"/>
                    <a:pt x="1598703" y="600893"/>
                    <a:pt x="1598691" y="600896"/>
                  </a:cubicBezTo>
                  <a:cubicBezTo>
                    <a:pt x="1598239" y="601035"/>
                    <a:pt x="1597768" y="601107"/>
                    <a:pt x="1597294" y="601109"/>
                  </a:cubicBezTo>
                  <a:close/>
                  <a:moveTo>
                    <a:pt x="51775" y="550281"/>
                  </a:moveTo>
                  <a:cubicBezTo>
                    <a:pt x="51178" y="550284"/>
                    <a:pt x="50584" y="550179"/>
                    <a:pt x="50023" y="549974"/>
                  </a:cubicBezTo>
                  <a:cubicBezTo>
                    <a:pt x="47319" y="549027"/>
                    <a:pt x="45896" y="546070"/>
                    <a:pt x="46843" y="543366"/>
                  </a:cubicBezTo>
                  <a:cubicBezTo>
                    <a:pt x="46846" y="543359"/>
                    <a:pt x="46848" y="543352"/>
                    <a:pt x="46850" y="543345"/>
                  </a:cubicBezTo>
                  <a:cubicBezTo>
                    <a:pt x="53053" y="525897"/>
                    <a:pt x="59942" y="508426"/>
                    <a:pt x="67352" y="491428"/>
                  </a:cubicBezTo>
                  <a:cubicBezTo>
                    <a:pt x="68197" y="488677"/>
                    <a:pt x="71109" y="487134"/>
                    <a:pt x="73860" y="487977"/>
                  </a:cubicBezTo>
                  <a:cubicBezTo>
                    <a:pt x="76608" y="488822"/>
                    <a:pt x="78154" y="491736"/>
                    <a:pt x="77309" y="494484"/>
                  </a:cubicBezTo>
                  <a:cubicBezTo>
                    <a:pt x="77191" y="494873"/>
                    <a:pt x="77027" y="495244"/>
                    <a:pt x="76821" y="495595"/>
                  </a:cubicBezTo>
                  <a:cubicBezTo>
                    <a:pt x="69530" y="512356"/>
                    <a:pt x="62617" y="529590"/>
                    <a:pt x="56604" y="546825"/>
                  </a:cubicBezTo>
                  <a:cubicBezTo>
                    <a:pt x="55873" y="548873"/>
                    <a:pt x="53948" y="550250"/>
                    <a:pt x="51775" y="550281"/>
                  </a:cubicBezTo>
                  <a:close/>
                  <a:moveTo>
                    <a:pt x="1559984" y="496992"/>
                  </a:moveTo>
                  <a:cubicBezTo>
                    <a:pt x="1557925" y="496982"/>
                    <a:pt x="1556066" y="495756"/>
                    <a:pt x="1555249" y="493867"/>
                  </a:cubicBezTo>
                  <a:cubicBezTo>
                    <a:pt x="1547934" y="477295"/>
                    <a:pt x="1539933" y="460510"/>
                    <a:pt x="1531576" y="444317"/>
                  </a:cubicBezTo>
                  <a:cubicBezTo>
                    <a:pt x="1530494" y="441652"/>
                    <a:pt x="1531777" y="438614"/>
                    <a:pt x="1534443" y="437532"/>
                  </a:cubicBezTo>
                  <a:cubicBezTo>
                    <a:pt x="1536782" y="436583"/>
                    <a:pt x="1539464" y="437447"/>
                    <a:pt x="1540809" y="439583"/>
                  </a:cubicBezTo>
                  <a:cubicBezTo>
                    <a:pt x="1549378" y="455989"/>
                    <a:pt x="1557380" y="472868"/>
                    <a:pt x="1564885" y="489795"/>
                  </a:cubicBezTo>
                  <a:cubicBezTo>
                    <a:pt x="1566033" y="492418"/>
                    <a:pt x="1564837" y="495474"/>
                    <a:pt x="1562214" y="496625"/>
                  </a:cubicBezTo>
                  <a:cubicBezTo>
                    <a:pt x="1562205" y="496627"/>
                    <a:pt x="1562195" y="496632"/>
                    <a:pt x="1562186" y="496636"/>
                  </a:cubicBezTo>
                  <a:cubicBezTo>
                    <a:pt x="1561490" y="496920"/>
                    <a:pt x="1560735" y="497044"/>
                    <a:pt x="1559984" y="496992"/>
                  </a:cubicBezTo>
                  <a:close/>
                  <a:moveTo>
                    <a:pt x="95950" y="448697"/>
                  </a:moveTo>
                  <a:cubicBezTo>
                    <a:pt x="95124" y="448695"/>
                    <a:pt x="94312" y="448491"/>
                    <a:pt x="93582" y="448105"/>
                  </a:cubicBezTo>
                  <a:cubicBezTo>
                    <a:pt x="91019" y="446798"/>
                    <a:pt x="90001" y="443664"/>
                    <a:pt x="91307" y="441100"/>
                  </a:cubicBezTo>
                  <a:cubicBezTo>
                    <a:pt x="91324" y="441067"/>
                    <a:pt x="91341" y="441036"/>
                    <a:pt x="91357" y="441003"/>
                  </a:cubicBezTo>
                  <a:cubicBezTo>
                    <a:pt x="99880" y="424597"/>
                    <a:pt x="109089" y="408238"/>
                    <a:pt x="118748" y="392424"/>
                  </a:cubicBezTo>
                  <a:cubicBezTo>
                    <a:pt x="120374" y="390052"/>
                    <a:pt x="123615" y="389446"/>
                    <a:pt x="125987" y="391073"/>
                  </a:cubicBezTo>
                  <a:cubicBezTo>
                    <a:pt x="128186" y="392578"/>
                    <a:pt x="128892" y="395502"/>
                    <a:pt x="127625" y="397846"/>
                  </a:cubicBezTo>
                  <a:cubicBezTo>
                    <a:pt x="118156" y="413470"/>
                    <a:pt x="109018" y="429592"/>
                    <a:pt x="100614" y="445809"/>
                  </a:cubicBezTo>
                  <a:cubicBezTo>
                    <a:pt x="99733" y="447580"/>
                    <a:pt x="97927" y="448697"/>
                    <a:pt x="95950" y="448697"/>
                  </a:cubicBezTo>
                  <a:close/>
                  <a:moveTo>
                    <a:pt x="1508825" y="398982"/>
                  </a:moveTo>
                  <a:cubicBezTo>
                    <a:pt x="1507007" y="398975"/>
                    <a:pt x="1505321" y="398026"/>
                    <a:pt x="1504375" y="396473"/>
                  </a:cubicBezTo>
                  <a:cubicBezTo>
                    <a:pt x="1494905" y="380919"/>
                    <a:pt x="1484654" y="365484"/>
                    <a:pt x="1474096" y="350593"/>
                  </a:cubicBezTo>
                  <a:cubicBezTo>
                    <a:pt x="1472320" y="348330"/>
                    <a:pt x="1472718" y="345056"/>
                    <a:pt x="1474981" y="343280"/>
                  </a:cubicBezTo>
                  <a:cubicBezTo>
                    <a:pt x="1477244" y="341504"/>
                    <a:pt x="1480518" y="341902"/>
                    <a:pt x="1482292" y="344165"/>
                  </a:cubicBezTo>
                  <a:cubicBezTo>
                    <a:pt x="1482391" y="344291"/>
                    <a:pt x="1482483" y="344421"/>
                    <a:pt x="1482571" y="344556"/>
                  </a:cubicBezTo>
                  <a:cubicBezTo>
                    <a:pt x="1493295" y="359636"/>
                    <a:pt x="1503617" y="375332"/>
                    <a:pt x="1513347" y="391051"/>
                  </a:cubicBezTo>
                  <a:cubicBezTo>
                    <a:pt x="1514850" y="393504"/>
                    <a:pt x="1514081" y="396709"/>
                    <a:pt x="1511631" y="398215"/>
                  </a:cubicBezTo>
                  <a:cubicBezTo>
                    <a:pt x="1510814" y="398715"/>
                    <a:pt x="1509876" y="398980"/>
                    <a:pt x="1508920" y="398982"/>
                  </a:cubicBezTo>
                  <a:close/>
                  <a:moveTo>
                    <a:pt x="153572" y="354120"/>
                  </a:moveTo>
                  <a:cubicBezTo>
                    <a:pt x="150710" y="354137"/>
                    <a:pt x="148373" y="351831"/>
                    <a:pt x="148357" y="348966"/>
                  </a:cubicBezTo>
                  <a:cubicBezTo>
                    <a:pt x="148349" y="347868"/>
                    <a:pt x="148693" y="346796"/>
                    <a:pt x="149334" y="345905"/>
                  </a:cubicBezTo>
                  <a:cubicBezTo>
                    <a:pt x="160011" y="330802"/>
                    <a:pt x="171351" y="315863"/>
                    <a:pt x="183022" y="301517"/>
                  </a:cubicBezTo>
                  <a:cubicBezTo>
                    <a:pt x="184833" y="299282"/>
                    <a:pt x="188114" y="298937"/>
                    <a:pt x="190349" y="300748"/>
                  </a:cubicBezTo>
                  <a:cubicBezTo>
                    <a:pt x="192584" y="302559"/>
                    <a:pt x="192930" y="305840"/>
                    <a:pt x="191119" y="308075"/>
                  </a:cubicBezTo>
                  <a:cubicBezTo>
                    <a:pt x="179566" y="322279"/>
                    <a:pt x="168368" y="337004"/>
                    <a:pt x="157833" y="351919"/>
                  </a:cubicBezTo>
                  <a:cubicBezTo>
                    <a:pt x="156858" y="353306"/>
                    <a:pt x="155267" y="354127"/>
                    <a:pt x="153572" y="354120"/>
                  </a:cubicBezTo>
                  <a:close/>
                  <a:moveTo>
                    <a:pt x="1444788" y="308761"/>
                  </a:moveTo>
                  <a:cubicBezTo>
                    <a:pt x="1443218" y="308768"/>
                    <a:pt x="1441729" y="308063"/>
                    <a:pt x="1440739" y="306844"/>
                  </a:cubicBezTo>
                  <a:cubicBezTo>
                    <a:pt x="1429187" y="292639"/>
                    <a:pt x="1417066" y="278790"/>
                    <a:pt x="1404519" y="265462"/>
                  </a:cubicBezTo>
                  <a:cubicBezTo>
                    <a:pt x="1402670" y="263258"/>
                    <a:pt x="1402958" y="259972"/>
                    <a:pt x="1405162" y="258125"/>
                  </a:cubicBezTo>
                  <a:cubicBezTo>
                    <a:pt x="1407201" y="256416"/>
                    <a:pt x="1410200" y="256516"/>
                    <a:pt x="1412118" y="258360"/>
                  </a:cubicBezTo>
                  <a:cubicBezTo>
                    <a:pt x="1424760" y="271854"/>
                    <a:pt x="1437117" y="285963"/>
                    <a:pt x="1448812" y="300286"/>
                  </a:cubicBezTo>
                  <a:cubicBezTo>
                    <a:pt x="1450630" y="302497"/>
                    <a:pt x="1450311" y="305764"/>
                    <a:pt x="1448100" y="307582"/>
                  </a:cubicBezTo>
                  <a:cubicBezTo>
                    <a:pt x="1448093" y="307589"/>
                    <a:pt x="1448085" y="307594"/>
                    <a:pt x="1448078" y="307601"/>
                  </a:cubicBezTo>
                  <a:cubicBezTo>
                    <a:pt x="1447150" y="308361"/>
                    <a:pt x="1445986" y="308773"/>
                    <a:pt x="1444788" y="308761"/>
                  </a:cubicBezTo>
                  <a:close/>
                  <a:moveTo>
                    <a:pt x="223457" y="268255"/>
                  </a:moveTo>
                  <a:cubicBezTo>
                    <a:pt x="220581" y="268255"/>
                    <a:pt x="218249" y="265926"/>
                    <a:pt x="218246" y="263050"/>
                  </a:cubicBezTo>
                  <a:cubicBezTo>
                    <a:pt x="218246" y="261731"/>
                    <a:pt x="218746" y="260460"/>
                    <a:pt x="219645" y="259496"/>
                  </a:cubicBezTo>
                  <a:cubicBezTo>
                    <a:pt x="232287" y="245978"/>
                    <a:pt x="245521" y="232721"/>
                    <a:pt x="259039" y="220079"/>
                  </a:cubicBezTo>
                  <a:cubicBezTo>
                    <a:pt x="261032" y="218005"/>
                    <a:pt x="264330" y="217939"/>
                    <a:pt x="266404" y="219932"/>
                  </a:cubicBezTo>
                  <a:cubicBezTo>
                    <a:pt x="268477" y="221926"/>
                    <a:pt x="268544" y="225221"/>
                    <a:pt x="266550" y="227297"/>
                  </a:cubicBezTo>
                  <a:cubicBezTo>
                    <a:pt x="266420" y="227430"/>
                    <a:pt x="266283" y="227558"/>
                    <a:pt x="266141" y="227679"/>
                  </a:cubicBezTo>
                  <a:cubicBezTo>
                    <a:pt x="252812" y="240155"/>
                    <a:pt x="239744" y="253246"/>
                    <a:pt x="227268" y="266598"/>
                  </a:cubicBezTo>
                  <a:cubicBezTo>
                    <a:pt x="226288" y="267664"/>
                    <a:pt x="224903" y="268265"/>
                    <a:pt x="223457" y="268255"/>
                  </a:cubicBezTo>
                  <a:close/>
                  <a:moveTo>
                    <a:pt x="1369102" y="228010"/>
                  </a:moveTo>
                  <a:cubicBezTo>
                    <a:pt x="1367793" y="228005"/>
                    <a:pt x="1366534" y="227506"/>
                    <a:pt x="1365575" y="226613"/>
                  </a:cubicBezTo>
                  <a:cubicBezTo>
                    <a:pt x="1352199" y="214137"/>
                    <a:pt x="1338232" y="201992"/>
                    <a:pt x="1324075" y="190463"/>
                  </a:cubicBezTo>
                  <a:cubicBezTo>
                    <a:pt x="1321947" y="188529"/>
                    <a:pt x="1321788" y="185236"/>
                    <a:pt x="1323722" y="183106"/>
                  </a:cubicBezTo>
                  <a:cubicBezTo>
                    <a:pt x="1325507" y="181141"/>
                    <a:pt x="1328483" y="180833"/>
                    <a:pt x="1330633" y="182391"/>
                  </a:cubicBezTo>
                  <a:cubicBezTo>
                    <a:pt x="1345003" y="194062"/>
                    <a:pt x="1359041" y="206372"/>
                    <a:pt x="1372677" y="218990"/>
                  </a:cubicBezTo>
                  <a:cubicBezTo>
                    <a:pt x="1374782" y="220950"/>
                    <a:pt x="1374900" y="224246"/>
                    <a:pt x="1372940" y="226350"/>
                  </a:cubicBezTo>
                  <a:cubicBezTo>
                    <a:pt x="1371948" y="227416"/>
                    <a:pt x="1370556" y="228017"/>
                    <a:pt x="1369102" y="228010"/>
                  </a:cubicBezTo>
                  <a:close/>
                  <a:moveTo>
                    <a:pt x="304279" y="192641"/>
                  </a:moveTo>
                  <a:cubicBezTo>
                    <a:pt x="302712" y="192639"/>
                    <a:pt x="301228" y="191936"/>
                    <a:pt x="300231" y="190724"/>
                  </a:cubicBezTo>
                  <a:cubicBezTo>
                    <a:pt x="298418" y="188524"/>
                    <a:pt x="298728" y="185272"/>
                    <a:pt x="300927" y="183458"/>
                  </a:cubicBezTo>
                  <a:cubicBezTo>
                    <a:pt x="300948" y="183442"/>
                    <a:pt x="300967" y="183425"/>
                    <a:pt x="300989" y="183409"/>
                  </a:cubicBezTo>
                  <a:cubicBezTo>
                    <a:pt x="315311" y="171572"/>
                    <a:pt x="330226" y="160350"/>
                    <a:pt x="345306" y="149650"/>
                  </a:cubicBezTo>
                  <a:cubicBezTo>
                    <a:pt x="347600" y="147912"/>
                    <a:pt x="350864" y="148364"/>
                    <a:pt x="352602" y="150658"/>
                  </a:cubicBezTo>
                  <a:cubicBezTo>
                    <a:pt x="354340" y="152950"/>
                    <a:pt x="353888" y="156217"/>
                    <a:pt x="351594" y="157954"/>
                  </a:cubicBezTo>
                  <a:cubicBezTo>
                    <a:pt x="351504" y="158021"/>
                    <a:pt x="351414" y="158087"/>
                    <a:pt x="351319" y="158149"/>
                  </a:cubicBezTo>
                  <a:cubicBezTo>
                    <a:pt x="336452" y="168707"/>
                    <a:pt x="321727" y="179929"/>
                    <a:pt x="307570" y="191458"/>
                  </a:cubicBezTo>
                  <a:cubicBezTo>
                    <a:pt x="306647" y="192227"/>
                    <a:pt x="305482" y="192646"/>
                    <a:pt x="304279" y="192641"/>
                  </a:cubicBezTo>
                  <a:close/>
                  <a:moveTo>
                    <a:pt x="1283214" y="158172"/>
                  </a:moveTo>
                  <a:cubicBezTo>
                    <a:pt x="1282139" y="158172"/>
                    <a:pt x="1281088" y="157841"/>
                    <a:pt x="1280207" y="157225"/>
                  </a:cubicBezTo>
                  <a:cubicBezTo>
                    <a:pt x="1265269" y="146667"/>
                    <a:pt x="1249787" y="136511"/>
                    <a:pt x="1234186" y="127018"/>
                  </a:cubicBezTo>
                  <a:cubicBezTo>
                    <a:pt x="1231728" y="125521"/>
                    <a:pt x="1230949" y="122314"/>
                    <a:pt x="1232446" y="119856"/>
                  </a:cubicBezTo>
                  <a:cubicBezTo>
                    <a:pt x="1233942" y="117399"/>
                    <a:pt x="1237150" y="116620"/>
                    <a:pt x="1239607" y="118116"/>
                  </a:cubicBezTo>
                  <a:cubicBezTo>
                    <a:pt x="1255397" y="127728"/>
                    <a:pt x="1271093" y="138026"/>
                    <a:pt x="1286221" y="148703"/>
                  </a:cubicBezTo>
                  <a:cubicBezTo>
                    <a:pt x="1288574" y="150358"/>
                    <a:pt x="1289142" y="153606"/>
                    <a:pt x="1287487" y="155959"/>
                  </a:cubicBezTo>
                  <a:cubicBezTo>
                    <a:pt x="1286509" y="157351"/>
                    <a:pt x="1284914" y="158177"/>
                    <a:pt x="1283214" y="158172"/>
                  </a:cubicBezTo>
                  <a:close/>
                  <a:moveTo>
                    <a:pt x="394524" y="128651"/>
                  </a:moveTo>
                  <a:cubicBezTo>
                    <a:pt x="391647" y="128639"/>
                    <a:pt x="389325" y="126298"/>
                    <a:pt x="389337" y="123422"/>
                  </a:cubicBezTo>
                  <a:cubicBezTo>
                    <a:pt x="389344" y="121627"/>
                    <a:pt x="390274" y="119960"/>
                    <a:pt x="391801" y="119016"/>
                  </a:cubicBezTo>
                  <a:cubicBezTo>
                    <a:pt x="407592" y="109357"/>
                    <a:pt x="423879" y="100077"/>
                    <a:pt x="440261" y="91602"/>
                  </a:cubicBezTo>
                  <a:cubicBezTo>
                    <a:pt x="442927" y="90520"/>
                    <a:pt x="445964" y="91803"/>
                    <a:pt x="447046" y="94469"/>
                  </a:cubicBezTo>
                  <a:cubicBezTo>
                    <a:pt x="447996" y="96807"/>
                    <a:pt x="447132" y="99490"/>
                    <a:pt x="444996" y="100834"/>
                  </a:cubicBezTo>
                  <a:cubicBezTo>
                    <a:pt x="428827" y="109262"/>
                    <a:pt x="412729" y="118377"/>
                    <a:pt x="397151" y="127893"/>
                  </a:cubicBezTo>
                  <a:cubicBezTo>
                    <a:pt x="396358" y="128377"/>
                    <a:pt x="395452" y="128637"/>
                    <a:pt x="394524" y="128651"/>
                  </a:cubicBezTo>
                  <a:close/>
                  <a:moveTo>
                    <a:pt x="1188590" y="100598"/>
                  </a:moveTo>
                  <a:cubicBezTo>
                    <a:pt x="1187766" y="100600"/>
                    <a:pt x="1186954" y="100406"/>
                    <a:pt x="1186222" y="100030"/>
                  </a:cubicBezTo>
                  <a:cubicBezTo>
                    <a:pt x="1169982" y="91602"/>
                    <a:pt x="1153245" y="83647"/>
                    <a:pt x="1136508" y="76356"/>
                  </a:cubicBezTo>
                  <a:cubicBezTo>
                    <a:pt x="1134036" y="74886"/>
                    <a:pt x="1133224" y="71690"/>
                    <a:pt x="1134694" y="69216"/>
                  </a:cubicBezTo>
                  <a:cubicBezTo>
                    <a:pt x="1135913" y="67168"/>
                    <a:pt x="1138366" y="66209"/>
                    <a:pt x="1140650" y="66886"/>
                  </a:cubicBezTo>
                  <a:cubicBezTo>
                    <a:pt x="1157625" y="74249"/>
                    <a:pt x="1174575" y="82321"/>
                    <a:pt x="1191028" y="90844"/>
                  </a:cubicBezTo>
                  <a:cubicBezTo>
                    <a:pt x="1193578" y="92174"/>
                    <a:pt x="1194565" y="95323"/>
                    <a:pt x="1193235" y="97873"/>
                  </a:cubicBezTo>
                  <a:cubicBezTo>
                    <a:pt x="1192342" y="99577"/>
                    <a:pt x="1190586" y="100652"/>
                    <a:pt x="1188661" y="100669"/>
                  </a:cubicBezTo>
                  <a:close/>
                  <a:moveTo>
                    <a:pt x="492581" y="77563"/>
                  </a:moveTo>
                  <a:cubicBezTo>
                    <a:pt x="489704" y="77587"/>
                    <a:pt x="487353" y="75276"/>
                    <a:pt x="487327" y="72400"/>
                  </a:cubicBezTo>
                  <a:cubicBezTo>
                    <a:pt x="487311" y="70305"/>
                    <a:pt x="488549" y="68404"/>
                    <a:pt x="490474" y="67573"/>
                  </a:cubicBezTo>
                  <a:cubicBezTo>
                    <a:pt x="507424" y="60163"/>
                    <a:pt x="524824" y="53368"/>
                    <a:pt x="542201" y="47048"/>
                  </a:cubicBezTo>
                  <a:cubicBezTo>
                    <a:pt x="544945" y="46186"/>
                    <a:pt x="547868" y="47713"/>
                    <a:pt x="548730" y="50459"/>
                  </a:cubicBezTo>
                  <a:cubicBezTo>
                    <a:pt x="549542" y="53051"/>
                    <a:pt x="548226" y="55833"/>
                    <a:pt x="545705" y="56848"/>
                  </a:cubicBezTo>
                  <a:cubicBezTo>
                    <a:pt x="528541" y="62980"/>
                    <a:pt x="511377" y="69798"/>
                    <a:pt x="494664" y="77113"/>
                  </a:cubicBezTo>
                  <a:cubicBezTo>
                    <a:pt x="494001" y="77376"/>
                    <a:pt x="493293" y="77497"/>
                    <a:pt x="492581" y="77468"/>
                  </a:cubicBezTo>
                  <a:close/>
                  <a:moveTo>
                    <a:pt x="1087100" y="56470"/>
                  </a:moveTo>
                  <a:cubicBezTo>
                    <a:pt x="1086506" y="56467"/>
                    <a:pt x="1085914" y="56370"/>
                    <a:pt x="1085349" y="56186"/>
                  </a:cubicBezTo>
                  <a:cubicBezTo>
                    <a:pt x="1068138" y="50078"/>
                    <a:pt x="1050501" y="44491"/>
                    <a:pt x="1032911" y="39614"/>
                  </a:cubicBezTo>
                  <a:cubicBezTo>
                    <a:pt x="1030139" y="38835"/>
                    <a:pt x="1028522" y="35959"/>
                    <a:pt x="1029301" y="33186"/>
                  </a:cubicBezTo>
                  <a:cubicBezTo>
                    <a:pt x="1030080" y="30414"/>
                    <a:pt x="1032956" y="28797"/>
                    <a:pt x="1035728" y="29576"/>
                  </a:cubicBezTo>
                  <a:cubicBezTo>
                    <a:pt x="1053531" y="34548"/>
                    <a:pt x="1071405" y="40206"/>
                    <a:pt x="1088852" y="46385"/>
                  </a:cubicBezTo>
                  <a:cubicBezTo>
                    <a:pt x="1091558" y="47358"/>
                    <a:pt x="1092962" y="50343"/>
                    <a:pt x="1091989" y="53049"/>
                  </a:cubicBezTo>
                  <a:cubicBezTo>
                    <a:pt x="1091246" y="55111"/>
                    <a:pt x="1089293" y="56489"/>
                    <a:pt x="1087100" y="56493"/>
                  </a:cubicBezTo>
                  <a:close/>
                  <a:moveTo>
                    <a:pt x="596816" y="40324"/>
                  </a:moveTo>
                  <a:cubicBezTo>
                    <a:pt x="593940" y="40341"/>
                    <a:pt x="591596" y="38021"/>
                    <a:pt x="591580" y="35144"/>
                  </a:cubicBezTo>
                  <a:cubicBezTo>
                    <a:pt x="591565" y="32794"/>
                    <a:pt x="593130" y="30724"/>
                    <a:pt x="595396" y="30097"/>
                  </a:cubicBezTo>
                  <a:cubicBezTo>
                    <a:pt x="613198" y="25078"/>
                    <a:pt x="631404" y="20628"/>
                    <a:pt x="649514" y="16840"/>
                  </a:cubicBezTo>
                  <a:cubicBezTo>
                    <a:pt x="652331" y="16250"/>
                    <a:pt x="655092" y="18059"/>
                    <a:pt x="655681" y="20876"/>
                  </a:cubicBezTo>
                  <a:cubicBezTo>
                    <a:pt x="656268" y="23693"/>
                    <a:pt x="654462" y="26454"/>
                    <a:pt x="651645" y="27043"/>
                  </a:cubicBezTo>
                  <a:cubicBezTo>
                    <a:pt x="633771" y="30784"/>
                    <a:pt x="615803" y="35187"/>
                    <a:pt x="598237" y="40135"/>
                  </a:cubicBezTo>
                  <a:cubicBezTo>
                    <a:pt x="597735" y="40265"/>
                    <a:pt x="597216" y="40329"/>
                    <a:pt x="596698" y="40324"/>
                  </a:cubicBezTo>
                  <a:close/>
                  <a:moveTo>
                    <a:pt x="980521" y="26735"/>
                  </a:moveTo>
                  <a:cubicBezTo>
                    <a:pt x="980166" y="26771"/>
                    <a:pt x="979811" y="26771"/>
                    <a:pt x="979456" y="26735"/>
                  </a:cubicBezTo>
                  <a:cubicBezTo>
                    <a:pt x="961606" y="23042"/>
                    <a:pt x="943353" y="19941"/>
                    <a:pt x="925243" y="17479"/>
                  </a:cubicBezTo>
                  <a:cubicBezTo>
                    <a:pt x="922388" y="17124"/>
                    <a:pt x="920361" y="14522"/>
                    <a:pt x="920716" y="11669"/>
                  </a:cubicBezTo>
                  <a:cubicBezTo>
                    <a:pt x="921071" y="8814"/>
                    <a:pt x="923673" y="6788"/>
                    <a:pt x="926526" y="7143"/>
                  </a:cubicBezTo>
                  <a:cubicBezTo>
                    <a:pt x="926564" y="7145"/>
                    <a:pt x="926601" y="7152"/>
                    <a:pt x="926639" y="7157"/>
                  </a:cubicBezTo>
                  <a:cubicBezTo>
                    <a:pt x="944987" y="9525"/>
                    <a:pt x="963476" y="12792"/>
                    <a:pt x="981563" y="16627"/>
                  </a:cubicBezTo>
                  <a:cubicBezTo>
                    <a:pt x="984373" y="17235"/>
                    <a:pt x="986160" y="20007"/>
                    <a:pt x="985549" y="22820"/>
                  </a:cubicBezTo>
                  <a:cubicBezTo>
                    <a:pt x="985036" y="25194"/>
                    <a:pt x="982950" y="26896"/>
                    <a:pt x="980521" y="26925"/>
                  </a:cubicBezTo>
                  <a:close/>
                  <a:moveTo>
                    <a:pt x="705005" y="17716"/>
                  </a:moveTo>
                  <a:cubicBezTo>
                    <a:pt x="702129" y="17720"/>
                    <a:pt x="699792" y="15393"/>
                    <a:pt x="699788" y="12517"/>
                  </a:cubicBezTo>
                  <a:cubicBezTo>
                    <a:pt x="699783" y="9908"/>
                    <a:pt x="701710" y="7697"/>
                    <a:pt x="704295" y="7347"/>
                  </a:cubicBezTo>
                  <a:cubicBezTo>
                    <a:pt x="722595" y="4813"/>
                    <a:pt x="741250" y="2896"/>
                    <a:pt x="759716" y="1618"/>
                  </a:cubicBezTo>
                  <a:cubicBezTo>
                    <a:pt x="762585" y="1414"/>
                    <a:pt x="765075" y="3578"/>
                    <a:pt x="765279" y="6447"/>
                  </a:cubicBezTo>
                  <a:cubicBezTo>
                    <a:pt x="765482" y="9316"/>
                    <a:pt x="763319" y="11807"/>
                    <a:pt x="760449" y="12010"/>
                  </a:cubicBezTo>
                  <a:cubicBezTo>
                    <a:pt x="742197" y="13265"/>
                    <a:pt x="723802" y="15159"/>
                    <a:pt x="705739" y="17668"/>
                  </a:cubicBezTo>
                  <a:close/>
                  <a:moveTo>
                    <a:pt x="870722" y="11892"/>
                  </a:moveTo>
                  <a:lnTo>
                    <a:pt x="870367" y="11892"/>
                  </a:lnTo>
                  <a:cubicBezTo>
                    <a:pt x="852517" y="10708"/>
                    <a:pt x="834359" y="10116"/>
                    <a:pt x="816414" y="10116"/>
                  </a:cubicBezTo>
                  <a:lnTo>
                    <a:pt x="815396" y="10116"/>
                  </a:lnTo>
                  <a:cubicBezTo>
                    <a:pt x="812520" y="10116"/>
                    <a:pt x="810188" y="7785"/>
                    <a:pt x="810188" y="4908"/>
                  </a:cubicBezTo>
                  <a:cubicBezTo>
                    <a:pt x="810188" y="2032"/>
                    <a:pt x="812520" y="-300"/>
                    <a:pt x="815396" y="-300"/>
                  </a:cubicBezTo>
                  <a:lnTo>
                    <a:pt x="816414" y="-300"/>
                  </a:lnTo>
                  <a:cubicBezTo>
                    <a:pt x="834596" y="-300"/>
                    <a:pt x="852990" y="315"/>
                    <a:pt x="871077" y="1499"/>
                  </a:cubicBezTo>
                  <a:cubicBezTo>
                    <a:pt x="873953" y="1596"/>
                    <a:pt x="876205" y="4009"/>
                    <a:pt x="876108" y="6885"/>
                  </a:cubicBezTo>
                  <a:cubicBezTo>
                    <a:pt x="876011" y="9761"/>
                    <a:pt x="873598" y="12013"/>
                    <a:pt x="870722" y="11916"/>
                  </a:cubicBezTo>
                  <a:close/>
                </a:path>
              </a:pathLst>
            </a:custGeom>
            <a:solidFill>
              <a:srgbClr val="485259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F5825A6-A100-34B5-0815-0782E363F868}"/>
                </a:ext>
              </a:extLst>
            </p:cNvPr>
            <p:cNvSpPr/>
            <p:nvPr/>
          </p:nvSpPr>
          <p:spPr>
            <a:xfrm>
              <a:off x="3225246" y="1952475"/>
              <a:ext cx="1632875" cy="1632970"/>
            </a:xfrm>
            <a:custGeom>
              <a:avLst/>
              <a:gdLst>
                <a:gd name="connsiteX0" fmla="*/ 816533 w 1632875"/>
                <a:gd name="connsiteY0" fmla="*/ 1632552 h 1632970"/>
                <a:gd name="connsiteX1" fmla="*/ 760852 w 1632875"/>
                <a:gd name="connsiteY1" fmla="*/ 1630658 h 1632970"/>
                <a:gd name="connsiteX2" fmla="*/ 756117 w 1632875"/>
                <a:gd name="connsiteY2" fmla="*/ 1625119 h 1632970"/>
                <a:gd name="connsiteX3" fmla="*/ 761657 w 1632875"/>
                <a:gd name="connsiteY3" fmla="*/ 1620384 h 1632970"/>
                <a:gd name="connsiteX4" fmla="*/ 816627 w 1632875"/>
                <a:gd name="connsiteY4" fmla="*/ 1622254 h 1632970"/>
                <a:gd name="connsiteX5" fmla="*/ 818663 w 1632875"/>
                <a:gd name="connsiteY5" fmla="*/ 1622254 h 1632970"/>
                <a:gd name="connsiteX6" fmla="*/ 823871 w 1632875"/>
                <a:gd name="connsiteY6" fmla="*/ 1627462 h 1632970"/>
                <a:gd name="connsiteX7" fmla="*/ 818663 w 1632875"/>
                <a:gd name="connsiteY7" fmla="*/ 1632671 h 1632970"/>
                <a:gd name="connsiteX8" fmla="*/ 873894 w 1632875"/>
                <a:gd name="connsiteY8" fmla="*/ 1630540 h 1632970"/>
                <a:gd name="connsiteX9" fmla="*/ 868497 w 1632875"/>
                <a:gd name="connsiteY9" fmla="*/ 1625521 h 1632970"/>
                <a:gd name="connsiteX10" fmla="*/ 873515 w 1632875"/>
                <a:gd name="connsiteY10" fmla="*/ 1620123 h 1632970"/>
                <a:gd name="connsiteX11" fmla="*/ 928225 w 1632875"/>
                <a:gd name="connsiteY11" fmla="*/ 1614418 h 1632970"/>
                <a:gd name="connsiteX12" fmla="*/ 934096 w 1632875"/>
                <a:gd name="connsiteY12" fmla="*/ 1618845 h 1632970"/>
                <a:gd name="connsiteX13" fmla="*/ 929670 w 1632875"/>
                <a:gd name="connsiteY13" fmla="*/ 1624740 h 1632970"/>
                <a:gd name="connsiteX14" fmla="*/ 874249 w 1632875"/>
                <a:gd name="connsiteY14" fmla="*/ 1630516 h 1632970"/>
                <a:gd name="connsiteX15" fmla="*/ 706142 w 1632875"/>
                <a:gd name="connsiteY15" fmla="*/ 1625071 h 1632970"/>
                <a:gd name="connsiteX16" fmla="*/ 705431 w 1632875"/>
                <a:gd name="connsiteY16" fmla="*/ 1625071 h 1632970"/>
                <a:gd name="connsiteX17" fmla="*/ 650508 w 1632875"/>
                <a:gd name="connsiteY17" fmla="*/ 1615602 h 1632970"/>
                <a:gd name="connsiteX18" fmla="*/ 646484 w 1632875"/>
                <a:gd name="connsiteY18" fmla="*/ 1609423 h 1632970"/>
                <a:gd name="connsiteX19" fmla="*/ 652639 w 1632875"/>
                <a:gd name="connsiteY19" fmla="*/ 1605398 h 1632970"/>
                <a:gd name="connsiteX20" fmla="*/ 706852 w 1632875"/>
                <a:gd name="connsiteY20" fmla="*/ 1614726 h 1632970"/>
                <a:gd name="connsiteX21" fmla="*/ 711303 w 1632875"/>
                <a:gd name="connsiteY21" fmla="*/ 1620597 h 1632970"/>
                <a:gd name="connsiteX22" fmla="*/ 706142 w 1632875"/>
                <a:gd name="connsiteY22" fmla="*/ 1625095 h 1632970"/>
                <a:gd name="connsiteX23" fmla="*/ 983480 w 1632875"/>
                <a:gd name="connsiteY23" fmla="*/ 1615270 h 1632970"/>
                <a:gd name="connsiteX24" fmla="*/ 978319 w 1632875"/>
                <a:gd name="connsiteY24" fmla="*/ 1610015 h 1632970"/>
                <a:gd name="connsiteX25" fmla="*/ 982415 w 1632875"/>
                <a:gd name="connsiteY25" fmla="*/ 1604972 h 1632970"/>
                <a:gd name="connsiteX26" fmla="*/ 1035823 w 1632875"/>
                <a:gd name="connsiteY26" fmla="*/ 1591810 h 1632970"/>
                <a:gd name="connsiteX27" fmla="*/ 1042262 w 1632875"/>
                <a:gd name="connsiteY27" fmla="*/ 1595408 h 1632970"/>
                <a:gd name="connsiteX28" fmla="*/ 1038664 w 1632875"/>
                <a:gd name="connsiteY28" fmla="*/ 1601847 h 1632970"/>
                <a:gd name="connsiteX29" fmla="*/ 984545 w 1632875"/>
                <a:gd name="connsiteY29" fmla="*/ 1615152 h 1632970"/>
                <a:gd name="connsiteX30" fmla="*/ 983598 w 1632875"/>
                <a:gd name="connsiteY30" fmla="*/ 1615270 h 1632970"/>
                <a:gd name="connsiteX31" fmla="*/ 597716 w 1632875"/>
                <a:gd name="connsiteY31" fmla="*/ 1602581 h 1632970"/>
                <a:gd name="connsiteX32" fmla="*/ 596319 w 1632875"/>
                <a:gd name="connsiteY32" fmla="*/ 1602392 h 1632970"/>
                <a:gd name="connsiteX33" fmla="*/ 543195 w 1632875"/>
                <a:gd name="connsiteY33" fmla="*/ 1585512 h 1632970"/>
                <a:gd name="connsiteX34" fmla="*/ 540307 w 1632875"/>
                <a:gd name="connsiteY34" fmla="*/ 1578742 h 1632970"/>
                <a:gd name="connsiteX35" fmla="*/ 546699 w 1632875"/>
                <a:gd name="connsiteY35" fmla="*/ 1575711 h 1632970"/>
                <a:gd name="connsiteX36" fmla="*/ 599112 w 1632875"/>
                <a:gd name="connsiteY36" fmla="*/ 1592283 h 1632970"/>
                <a:gd name="connsiteX37" fmla="*/ 602735 w 1632875"/>
                <a:gd name="connsiteY37" fmla="*/ 1598699 h 1632970"/>
                <a:gd name="connsiteX38" fmla="*/ 597716 w 1632875"/>
                <a:gd name="connsiteY38" fmla="*/ 1602510 h 1632970"/>
                <a:gd name="connsiteX39" fmla="*/ 1089894 w 1632875"/>
                <a:gd name="connsiteY39" fmla="*/ 1585133 h 1632970"/>
                <a:gd name="connsiteX40" fmla="*/ 1084685 w 1632875"/>
                <a:gd name="connsiteY40" fmla="*/ 1579925 h 1632970"/>
                <a:gd name="connsiteX41" fmla="*/ 1088118 w 1632875"/>
                <a:gd name="connsiteY41" fmla="*/ 1575025 h 1632970"/>
                <a:gd name="connsiteX42" fmla="*/ 1139159 w 1632875"/>
                <a:gd name="connsiteY42" fmla="*/ 1554689 h 1632970"/>
                <a:gd name="connsiteX43" fmla="*/ 1146285 w 1632875"/>
                <a:gd name="connsiteY43" fmla="*/ 1556583 h 1632970"/>
                <a:gd name="connsiteX44" fmla="*/ 1144391 w 1632875"/>
                <a:gd name="connsiteY44" fmla="*/ 1563709 h 1632970"/>
                <a:gd name="connsiteX45" fmla="*/ 1143349 w 1632875"/>
                <a:gd name="connsiteY45" fmla="*/ 1564159 h 1632970"/>
                <a:gd name="connsiteX46" fmla="*/ 1091646 w 1632875"/>
                <a:gd name="connsiteY46" fmla="*/ 1584755 h 1632970"/>
                <a:gd name="connsiteX47" fmla="*/ 1089965 w 1632875"/>
                <a:gd name="connsiteY47" fmla="*/ 1585133 h 1632970"/>
                <a:gd name="connsiteX48" fmla="*/ 493314 w 1632875"/>
                <a:gd name="connsiteY48" fmla="*/ 1565437 h 1632970"/>
                <a:gd name="connsiteX49" fmla="*/ 491231 w 1632875"/>
                <a:gd name="connsiteY49" fmla="*/ 1564987 h 1632970"/>
                <a:gd name="connsiteX50" fmla="*/ 440901 w 1632875"/>
                <a:gd name="connsiteY50" fmla="*/ 1540958 h 1632970"/>
                <a:gd name="connsiteX51" fmla="*/ 438036 w 1632875"/>
                <a:gd name="connsiteY51" fmla="*/ 1534164 h 1632970"/>
                <a:gd name="connsiteX52" fmla="*/ 444831 w 1632875"/>
                <a:gd name="connsiteY52" fmla="*/ 1531299 h 1632970"/>
                <a:gd name="connsiteX53" fmla="*/ 445635 w 1632875"/>
                <a:gd name="connsiteY53" fmla="*/ 1531726 h 1632970"/>
                <a:gd name="connsiteX54" fmla="*/ 495350 w 1632875"/>
                <a:gd name="connsiteY54" fmla="*/ 1555399 h 1632970"/>
                <a:gd name="connsiteX55" fmla="*/ 498073 w 1632875"/>
                <a:gd name="connsiteY55" fmla="*/ 1562241 h 1632970"/>
                <a:gd name="connsiteX56" fmla="*/ 493267 w 1632875"/>
                <a:gd name="connsiteY56" fmla="*/ 1565390 h 1632970"/>
                <a:gd name="connsiteX57" fmla="*/ 1191028 w 1632875"/>
                <a:gd name="connsiteY57" fmla="*/ 1540745 h 1632970"/>
                <a:gd name="connsiteX58" fmla="*/ 1185891 w 1632875"/>
                <a:gd name="connsiteY58" fmla="*/ 1535419 h 1632970"/>
                <a:gd name="connsiteX59" fmla="*/ 1188661 w 1632875"/>
                <a:gd name="connsiteY59" fmla="*/ 1530897 h 1632970"/>
                <a:gd name="connsiteX60" fmla="*/ 1236458 w 1632875"/>
                <a:gd name="connsiteY60" fmla="*/ 1503790 h 1632970"/>
                <a:gd name="connsiteX61" fmla="*/ 1243655 w 1632875"/>
                <a:gd name="connsiteY61" fmla="*/ 1505377 h 1632970"/>
                <a:gd name="connsiteX62" fmla="*/ 1242069 w 1632875"/>
                <a:gd name="connsiteY62" fmla="*/ 1512550 h 1632970"/>
                <a:gd name="connsiteX63" fmla="*/ 1241903 w 1632875"/>
                <a:gd name="connsiteY63" fmla="*/ 1512668 h 1632970"/>
                <a:gd name="connsiteX64" fmla="*/ 1193490 w 1632875"/>
                <a:gd name="connsiteY64" fmla="*/ 1540130 h 1632970"/>
                <a:gd name="connsiteX65" fmla="*/ 1191194 w 1632875"/>
                <a:gd name="connsiteY65" fmla="*/ 1540745 h 1632970"/>
                <a:gd name="connsiteX66" fmla="*/ 395044 w 1632875"/>
                <a:gd name="connsiteY66" fmla="*/ 1514325 h 1632970"/>
                <a:gd name="connsiteX67" fmla="*/ 392322 w 1632875"/>
                <a:gd name="connsiteY67" fmla="*/ 1513568 h 1632970"/>
                <a:gd name="connsiteX68" fmla="*/ 345755 w 1632875"/>
                <a:gd name="connsiteY68" fmla="*/ 1482910 h 1632970"/>
                <a:gd name="connsiteX69" fmla="*/ 344288 w 1632875"/>
                <a:gd name="connsiteY69" fmla="*/ 1475690 h 1632970"/>
                <a:gd name="connsiteX70" fmla="*/ 351485 w 1632875"/>
                <a:gd name="connsiteY70" fmla="*/ 1474222 h 1632970"/>
                <a:gd name="connsiteX71" fmla="*/ 351769 w 1632875"/>
                <a:gd name="connsiteY71" fmla="*/ 1474411 h 1632970"/>
                <a:gd name="connsiteX72" fmla="*/ 397743 w 1632875"/>
                <a:gd name="connsiteY72" fmla="*/ 1504666 h 1632970"/>
                <a:gd name="connsiteX73" fmla="*/ 399495 w 1632875"/>
                <a:gd name="connsiteY73" fmla="*/ 1511816 h 1632970"/>
                <a:gd name="connsiteX74" fmla="*/ 395044 w 1632875"/>
                <a:gd name="connsiteY74" fmla="*/ 1514325 h 1632970"/>
                <a:gd name="connsiteX75" fmla="*/ 1285321 w 1632875"/>
                <a:gd name="connsiteY75" fmla="*/ 1482934 h 1632970"/>
                <a:gd name="connsiteX76" fmla="*/ 1280065 w 1632875"/>
                <a:gd name="connsiteY76" fmla="*/ 1477773 h 1632970"/>
                <a:gd name="connsiteX77" fmla="*/ 1282291 w 1632875"/>
                <a:gd name="connsiteY77" fmla="*/ 1473464 h 1632970"/>
                <a:gd name="connsiteX78" fmla="*/ 1326016 w 1632875"/>
                <a:gd name="connsiteY78" fmla="*/ 1440108 h 1632970"/>
                <a:gd name="connsiteX79" fmla="*/ 1333331 w 1632875"/>
                <a:gd name="connsiteY79" fmla="*/ 1440960 h 1632970"/>
                <a:gd name="connsiteX80" fmla="*/ 1332598 w 1632875"/>
                <a:gd name="connsiteY80" fmla="*/ 1448181 h 1632970"/>
                <a:gd name="connsiteX81" fmla="*/ 1288327 w 1632875"/>
                <a:gd name="connsiteY81" fmla="*/ 1481963 h 1632970"/>
                <a:gd name="connsiteX82" fmla="*/ 1285487 w 1632875"/>
                <a:gd name="connsiteY82" fmla="*/ 1482934 h 1632970"/>
                <a:gd name="connsiteX83" fmla="*/ 304658 w 1632875"/>
                <a:gd name="connsiteY83" fmla="*/ 1450359 h 1632970"/>
                <a:gd name="connsiteX84" fmla="*/ 301367 w 1632875"/>
                <a:gd name="connsiteY84" fmla="*/ 1449199 h 1632970"/>
                <a:gd name="connsiteX85" fmla="*/ 259394 w 1632875"/>
                <a:gd name="connsiteY85" fmla="*/ 1412528 h 1632970"/>
                <a:gd name="connsiteX86" fmla="*/ 258754 w 1632875"/>
                <a:gd name="connsiteY86" fmla="*/ 1405189 h 1632970"/>
                <a:gd name="connsiteX87" fmla="*/ 266093 w 1632875"/>
                <a:gd name="connsiteY87" fmla="*/ 1404550 h 1632970"/>
                <a:gd name="connsiteX88" fmla="*/ 266496 w 1632875"/>
                <a:gd name="connsiteY88" fmla="*/ 1404929 h 1632970"/>
                <a:gd name="connsiteX89" fmla="*/ 307949 w 1632875"/>
                <a:gd name="connsiteY89" fmla="*/ 1441102 h 1632970"/>
                <a:gd name="connsiteX90" fmla="*/ 308730 w 1632875"/>
                <a:gd name="connsiteY90" fmla="*/ 1448417 h 1632970"/>
                <a:gd name="connsiteX91" fmla="*/ 304658 w 1632875"/>
                <a:gd name="connsiteY91" fmla="*/ 1450359 h 1632970"/>
                <a:gd name="connsiteX92" fmla="*/ 1370949 w 1632875"/>
                <a:gd name="connsiteY92" fmla="*/ 1412859 h 1632970"/>
                <a:gd name="connsiteX93" fmla="*/ 1367138 w 1632875"/>
                <a:gd name="connsiteY93" fmla="*/ 1411202 h 1632970"/>
                <a:gd name="connsiteX94" fmla="*/ 1367374 w 1632875"/>
                <a:gd name="connsiteY94" fmla="*/ 1403840 h 1632970"/>
                <a:gd name="connsiteX95" fmla="*/ 1406223 w 1632875"/>
                <a:gd name="connsiteY95" fmla="*/ 1364873 h 1632970"/>
                <a:gd name="connsiteX96" fmla="*/ 1413585 w 1632875"/>
                <a:gd name="connsiteY96" fmla="*/ 1364612 h 1632970"/>
                <a:gd name="connsiteX97" fmla="*/ 1413846 w 1632875"/>
                <a:gd name="connsiteY97" fmla="*/ 1371975 h 1632970"/>
                <a:gd name="connsiteX98" fmla="*/ 1374500 w 1632875"/>
                <a:gd name="connsiteY98" fmla="*/ 1411439 h 1632970"/>
                <a:gd name="connsiteX99" fmla="*/ 1371115 w 1632875"/>
                <a:gd name="connsiteY99" fmla="*/ 1412859 h 1632970"/>
                <a:gd name="connsiteX100" fmla="*/ 223954 w 1632875"/>
                <a:gd name="connsiteY100" fmla="*/ 1374792 h 1632970"/>
                <a:gd name="connsiteX101" fmla="*/ 220143 w 1632875"/>
                <a:gd name="connsiteY101" fmla="*/ 1373135 h 1632970"/>
                <a:gd name="connsiteX102" fmla="*/ 183496 w 1632875"/>
                <a:gd name="connsiteY102" fmla="*/ 1331161 h 1632970"/>
                <a:gd name="connsiteX103" fmla="*/ 184348 w 1632875"/>
                <a:gd name="connsiteY103" fmla="*/ 1323846 h 1632970"/>
                <a:gd name="connsiteX104" fmla="*/ 191568 w 1632875"/>
                <a:gd name="connsiteY104" fmla="*/ 1324580 h 1632970"/>
                <a:gd name="connsiteX105" fmla="*/ 227765 w 1632875"/>
                <a:gd name="connsiteY105" fmla="*/ 1366033 h 1632970"/>
                <a:gd name="connsiteX106" fmla="*/ 227434 w 1632875"/>
                <a:gd name="connsiteY106" fmla="*/ 1373419 h 1632970"/>
                <a:gd name="connsiteX107" fmla="*/ 223954 w 1632875"/>
                <a:gd name="connsiteY107" fmla="*/ 1374792 h 1632970"/>
                <a:gd name="connsiteX108" fmla="*/ 1446540 w 1632875"/>
                <a:gd name="connsiteY108" fmla="*/ 1331848 h 1632970"/>
                <a:gd name="connsiteX109" fmla="*/ 1441331 w 1632875"/>
                <a:gd name="connsiteY109" fmla="*/ 1326640 h 1632970"/>
                <a:gd name="connsiteX110" fmla="*/ 1442491 w 1632875"/>
                <a:gd name="connsiteY110" fmla="*/ 1323349 h 1632970"/>
                <a:gd name="connsiteX111" fmla="*/ 1475634 w 1632875"/>
                <a:gd name="connsiteY111" fmla="*/ 1279481 h 1632970"/>
                <a:gd name="connsiteX112" fmla="*/ 1482879 w 1632875"/>
                <a:gd name="connsiteY112" fmla="*/ 1278203 h 1632970"/>
                <a:gd name="connsiteX113" fmla="*/ 1484157 w 1632875"/>
                <a:gd name="connsiteY113" fmla="*/ 1285471 h 1632970"/>
                <a:gd name="connsiteX114" fmla="*/ 1450517 w 1632875"/>
                <a:gd name="connsiteY114" fmla="*/ 1329907 h 1632970"/>
                <a:gd name="connsiteX115" fmla="*/ 1446540 w 1632875"/>
                <a:gd name="connsiteY115" fmla="*/ 1331848 h 1632970"/>
                <a:gd name="connsiteX116" fmla="*/ 153951 w 1632875"/>
                <a:gd name="connsiteY116" fmla="*/ 1289022 h 1632970"/>
                <a:gd name="connsiteX117" fmla="*/ 149689 w 1632875"/>
                <a:gd name="connsiteY117" fmla="*/ 1286820 h 1632970"/>
                <a:gd name="connsiteX118" fmla="*/ 119079 w 1632875"/>
                <a:gd name="connsiteY118" fmla="*/ 1240301 h 1632970"/>
                <a:gd name="connsiteX119" fmla="*/ 120807 w 1632875"/>
                <a:gd name="connsiteY119" fmla="*/ 1233128 h 1632970"/>
                <a:gd name="connsiteX120" fmla="*/ 127980 w 1632875"/>
                <a:gd name="connsiteY120" fmla="*/ 1234880 h 1632970"/>
                <a:gd name="connsiteX121" fmla="*/ 158212 w 1632875"/>
                <a:gd name="connsiteY121" fmla="*/ 1280807 h 1632970"/>
                <a:gd name="connsiteX122" fmla="*/ 156957 w 1632875"/>
                <a:gd name="connsiteY122" fmla="*/ 1288051 h 1632970"/>
                <a:gd name="connsiteX123" fmla="*/ 154045 w 1632875"/>
                <a:gd name="connsiteY123" fmla="*/ 1289022 h 1632970"/>
                <a:gd name="connsiteX124" fmla="*/ 1510222 w 1632875"/>
                <a:gd name="connsiteY124" fmla="*/ 1241343 h 1632970"/>
                <a:gd name="connsiteX125" fmla="*/ 1505014 w 1632875"/>
                <a:gd name="connsiteY125" fmla="*/ 1236182 h 1632970"/>
                <a:gd name="connsiteX126" fmla="*/ 1505795 w 1632875"/>
                <a:gd name="connsiteY126" fmla="*/ 1233436 h 1632970"/>
                <a:gd name="connsiteX127" fmla="*/ 1532759 w 1632875"/>
                <a:gd name="connsiteY127" fmla="*/ 1185425 h 1632970"/>
                <a:gd name="connsiteX128" fmla="*/ 1539554 w 1632875"/>
                <a:gd name="connsiteY128" fmla="*/ 1182561 h 1632970"/>
                <a:gd name="connsiteX129" fmla="*/ 1542418 w 1632875"/>
                <a:gd name="connsiteY129" fmla="*/ 1189355 h 1632970"/>
                <a:gd name="connsiteX130" fmla="*/ 1541992 w 1632875"/>
                <a:gd name="connsiteY130" fmla="*/ 1190160 h 1632970"/>
                <a:gd name="connsiteX131" fmla="*/ 1514696 w 1632875"/>
                <a:gd name="connsiteY131" fmla="*/ 1238762 h 1632970"/>
                <a:gd name="connsiteX132" fmla="*/ 1510317 w 1632875"/>
                <a:gd name="connsiteY132" fmla="*/ 1241343 h 1632970"/>
                <a:gd name="connsiteX133" fmla="*/ 96329 w 1632875"/>
                <a:gd name="connsiteY133" fmla="*/ 1194611 h 1632970"/>
                <a:gd name="connsiteX134" fmla="*/ 91594 w 1632875"/>
                <a:gd name="connsiteY134" fmla="*/ 1191817 h 1632970"/>
                <a:gd name="connsiteX135" fmla="*/ 67588 w 1632875"/>
                <a:gd name="connsiteY135" fmla="*/ 1141581 h 1632970"/>
                <a:gd name="connsiteX136" fmla="*/ 71045 w 1632875"/>
                <a:gd name="connsiteY136" fmla="*/ 1135071 h 1632970"/>
                <a:gd name="connsiteX137" fmla="*/ 77058 w 1632875"/>
                <a:gd name="connsiteY137" fmla="*/ 1137415 h 1632970"/>
                <a:gd name="connsiteX138" fmla="*/ 100732 w 1632875"/>
                <a:gd name="connsiteY138" fmla="*/ 1187130 h 1632970"/>
                <a:gd name="connsiteX139" fmla="*/ 98554 w 1632875"/>
                <a:gd name="connsiteY139" fmla="*/ 1194208 h 1632970"/>
                <a:gd name="connsiteX140" fmla="*/ 98507 w 1632875"/>
                <a:gd name="connsiteY140" fmla="*/ 1194232 h 1632970"/>
                <a:gd name="connsiteX141" fmla="*/ 96423 w 1632875"/>
                <a:gd name="connsiteY141" fmla="*/ 1194611 h 1632970"/>
                <a:gd name="connsiteX142" fmla="*/ 1561239 w 1632875"/>
                <a:gd name="connsiteY142" fmla="*/ 1142978 h 1632970"/>
                <a:gd name="connsiteX143" fmla="*/ 1559179 w 1632875"/>
                <a:gd name="connsiteY143" fmla="*/ 1142552 h 1632970"/>
                <a:gd name="connsiteX144" fmla="*/ 1556480 w 1632875"/>
                <a:gd name="connsiteY144" fmla="*/ 1135710 h 1632970"/>
                <a:gd name="connsiteX145" fmla="*/ 1556480 w 1632875"/>
                <a:gd name="connsiteY145" fmla="*/ 1135687 h 1632970"/>
                <a:gd name="connsiteX146" fmla="*/ 1576627 w 1632875"/>
                <a:gd name="connsiteY146" fmla="*/ 1084433 h 1632970"/>
                <a:gd name="connsiteX147" fmla="*/ 1583279 w 1632875"/>
                <a:gd name="connsiteY147" fmla="*/ 1081261 h 1632970"/>
                <a:gd name="connsiteX148" fmla="*/ 1586452 w 1632875"/>
                <a:gd name="connsiteY148" fmla="*/ 1087913 h 1632970"/>
                <a:gd name="connsiteX149" fmla="*/ 1566021 w 1632875"/>
                <a:gd name="connsiteY149" fmla="*/ 1139830 h 1632970"/>
                <a:gd name="connsiteX150" fmla="*/ 1561239 w 1632875"/>
                <a:gd name="connsiteY150" fmla="*/ 1142978 h 1632970"/>
                <a:gd name="connsiteX151" fmla="*/ 52224 w 1632875"/>
                <a:gd name="connsiteY151" fmla="*/ 1093263 h 1632970"/>
                <a:gd name="connsiteX152" fmla="*/ 47300 w 1632875"/>
                <a:gd name="connsiteY152" fmla="*/ 1089807 h 1632970"/>
                <a:gd name="connsiteX153" fmla="*/ 30397 w 1632875"/>
                <a:gd name="connsiteY153" fmla="*/ 1036706 h 1632970"/>
                <a:gd name="connsiteX154" fmla="*/ 33664 w 1632875"/>
                <a:gd name="connsiteY154" fmla="*/ 1030102 h 1632970"/>
                <a:gd name="connsiteX155" fmla="*/ 40269 w 1632875"/>
                <a:gd name="connsiteY155" fmla="*/ 1033369 h 1632970"/>
                <a:gd name="connsiteX156" fmla="*/ 40411 w 1632875"/>
                <a:gd name="connsiteY156" fmla="*/ 1033889 h 1632970"/>
                <a:gd name="connsiteX157" fmla="*/ 57125 w 1632875"/>
                <a:gd name="connsiteY157" fmla="*/ 1086303 h 1632970"/>
                <a:gd name="connsiteX158" fmla="*/ 53953 w 1632875"/>
                <a:gd name="connsiteY158" fmla="*/ 1092955 h 1632970"/>
                <a:gd name="connsiteX159" fmla="*/ 53953 w 1632875"/>
                <a:gd name="connsiteY159" fmla="*/ 1092955 h 1632970"/>
                <a:gd name="connsiteX160" fmla="*/ 52224 w 1632875"/>
                <a:gd name="connsiteY160" fmla="*/ 1093311 h 1632970"/>
                <a:gd name="connsiteX161" fmla="*/ 1598123 w 1632875"/>
                <a:gd name="connsiteY161" fmla="*/ 1038553 h 1632970"/>
                <a:gd name="connsiteX162" fmla="*/ 1596726 w 1632875"/>
                <a:gd name="connsiteY162" fmla="*/ 1038364 h 1632970"/>
                <a:gd name="connsiteX163" fmla="*/ 1593104 w 1632875"/>
                <a:gd name="connsiteY163" fmla="*/ 1031948 h 1632970"/>
                <a:gd name="connsiteX164" fmla="*/ 1593104 w 1632875"/>
                <a:gd name="connsiteY164" fmla="*/ 1031948 h 1632970"/>
                <a:gd name="connsiteX165" fmla="*/ 1606006 w 1632875"/>
                <a:gd name="connsiteY165" fmla="*/ 978469 h 1632970"/>
                <a:gd name="connsiteX166" fmla="*/ 1612161 w 1632875"/>
                <a:gd name="connsiteY166" fmla="*/ 974421 h 1632970"/>
                <a:gd name="connsiteX167" fmla="*/ 1616209 w 1632875"/>
                <a:gd name="connsiteY167" fmla="*/ 980576 h 1632970"/>
                <a:gd name="connsiteX168" fmla="*/ 1603141 w 1632875"/>
                <a:gd name="connsiteY168" fmla="*/ 1034742 h 1632970"/>
                <a:gd name="connsiteX169" fmla="*/ 1598217 w 1632875"/>
                <a:gd name="connsiteY169" fmla="*/ 1038624 h 1632970"/>
                <a:gd name="connsiteX170" fmla="*/ 22182 w 1632875"/>
                <a:gd name="connsiteY170" fmla="*/ 986731 h 1632970"/>
                <a:gd name="connsiteX171" fmla="*/ 17069 w 1632875"/>
                <a:gd name="connsiteY171" fmla="*/ 982588 h 1632970"/>
                <a:gd name="connsiteX172" fmla="*/ 7599 w 1632875"/>
                <a:gd name="connsiteY172" fmla="*/ 927689 h 1632970"/>
                <a:gd name="connsiteX173" fmla="*/ 11671 w 1632875"/>
                <a:gd name="connsiteY173" fmla="*/ 921557 h 1632970"/>
                <a:gd name="connsiteX174" fmla="*/ 17803 w 1632875"/>
                <a:gd name="connsiteY174" fmla="*/ 925605 h 1632970"/>
                <a:gd name="connsiteX175" fmla="*/ 17897 w 1632875"/>
                <a:gd name="connsiteY175" fmla="*/ 926268 h 1632970"/>
                <a:gd name="connsiteX176" fmla="*/ 27249 w 1632875"/>
                <a:gd name="connsiteY176" fmla="*/ 980458 h 1632970"/>
                <a:gd name="connsiteX177" fmla="*/ 23248 w 1632875"/>
                <a:gd name="connsiteY177" fmla="*/ 986613 h 1632970"/>
                <a:gd name="connsiteX178" fmla="*/ 23224 w 1632875"/>
                <a:gd name="connsiteY178" fmla="*/ 986613 h 1632970"/>
                <a:gd name="connsiteX179" fmla="*/ 22277 w 1632875"/>
                <a:gd name="connsiteY179" fmla="*/ 986778 h 1632970"/>
                <a:gd name="connsiteX180" fmla="*/ 1620400 w 1632875"/>
                <a:gd name="connsiteY180" fmla="*/ 930151 h 1632970"/>
                <a:gd name="connsiteX181" fmla="*/ 1619689 w 1632875"/>
                <a:gd name="connsiteY181" fmla="*/ 930151 h 1632970"/>
                <a:gd name="connsiteX182" fmla="*/ 1615215 w 1632875"/>
                <a:gd name="connsiteY182" fmla="*/ 924303 h 1632970"/>
                <a:gd name="connsiteX183" fmla="*/ 1620707 w 1632875"/>
                <a:gd name="connsiteY183" fmla="*/ 869570 h 1632970"/>
                <a:gd name="connsiteX184" fmla="*/ 1626318 w 1632875"/>
                <a:gd name="connsiteY184" fmla="*/ 864787 h 1632970"/>
                <a:gd name="connsiteX185" fmla="*/ 1631100 w 1632875"/>
                <a:gd name="connsiteY185" fmla="*/ 870256 h 1632970"/>
                <a:gd name="connsiteX186" fmla="*/ 1625537 w 1632875"/>
                <a:gd name="connsiteY186" fmla="*/ 925700 h 1632970"/>
                <a:gd name="connsiteX187" fmla="*/ 1620423 w 1632875"/>
                <a:gd name="connsiteY187" fmla="*/ 930198 h 1632970"/>
                <a:gd name="connsiteX188" fmla="*/ 7102 w 1632875"/>
                <a:gd name="connsiteY188" fmla="*/ 877122 h 1632970"/>
                <a:gd name="connsiteX189" fmla="*/ 1917 w 1632875"/>
                <a:gd name="connsiteY189" fmla="*/ 872387 h 1632970"/>
                <a:gd name="connsiteX190" fmla="*/ 0 w 1632875"/>
                <a:gd name="connsiteY190" fmla="*/ 816682 h 1632970"/>
                <a:gd name="connsiteX191" fmla="*/ 5208 w 1632875"/>
                <a:gd name="connsiteY191" fmla="*/ 811474 h 1632970"/>
                <a:gd name="connsiteX192" fmla="*/ 5208 w 1632875"/>
                <a:gd name="connsiteY192" fmla="*/ 811474 h 1632970"/>
                <a:gd name="connsiteX193" fmla="*/ 10417 w 1632875"/>
                <a:gd name="connsiteY193" fmla="*/ 816635 h 1632970"/>
                <a:gd name="connsiteX194" fmla="*/ 10417 w 1632875"/>
                <a:gd name="connsiteY194" fmla="*/ 816682 h 1632970"/>
                <a:gd name="connsiteX195" fmla="*/ 12310 w 1632875"/>
                <a:gd name="connsiteY195" fmla="*/ 871677 h 1632970"/>
                <a:gd name="connsiteX196" fmla="*/ 7575 w 1632875"/>
                <a:gd name="connsiteY196" fmla="*/ 877216 h 1632970"/>
                <a:gd name="connsiteX197" fmla="*/ 1627668 w 1632875"/>
                <a:gd name="connsiteY197" fmla="*/ 819736 h 1632970"/>
                <a:gd name="connsiteX198" fmla="*/ 1622459 w 1632875"/>
                <a:gd name="connsiteY198" fmla="*/ 814552 h 1632970"/>
                <a:gd name="connsiteX199" fmla="*/ 1620494 w 1632875"/>
                <a:gd name="connsiteY199" fmla="*/ 759558 h 1632970"/>
                <a:gd name="connsiteX200" fmla="*/ 1625347 w 1632875"/>
                <a:gd name="connsiteY200" fmla="*/ 754006 h 1632970"/>
                <a:gd name="connsiteX201" fmla="*/ 1630887 w 1632875"/>
                <a:gd name="connsiteY201" fmla="*/ 758847 h 1632970"/>
                <a:gd name="connsiteX202" fmla="*/ 1632876 w 1632875"/>
                <a:gd name="connsiteY202" fmla="*/ 814528 h 1632970"/>
                <a:gd name="connsiteX203" fmla="*/ 1627715 w 1632875"/>
                <a:gd name="connsiteY203" fmla="*/ 819736 h 1632970"/>
                <a:gd name="connsiteX204" fmla="*/ 1627668 w 1632875"/>
                <a:gd name="connsiteY204" fmla="*/ 819736 h 1632970"/>
                <a:gd name="connsiteX205" fmla="*/ 7055 w 1632875"/>
                <a:gd name="connsiteY205" fmla="*/ 766447 h 1632970"/>
                <a:gd name="connsiteX206" fmla="*/ 6700 w 1632875"/>
                <a:gd name="connsiteY206" fmla="*/ 766447 h 1632970"/>
                <a:gd name="connsiteX207" fmla="*/ 1847 w 1632875"/>
                <a:gd name="connsiteY207" fmla="*/ 760883 h 1632970"/>
                <a:gd name="connsiteX208" fmla="*/ 7457 w 1632875"/>
                <a:gd name="connsiteY208" fmla="*/ 705463 h 1632970"/>
                <a:gd name="connsiteX209" fmla="*/ 13328 w 1632875"/>
                <a:gd name="connsiteY209" fmla="*/ 700989 h 1632970"/>
                <a:gd name="connsiteX210" fmla="*/ 17803 w 1632875"/>
                <a:gd name="connsiteY210" fmla="*/ 706860 h 1632970"/>
                <a:gd name="connsiteX211" fmla="*/ 12239 w 1632875"/>
                <a:gd name="connsiteY211" fmla="*/ 761593 h 1632970"/>
                <a:gd name="connsiteX212" fmla="*/ 7150 w 1632875"/>
                <a:gd name="connsiteY212" fmla="*/ 766494 h 1632970"/>
                <a:gd name="connsiteX213" fmla="*/ 1619974 w 1632875"/>
                <a:gd name="connsiteY213" fmla="*/ 709345 h 1632970"/>
                <a:gd name="connsiteX214" fmla="*/ 1614813 w 1632875"/>
                <a:gd name="connsiteY214" fmla="*/ 704847 h 1632970"/>
                <a:gd name="connsiteX215" fmla="*/ 1605343 w 1632875"/>
                <a:gd name="connsiteY215" fmla="*/ 650658 h 1632970"/>
                <a:gd name="connsiteX216" fmla="*/ 1609368 w 1632875"/>
                <a:gd name="connsiteY216" fmla="*/ 644491 h 1632970"/>
                <a:gd name="connsiteX217" fmla="*/ 1615546 w 1632875"/>
                <a:gd name="connsiteY217" fmla="*/ 648527 h 1632970"/>
                <a:gd name="connsiteX218" fmla="*/ 1625016 w 1632875"/>
                <a:gd name="connsiteY218" fmla="*/ 703427 h 1632970"/>
                <a:gd name="connsiteX219" fmla="*/ 1620566 w 1632875"/>
                <a:gd name="connsiteY219" fmla="*/ 709298 h 1632970"/>
                <a:gd name="connsiteX220" fmla="*/ 1620566 w 1632875"/>
                <a:gd name="connsiteY220" fmla="*/ 709298 h 1632970"/>
                <a:gd name="connsiteX221" fmla="*/ 1620068 w 1632875"/>
                <a:gd name="connsiteY221" fmla="*/ 709393 h 1632970"/>
                <a:gd name="connsiteX222" fmla="*/ 21993 w 1632875"/>
                <a:gd name="connsiteY222" fmla="*/ 656813 h 1632970"/>
                <a:gd name="connsiteX223" fmla="*/ 20928 w 1632875"/>
                <a:gd name="connsiteY223" fmla="*/ 656813 h 1632970"/>
                <a:gd name="connsiteX224" fmla="*/ 16903 w 1632875"/>
                <a:gd name="connsiteY224" fmla="*/ 650689 h 1632970"/>
                <a:gd name="connsiteX225" fmla="*/ 16903 w 1632875"/>
                <a:gd name="connsiteY225" fmla="*/ 650658 h 1632970"/>
                <a:gd name="connsiteX226" fmla="*/ 30042 w 1632875"/>
                <a:gd name="connsiteY226" fmla="*/ 596516 h 1632970"/>
                <a:gd name="connsiteX227" fmla="*/ 36458 w 1632875"/>
                <a:gd name="connsiteY227" fmla="*/ 592906 h 1632970"/>
                <a:gd name="connsiteX228" fmla="*/ 40080 w 1632875"/>
                <a:gd name="connsiteY228" fmla="*/ 599333 h 1632970"/>
                <a:gd name="connsiteX229" fmla="*/ 27083 w 1632875"/>
                <a:gd name="connsiteY229" fmla="*/ 652765 h 1632970"/>
                <a:gd name="connsiteX230" fmla="*/ 22064 w 1632875"/>
                <a:gd name="connsiteY230" fmla="*/ 656861 h 1632970"/>
                <a:gd name="connsiteX231" fmla="*/ 1597318 w 1632875"/>
                <a:gd name="connsiteY231" fmla="*/ 601038 h 1632970"/>
                <a:gd name="connsiteX232" fmla="*/ 1592299 w 1632875"/>
                <a:gd name="connsiteY232" fmla="*/ 597250 h 1632970"/>
                <a:gd name="connsiteX233" fmla="*/ 1575538 w 1632875"/>
                <a:gd name="connsiteY233" fmla="*/ 544860 h 1632970"/>
                <a:gd name="connsiteX234" fmla="*/ 1578426 w 1632875"/>
                <a:gd name="connsiteY234" fmla="*/ 538084 h 1632970"/>
                <a:gd name="connsiteX235" fmla="*/ 1585197 w 1632875"/>
                <a:gd name="connsiteY235" fmla="*/ 540970 h 1632970"/>
                <a:gd name="connsiteX236" fmla="*/ 1585339 w 1632875"/>
                <a:gd name="connsiteY236" fmla="*/ 541356 h 1632970"/>
                <a:gd name="connsiteX237" fmla="*/ 1602337 w 1632875"/>
                <a:gd name="connsiteY237" fmla="*/ 594433 h 1632970"/>
                <a:gd name="connsiteX238" fmla="*/ 1598762 w 1632875"/>
                <a:gd name="connsiteY238" fmla="*/ 600839 h 1632970"/>
                <a:gd name="connsiteX239" fmla="*/ 1598738 w 1632875"/>
                <a:gd name="connsiteY239" fmla="*/ 600848 h 1632970"/>
                <a:gd name="connsiteX240" fmla="*/ 1597389 w 1632875"/>
                <a:gd name="connsiteY240" fmla="*/ 601085 h 1632970"/>
                <a:gd name="connsiteX241" fmla="*/ 51798 w 1632875"/>
                <a:gd name="connsiteY241" fmla="*/ 550234 h 1632970"/>
                <a:gd name="connsiteX242" fmla="*/ 50046 w 1632875"/>
                <a:gd name="connsiteY242" fmla="*/ 549926 h 1632970"/>
                <a:gd name="connsiteX243" fmla="*/ 46898 w 1632875"/>
                <a:gd name="connsiteY243" fmla="*/ 543307 h 1632970"/>
                <a:gd name="connsiteX244" fmla="*/ 46898 w 1632875"/>
                <a:gd name="connsiteY244" fmla="*/ 543298 h 1632970"/>
                <a:gd name="connsiteX245" fmla="*/ 67376 w 1632875"/>
                <a:gd name="connsiteY245" fmla="*/ 491381 h 1632970"/>
                <a:gd name="connsiteX246" fmla="*/ 73886 w 1632875"/>
                <a:gd name="connsiteY246" fmla="*/ 487929 h 1632970"/>
                <a:gd name="connsiteX247" fmla="*/ 77342 w 1632875"/>
                <a:gd name="connsiteY247" fmla="*/ 494437 h 1632970"/>
                <a:gd name="connsiteX248" fmla="*/ 76845 w 1632875"/>
                <a:gd name="connsiteY248" fmla="*/ 495547 h 1632970"/>
                <a:gd name="connsiteX249" fmla="*/ 56628 w 1632875"/>
                <a:gd name="connsiteY249" fmla="*/ 546778 h 1632970"/>
                <a:gd name="connsiteX250" fmla="*/ 51869 w 1632875"/>
                <a:gd name="connsiteY250" fmla="*/ 550281 h 1632970"/>
                <a:gd name="connsiteX251" fmla="*/ 1560031 w 1632875"/>
                <a:gd name="connsiteY251" fmla="*/ 496944 h 1632970"/>
                <a:gd name="connsiteX252" fmla="*/ 1555297 w 1632875"/>
                <a:gd name="connsiteY252" fmla="*/ 493819 h 1632970"/>
                <a:gd name="connsiteX253" fmla="*/ 1531623 w 1632875"/>
                <a:gd name="connsiteY253" fmla="*/ 444270 h 1632970"/>
                <a:gd name="connsiteX254" fmla="*/ 1534487 w 1632875"/>
                <a:gd name="connsiteY254" fmla="*/ 437485 h 1632970"/>
                <a:gd name="connsiteX255" fmla="*/ 1540856 w 1632875"/>
                <a:gd name="connsiteY255" fmla="*/ 439535 h 1632970"/>
                <a:gd name="connsiteX256" fmla="*/ 1564908 w 1632875"/>
                <a:gd name="connsiteY256" fmla="*/ 489724 h 1632970"/>
                <a:gd name="connsiteX257" fmla="*/ 1562233 w 1632875"/>
                <a:gd name="connsiteY257" fmla="*/ 496587 h 1632970"/>
                <a:gd name="connsiteX258" fmla="*/ 1562233 w 1632875"/>
                <a:gd name="connsiteY258" fmla="*/ 496589 h 1632970"/>
                <a:gd name="connsiteX259" fmla="*/ 1560103 w 1632875"/>
                <a:gd name="connsiteY259" fmla="*/ 496992 h 1632970"/>
                <a:gd name="connsiteX260" fmla="*/ 95997 w 1632875"/>
                <a:gd name="connsiteY260" fmla="*/ 448650 h 1632970"/>
                <a:gd name="connsiteX261" fmla="*/ 90694 w 1632875"/>
                <a:gd name="connsiteY261" fmla="*/ 443501 h 1632970"/>
                <a:gd name="connsiteX262" fmla="*/ 91262 w 1632875"/>
                <a:gd name="connsiteY262" fmla="*/ 441027 h 1632970"/>
                <a:gd name="connsiteX263" fmla="*/ 118653 w 1632875"/>
                <a:gd name="connsiteY263" fmla="*/ 392448 h 1632970"/>
                <a:gd name="connsiteX264" fmla="*/ 125826 w 1632875"/>
                <a:gd name="connsiteY264" fmla="*/ 390708 h 1632970"/>
                <a:gd name="connsiteX265" fmla="*/ 127554 w 1632875"/>
                <a:gd name="connsiteY265" fmla="*/ 397869 h 1632970"/>
                <a:gd name="connsiteX266" fmla="*/ 100519 w 1632875"/>
                <a:gd name="connsiteY266" fmla="*/ 445832 h 1632970"/>
                <a:gd name="connsiteX267" fmla="*/ 96068 w 1632875"/>
                <a:gd name="connsiteY267" fmla="*/ 448697 h 1632970"/>
                <a:gd name="connsiteX268" fmla="*/ 1508849 w 1632875"/>
                <a:gd name="connsiteY268" fmla="*/ 398935 h 1632970"/>
                <a:gd name="connsiteX269" fmla="*/ 1504398 w 1632875"/>
                <a:gd name="connsiteY269" fmla="*/ 396567 h 1632970"/>
                <a:gd name="connsiteX270" fmla="*/ 1474119 w 1632875"/>
                <a:gd name="connsiteY270" fmla="*/ 350687 h 1632970"/>
                <a:gd name="connsiteX271" fmla="*/ 1475350 w 1632875"/>
                <a:gd name="connsiteY271" fmla="*/ 343420 h 1632970"/>
                <a:gd name="connsiteX272" fmla="*/ 1482618 w 1632875"/>
                <a:gd name="connsiteY272" fmla="*/ 344651 h 1632970"/>
                <a:gd name="connsiteX273" fmla="*/ 1513394 w 1632875"/>
                <a:gd name="connsiteY273" fmla="*/ 391146 h 1632970"/>
                <a:gd name="connsiteX274" fmla="*/ 1511713 w 1632875"/>
                <a:gd name="connsiteY274" fmla="*/ 398281 h 1632970"/>
                <a:gd name="connsiteX275" fmla="*/ 1508944 w 1632875"/>
                <a:gd name="connsiteY275" fmla="*/ 399053 h 1632970"/>
                <a:gd name="connsiteX276" fmla="*/ 153619 w 1632875"/>
                <a:gd name="connsiteY276" fmla="*/ 354096 h 1632970"/>
                <a:gd name="connsiteX277" fmla="*/ 148411 w 1632875"/>
                <a:gd name="connsiteY277" fmla="*/ 348898 h 1632970"/>
                <a:gd name="connsiteX278" fmla="*/ 149358 w 1632875"/>
                <a:gd name="connsiteY278" fmla="*/ 345882 h 1632970"/>
                <a:gd name="connsiteX279" fmla="*/ 183069 w 1632875"/>
                <a:gd name="connsiteY279" fmla="*/ 301493 h 1632970"/>
                <a:gd name="connsiteX280" fmla="*/ 190432 w 1632875"/>
                <a:gd name="connsiteY280" fmla="*/ 301141 h 1632970"/>
                <a:gd name="connsiteX281" fmla="*/ 191142 w 1632875"/>
                <a:gd name="connsiteY281" fmla="*/ 308051 h 1632970"/>
                <a:gd name="connsiteX282" fmla="*/ 157857 w 1632875"/>
                <a:gd name="connsiteY282" fmla="*/ 351895 h 1632970"/>
                <a:gd name="connsiteX283" fmla="*/ 153690 w 1632875"/>
                <a:gd name="connsiteY283" fmla="*/ 354120 h 1632970"/>
                <a:gd name="connsiteX284" fmla="*/ 1444811 w 1632875"/>
                <a:gd name="connsiteY284" fmla="*/ 308738 h 1632970"/>
                <a:gd name="connsiteX285" fmla="*/ 1440787 w 1632875"/>
                <a:gd name="connsiteY285" fmla="*/ 306820 h 1632970"/>
                <a:gd name="connsiteX286" fmla="*/ 1404542 w 1632875"/>
                <a:gd name="connsiteY286" fmla="*/ 265438 h 1632970"/>
                <a:gd name="connsiteX287" fmla="*/ 1405181 w 1632875"/>
                <a:gd name="connsiteY287" fmla="*/ 258102 h 1632970"/>
                <a:gd name="connsiteX288" fmla="*/ 1412141 w 1632875"/>
                <a:gd name="connsiteY288" fmla="*/ 258336 h 1632970"/>
                <a:gd name="connsiteX289" fmla="*/ 1448836 w 1632875"/>
                <a:gd name="connsiteY289" fmla="*/ 300262 h 1632970"/>
                <a:gd name="connsiteX290" fmla="*/ 1448125 w 1632875"/>
                <a:gd name="connsiteY290" fmla="*/ 307559 h 1632970"/>
                <a:gd name="connsiteX291" fmla="*/ 1448102 w 1632875"/>
                <a:gd name="connsiteY291" fmla="*/ 307578 h 1632970"/>
                <a:gd name="connsiteX292" fmla="*/ 1444882 w 1632875"/>
                <a:gd name="connsiteY292" fmla="*/ 308761 h 1632970"/>
                <a:gd name="connsiteX293" fmla="*/ 223670 w 1632875"/>
                <a:gd name="connsiteY293" fmla="*/ 268255 h 1632970"/>
                <a:gd name="connsiteX294" fmla="*/ 220119 w 1632875"/>
                <a:gd name="connsiteY294" fmla="*/ 266859 h 1632970"/>
                <a:gd name="connsiteX295" fmla="*/ 219858 w 1632875"/>
                <a:gd name="connsiteY295" fmla="*/ 259498 h 1632970"/>
                <a:gd name="connsiteX296" fmla="*/ 219858 w 1632875"/>
                <a:gd name="connsiteY296" fmla="*/ 259496 h 1632970"/>
                <a:gd name="connsiteX297" fmla="*/ 259228 w 1632875"/>
                <a:gd name="connsiteY297" fmla="*/ 220079 h 1632970"/>
                <a:gd name="connsiteX298" fmla="*/ 266590 w 1632875"/>
                <a:gd name="connsiteY298" fmla="*/ 219932 h 1632970"/>
                <a:gd name="connsiteX299" fmla="*/ 266732 w 1632875"/>
                <a:gd name="connsiteY299" fmla="*/ 227297 h 1632970"/>
                <a:gd name="connsiteX300" fmla="*/ 266330 w 1632875"/>
                <a:gd name="connsiteY300" fmla="*/ 227679 h 1632970"/>
                <a:gd name="connsiteX301" fmla="*/ 227434 w 1632875"/>
                <a:gd name="connsiteY301" fmla="*/ 266598 h 1632970"/>
                <a:gd name="connsiteX302" fmla="*/ 223670 w 1632875"/>
                <a:gd name="connsiteY302" fmla="*/ 268255 h 1632970"/>
                <a:gd name="connsiteX303" fmla="*/ 1369316 w 1632875"/>
                <a:gd name="connsiteY303" fmla="*/ 228010 h 1632970"/>
                <a:gd name="connsiteX304" fmla="*/ 1365765 w 1632875"/>
                <a:gd name="connsiteY304" fmla="*/ 226613 h 1632970"/>
                <a:gd name="connsiteX305" fmla="*/ 1324264 w 1632875"/>
                <a:gd name="connsiteY305" fmla="*/ 190463 h 1632970"/>
                <a:gd name="connsiteX306" fmla="*/ 1323909 w 1632875"/>
                <a:gd name="connsiteY306" fmla="*/ 183106 h 1632970"/>
                <a:gd name="connsiteX307" fmla="*/ 1330822 w 1632875"/>
                <a:gd name="connsiteY307" fmla="*/ 182391 h 1632970"/>
                <a:gd name="connsiteX308" fmla="*/ 1372867 w 1632875"/>
                <a:gd name="connsiteY308" fmla="*/ 218990 h 1632970"/>
                <a:gd name="connsiteX309" fmla="*/ 1373127 w 1632875"/>
                <a:gd name="connsiteY309" fmla="*/ 226350 h 1632970"/>
                <a:gd name="connsiteX310" fmla="*/ 1373127 w 1632875"/>
                <a:gd name="connsiteY310" fmla="*/ 226353 h 1632970"/>
                <a:gd name="connsiteX311" fmla="*/ 1369221 w 1632875"/>
                <a:gd name="connsiteY311" fmla="*/ 228010 h 1632970"/>
                <a:gd name="connsiteX312" fmla="*/ 304469 w 1632875"/>
                <a:gd name="connsiteY312" fmla="*/ 192641 h 1632970"/>
                <a:gd name="connsiteX313" fmla="*/ 299284 w 1632875"/>
                <a:gd name="connsiteY313" fmla="*/ 187419 h 1632970"/>
                <a:gd name="connsiteX314" fmla="*/ 301178 w 1632875"/>
                <a:gd name="connsiteY314" fmla="*/ 183409 h 1632970"/>
                <a:gd name="connsiteX315" fmla="*/ 345495 w 1632875"/>
                <a:gd name="connsiteY315" fmla="*/ 149650 h 1632970"/>
                <a:gd name="connsiteX316" fmla="*/ 352763 w 1632875"/>
                <a:gd name="connsiteY316" fmla="*/ 150881 h 1632970"/>
                <a:gd name="connsiteX317" fmla="*/ 351532 w 1632875"/>
                <a:gd name="connsiteY317" fmla="*/ 158149 h 1632970"/>
                <a:gd name="connsiteX318" fmla="*/ 307759 w 1632875"/>
                <a:gd name="connsiteY318" fmla="*/ 191481 h 1632970"/>
                <a:gd name="connsiteX319" fmla="*/ 304374 w 1632875"/>
                <a:gd name="connsiteY319" fmla="*/ 192641 h 1632970"/>
                <a:gd name="connsiteX320" fmla="*/ 1283403 w 1632875"/>
                <a:gd name="connsiteY320" fmla="*/ 158172 h 1632970"/>
                <a:gd name="connsiteX321" fmla="*/ 1280397 w 1632875"/>
                <a:gd name="connsiteY321" fmla="*/ 157225 h 1632970"/>
                <a:gd name="connsiteX322" fmla="*/ 1234375 w 1632875"/>
                <a:gd name="connsiteY322" fmla="*/ 127018 h 1632970"/>
                <a:gd name="connsiteX323" fmla="*/ 1232647 w 1632875"/>
                <a:gd name="connsiteY323" fmla="*/ 119856 h 1632970"/>
                <a:gd name="connsiteX324" fmla="*/ 1239796 w 1632875"/>
                <a:gd name="connsiteY324" fmla="*/ 118116 h 1632970"/>
                <a:gd name="connsiteX325" fmla="*/ 1286410 w 1632875"/>
                <a:gd name="connsiteY325" fmla="*/ 148703 h 1632970"/>
                <a:gd name="connsiteX326" fmla="*/ 1287688 w 1632875"/>
                <a:gd name="connsiteY326" fmla="*/ 155959 h 1632970"/>
                <a:gd name="connsiteX327" fmla="*/ 1283403 w 1632875"/>
                <a:gd name="connsiteY327" fmla="*/ 158172 h 1632970"/>
                <a:gd name="connsiteX328" fmla="*/ 394713 w 1632875"/>
                <a:gd name="connsiteY328" fmla="*/ 128651 h 1632970"/>
                <a:gd name="connsiteX329" fmla="*/ 389529 w 1632875"/>
                <a:gd name="connsiteY329" fmla="*/ 123422 h 1632970"/>
                <a:gd name="connsiteX330" fmla="*/ 391990 w 1632875"/>
                <a:gd name="connsiteY330" fmla="*/ 119016 h 1632970"/>
                <a:gd name="connsiteX331" fmla="*/ 440474 w 1632875"/>
                <a:gd name="connsiteY331" fmla="*/ 91602 h 1632970"/>
                <a:gd name="connsiteX332" fmla="*/ 447269 w 1632875"/>
                <a:gd name="connsiteY332" fmla="*/ 94469 h 1632970"/>
                <a:gd name="connsiteX333" fmla="*/ 445209 w 1632875"/>
                <a:gd name="connsiteY333" fmla="*/ 100834 h 1632970"/>
                <a:gd name="connsiteX334" fmla="*/ 397364 w 1632875"/>
                <a:gd name="connsiteY334" fmla="*/ 127893 h 1632970"/>
                <a:gd name="connsiteX335" fmla="*/ 394618 w 1632875"/>
                <a:gd name="connsiteY335" fmla="*/ 128651 h 1632970"/>
                <a:gd name="connsiteX336" fmla="*/ 1188803 w 1632875"/>
                <a:gd name="connsiteY336" fmla="*/ 100598 h 1632970"/>
                <a:gd name="connsiteX337" fmla="*/ 1186436 w 1632875"/>
                <a:gd name="connsiteY337" fmla="*/ 100030 h 1632970"/>
                <a:gd name="connsiteX338" fmla="*/ 1136721 w 1632875"/>
                <a:gd name="connsiteY338" fmla="*/ 76356 h 1632970"/>
                <a:gd name="connsiteX339" fmla="*/ 1134874 w 1632875"/>
                <a:gd name="connsiteY339" fmla="*/ 69227 h 1632970"/>
                <a:gd name="connsiteX340" fmla="*/ 1140887 w 1632875"/>
                <a:gd name="connsiteY340" fmla="*/ 66886 h 1632970"/>
                <a:gd name="connsiteX341" fmla="*/ 1191241 w 1632875"/>
                <a:gd name="connsiteY341" fmla="*/ 90844 h 1632970"/>
                <a:gd name="connsiteX342" fmla="*/ 1193443 w 1632875"/>
                <a:gd name="connsiteY342" fmla="*/ 97873 h 1632970"/>
                <a:gd name="connsiteX343" fmla="*/ 1188874 w 1632875"/>
                <a:gd name="connsiteY343" fmla="*/ 100669 h 1632970"/>
                <a:gd name="connsiteX344" fmla="*/ 492794 w 1632875"/>
                <a:gd name="connsiteY344" fmla="*/ 77563 h 1632970"/>
                <a:gd name="connsiteX345" fmla="*/ 487562 w 1632875"/>
                <a:gd name="connsiteY345" fmla="*/ 72376 h 1632970"/>
                <a:gd name="connsiteX346" fmla="*/ 490710 w 1632875"/>
                <a:gd name="connsiteY346" fmla="*/ 67573 h 1632970"/>
                <a:gd name="connsiteX347" fmla="*/ 542438 w 1632875"/>
                <a:gd name="connsiteY347" fmla="*/ 47048 h 1632970"/>
                <a:gd name="connsiteX348" fmla="*/ 548971 w 1632875"/>
                <a:gd name="connsiteY348" fmla="*/ 50459 h 1632970"/>
                <a:gd name="connsiteX349" fmla="*/ 545941 w 1632875"/>
                <a:gd name="connsiteY349" fmla="*/ 56848 h 1632970"/>
                <a:gd name="connsiteX350" fmla="*/ 494877 w 1632875"/>
                <a:gd name="connsiteY350" fmla="*/ 77113 h 1632970"/>
                <a:gd name="connsiteX351" fmla="*/ 492675 w 1632875"/>
                <a:gd name="connsiteY351" fmla="*/ 77468 h 1632970"/>
                <a:gd name="connsiteX352" fmla="*/ 1087195 w 1632875"/>
                <a:gd name="connsiteY352" fmla="*/ 56470 h 1632970"/>
                <a:gd name="connsiteX353" fmla="*/ 1085467 w 1632875"/>
                <a:gd name="connsiteY353" fmla="*/ 56186 h 1632970"/>
                <a:gd name="connsiteX354" fmla="*/ 1033029 w 1632875"/>
                <a:gd name="connsiteY354" fmla="*/ 39614 h 1632970"/>
                <a:gd name="connsiteX355" fmla="*/ 1029407 w 1632875"/>
                <a:gd name="connsiteY355" fmla="*/ 33198 h 1632970"/>
                <a:gd name="connsiteX356" fmla="*/ 1035823 w 1632875"/>
                <a:gd name="connsiteY356" fmla="*/ 29576 h 1632970"/>
                <a:gd name="connsiteX357" fmla="*/ 1088947 w 1632875"/>
                <a:gd name="connsiteY357" fmla="*/ 46385 h 1632970"/>
                <a:gd name="connsiteX358" fmla="*/ 1092072 w 1632875"/>
                <a:gd name="connsiteY358" fmla="*/ 53049 h 1632970"/>
                <a:gd name="connsiteX359" fmla="*/ 1087195 w 1632875"/>
                <a:gd name="connsiteY359" fmla="*/ 56493 h 1632970"/>
                <a:gd name="connsiteX360" fmla="*/ 596911 w 1632875"/>
                <a:gd name="connsiteY360" fmla="*/ 40324 h 1632970"/>
                <a:gd name="connsiteX361" fmla="*/ 591608 w 1632875"/>
                <a:gd name="connsiteY361" fmla="*/ 35208 h 1632970"/>
                <a:gd name="connsiteX362" fmla="*/ 595348 w 1632875"/>
                <a:gd name="connsiteY362" fmla="*/ 30121 h 1632970"/>
                <a:gd name="connsiteX363" fmla="*/ 649467 w 1632875"/>
                <a:gd name="connsiteY363" fmla="*/ 16863 h 1632970"/>
                <a:gd name="connsiteX364" fmla="*/ 655622 w 1632875"/>
                <a:gd name="connsiteY364" fmla="*/ 20900 h 1632970"/>
                <a:gd name="connsiteX365" fmla="*/ 651597 w 1632875"/>
                <a:gd name="connsiteY365" fmla="*/ 27067 h 1632970"/>
                <a:gd name="connsiteX366" fmla="*/ 598165 w 1632875"/>
                <a:gd name="connsiteY366" fmla="*/ 40158 h 1632970"/>
                <a:gd name="connsiteX367" fmla="*/ 596792 w 1632875"/>
                <a:gd name="connsiteY367" fmla="*/ 40324 h 1632970"/>
                <a:gd name="connsiteX368" fmla="*/ 980616 w 1632875"/>
                <a:gd name="connsiteY368" fmla="*/ 26735 h 1632970"/>
                <a:gd name="connsiteX369" fmla="*/ 979550 w 1632875"/>
                <a:gd name="connsiteY369" fmla="*/ 26735 h 1632970"/>
                <a:gd name="connsiteX370" fmla="*/ 925337 w 1632875"/>
                <a:gd name="connsiteY370" fmla="*/ 17479 h 1632970"/>
                <a:gd name="connsiteX371" fmla="*/ 920934 w 1632875"/>
                <a:gd name="connsiteY371" fmla="*/ 11570 h 1632970"/>
                <a:gd name="connsiteX372" fmla="*/ 926734 w 1632875"/>
                <a:gd name="connsiteY372" fmla="*/ 7157 h 1632970"/>
                <a:gd name="connsiteX373" fmla="*/ 981657 w 1632875"/>
                <a:gd name="connsiteY373" fmla="*/ 16627 h 1632970"/>
                <a:gd name="connsiteX374" fmla="*/ 985634 w 1632875"/>
                <a:gd name="connsiteY374" fmla="*/ 22820 h 1632970"/>
                <a:gd name="connsiteX375" fmla="*/ 980616 w 1632875"/>
                <a:gd name="connsiteY375" fmla="*/ 26925 h 1632970"/>
                <a:gd name="connsiteX376" fmla="*/ 705242 w 1632875"/>
                <a:gd name="connsiteY376" fmla="*/ 17716 h 1632970"/>
                <a:gd name="connsiteX377" fmla="*/ 700034 w 1632875"/>
                <a:gd name="connsiteY377" fmla="*/ 12517 h 1632970"/>
                <a:gd name="connsiteX378" fmla="*/ 704532 w 1632875"/>
                <a:gd name="connsiteY378" fmla="*/ 7347 h 1632970"/>
                <a:gd name="connsiteX379" fmla="*/ 759952 w 1632875"/>
                <a:gd name="connsiteY379" fmla="*/ 1618 h 1632970"/>
                <a:gd name="connsiteX380" fmla="*/ 765516 w 1632875"/>
                <a:gd name="connsiteY380" fmla="*/ 6459 h 1632970"/>
                <a:gd name="connsiteX381" fmla="*/ 760662 w 1632875"/>
                <a:gd name="connsiteY381" fmla="*/ 12010 h 1632970"/>
                <a:gd name="connsiteX382" fmla="*/ 705952 w 1632875"/>
                <a:gd name="connsiteY382" fmla="*/ 17668 h 1632970"/>
                <a:gd name="connsiteX383" fmla="*/ 870959 w 1632875"/>
                <a:gd name="connsiteY383" fmla="*/ 11892 h 1632970"/>
                <a:gd name="connsiteX384" fmla="*/ 870627 w 1632875"/>
                <a:gd name="connsiteY384" fmla="*/ 11892 h 1632970"/>
                <a:gd name="connsiteX385" fmla="*/ 816651 w 1632875"/>
                <a:gd name="connsiteY385" fmla="*/ 10116 h 1632970"/>
                <a:gd name="connsiteX386" fmla="*/ 815515 w 1632875"/>
                <a:gd name="connsiteY386" fmla="*/ 10116 h 1632970"/>
                <a:gd name="connsiteX387" fmla="*/ 810306 w 1632875"/>
                <a:gd name="connsiteY387" fmla="*/ 4908 h 1632970"/>
                <a:gd name="connsiteX388" fmla="*/ 815515 w 1632875"/>
                <a:gd name="connsiteY388" fmla="*/ -300 h 1632970"/>
                <a:gd name="connsiteX389" fmla="*/ 816509 w 1632875"/>
                <a:gd name="connsiteY389" fmla="*/ -300 h 1632970"/>
                <a:gd name="connsiteX390" fmla="*/ 871195 w 1632875"/>
                <a:gd name="connsiteY390" fmla="*/ 1499 h 1632970"/>
                <a:gd name="connsiteX391" fmla="*/ 876238 w 1632875"/>
                <a:gd name="connsiteY391" fmla="*/ 6885 h 1632970"/>
                <a:gd name="connsiteX392" fmla="*/ 870840 w 1632875"/>
                <a:gd name="connsiteY392" fmla="*/ 11916 h 163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</a:cxnLst>
              <a:rect l="l" t="t" r="r" b="b"/>
              <a:pathLst>
                <a:path w="1632875" h="1632970">
                  <a:moveTo>
                    <a:pt x="816533" y="1632552"/>
                  </a:moveTo>
                  <a:cubicBezTo>
                    <a:pt x="797996" y="1632552"/>
                    <a:pt x="779270" y="1631913"/>
                    <a:pt x="760852" y="1630658"/>
                  </a:cubicBezTo>
                  <a:cubicBezTo>
                    <a:pt x="758035" y="1630421"/>
                    <a:pt x="755904" y="1627959"/>
                    <a:pt x="756117" y="1625119"/>
                  </a:cubicBezTo>
                  <a:cubicBezTo>
                    <a:pt x="756378" y="1622302"/>
                    <a:pt x="758840" y="1620195"/>
                    <a:pt x="761657" y="1620384"/>
                  </a:cubicBezTo>
                  <a:cubicBezTo>
                    <a:pt x="779838" y="1621615"/>
                    <a:pt x="798327" y="1622254"/>
                    <a:pt x="816627" y="1622254"/>
                  </a:cubicBezTo>
                  <a:lnTo>
                    <a:pt x="818663" y="1622254"/>
                  </a:lnTo>
                  <a:cubicBezTo>
                    <a:pt x="821528" y="1622254"/>
                    <a:pt x="823871" y="1624598"/>
                    <a:pt x="823871" y="1627462"/>
                  </a:cubicBezTo>
                  <a:cubicBezTo>
                    <a:pt x="823871" y="1630327"/>
                    <a:pt x="821528" y="1632671"/>
                    <a:pt x="818663" y="1632671"/>
                  </a:cubicBezTo>
                  <a:close/>
                  <a:moveTo>
                    <a:pt x="873894" y="1630540"/>
                  </a:moveTo>
                  <a:cubicBezTo>
                    <a:pt x="871029" y="1630634"/>
                    <a:pt x="868591" y="1628386"/>
                    <a:pt x="868497" y="1625521"/>
                  </a:cubicBezTo>
                  <a:cubicBezTo>
                    <a:pt x="868402" y="1622656"/>
                    <a:pt x="870651" y="1620218"/>
                    <a:pt x="873515" y="1620123"/>
                  </a:cubicBezTo>
                  <a:cubicBezTo>
                    <a:pt x="891768" y="1618845"/>
                    <a:pt x="910162" y="1616928"/>
                    <a:pt x="928225" y="1614418"/>
                  </a:cubicBezTo>
                  <a:cubicBezTo>
                    <a:pt x="931066" y="1614016"/>
                    <a:pt x="933718" y="1616004"/>
                    <a:pt x="934096" y="1618845"/>
                  </a:cubicBezTo>
                  <a:cubicBezTo>
                    <a:pt x="934499" y="1621710"/>
                    <a:pt x="932511" y="1624337"/>
                    <a:pt x="929670" y="1624740"/>
                  </a:cubicBezTo>
                  <a:cubicBezTo>
                    <a:pt x="911370" y="1627273"/>
                    <a:pt x="892715" y="1629238"/>
                    <a:pt x="874249" y="1630516"/>
                  </a:cubicBezTo>
                  <a:close/>
                  <a:moveTo>
                    <a:pt x="706142" y="1625071"/>
                  </a:moveTo>
                  <a:lnTo>
                    <a:pt x="705431" y="1625071"/>
                  </a:lnTo>
                  <a:cubicBezTo>
                    <a:pt x="687108" y="1622562"/>
                    <a:pt x="668619" y="1619389"/>
                    <a:pt x="650508" y="1615602"/>
                  </a:cubicBezTo>
                  <a:cubicBezTo>
                    <a:pt x="647691" y="1615010"/>
                    <a:pt x="645892" y="1612264"/>
                    <a:pt x="646484" y="1609423"/>
                  </a:cubicBezTo>
                  <a:cubicBezTo>
                    <a:pt x="647052" y="1606606"/>
                    <a:pt x="649822" y="1604807"/>
                    <a:pt x="652639" y="1605398"/>
                  </a:cubicBezTo>
                  <a:cubicBezTo>
                    <a:pt x="670513" y="1609115"/>
                    <a:pt x="688741" y="1612240"/>
                    <a:pt x="706852" y="1614726"/>
                  </a:cubicBezTo>
                  <a:cubicBezTo>
                    <a:pt x="709693" y="1615105"/>
                    <a:pt x="711705" y="1617732"/>
                    <a:pt x="711303" y="1620597"/>
                  </a:cubicBezTo>
                  <a:cubicBezTo>
                    <a:pt x="710971" y="1623177"/>
                    <a:pt x="708746" y="1625095"/>
                    <a:pt x="706142" y="1625095"/>
                  </a:cubicBezTo>
                  <a:close/>
                  <a:moveTo>
                    <a:pt x="983480" y="1615270"/>
                  </a:moveTo>
                  <a:cubicBezTo>
                    <a:pt x="980592" y="1615246"/>
                    <a:pt x="978296" y="1612903"/>
                    <a:pt x="978319" y="1610015"/>
                  </a:cubicBezTo>
                  <a:cubicBezTo>
                    <a:pt x="978319" y="1607576"/>
                    <a:pt x="980024" y="1605493"/>
                    <a:pt x="982415" y="1604972"/>
                  </a:cubicBezTo>
                  <a:cubicBezTo>
                    <a:pt x="1000289" y="1601208"/>
                    <a:pt x="1018257" y="1596781"/>
                    <a:pt x="1035823" y="1591810"/>
                  </a:cubicBezTo>
                  <a:cubicBezTo>
                    <a:pt x="1038593" y="1591028"/>
                    <a:pt x="1041481" y="1592638"/>
                    <a:pt x="1042262" y="1595408"/>
                  </a:cubicBezTo>
                  <a:cubicBezTo>
                    <a:pt x="1043043" y="1598178"/>
                    <a:pt x="1041434" y="1601066"/>
                    <a:pt x="1038664" y="1601847"/>
                  </a:cubicBezTo>
                  <a:cubicBezTo>
                    <a:pt x="1020861" y="1606866"/>
                    <a:pt x="1002680" y="1611317"/>
                    <a:pt x="984545" y="1615152"/>
                  </a:cubicBezTo>
                  <a:cubicBezTo>
                    <a:pt x="984238" y="1615223"/>
                    <a:pt x="983906" y="1615270"/>
                    <a:pt x="983598" y="1615270"/>
                  </a:cubicBezTo>
                  <a:close/>
                  <a:moveTo>
                    <a:pt x="597716" y="1602581"/>
                  </a:moveTo>
                  <a:cubicBezTo>
                    <a:pt x="597242" y="1602581"/>
                    <a:pt x="596769" y="1602534"/>
                    <a:pt x="596319" y="1602392"/>
                  </a:cubicBezTo>
                  <a:cubicBezTo>
                    <a:pt x="578516" y="1597397"/>
                    <a:pt x="560643" y="1591715"/>
                    <a:pt x="543195" y="1585512"/>
                  </a:cubicBezTo>
                  <a:cubicBezTo>
                    <a:pt x="540520" y="1584447"/>
                    <a:pt x="539242" y="1581393"/>
                    <a:pt x="540307" y="1578742"/>
                  </a:cubicBezTo>
                  <a:cubicBezTo>
                    <a:pt x="541325" y="1576208"/>
                    <a:pt x="544095" y="1574907"/>
                    <a:pt x="546699" y="1575711"/>
                  </a:cubicBezTo>
                  <a:cubicBezTo>
                    <a:pt x="563910" y="1581843"/>
                    <a:pt x="581547" y="1587548"/>
                    <a:pt x="599112" y="1592283"/>
                  </a:cubicBezTo>
                  <a:cubicBezTo>
                    <a:pt x="601882" y="1593040"/>
                    <a:pt x="603516" y="1595929"/>
                    <a:pt x="602735" y="1598699"/>
                  </a:cubicBezTo>
                  <a:cubicBezTo>
                    <a:pt x="602119" y="1600948"/>
                    <a:pt x="600059" y="1602510"/>
                    <a:pt x="597716" y="1602510"/>
                  </a:cubicBezTo>
                  <a:close/>
                  <a:moveTo>
                    <a:pt x="1089894" y="1585133"/>
                  </a:moveTo>
                  <a:cubicBezTo>
                    <a:pt x="1087029" y="1585133"/>
                    <a:pt x="1084685" y="1582814"/>
                    <a:pt x="1084685" y="1579925"/>
                  </a:cubicBezTo>
                  <a:cubicBezTo>
                    <a:pt x="1084662" y="1577747"/>
                    <a:pt x="1086059" y="1575759"/>
                    <a:pt x="1088118" y="1575025"/>
                  </a:cubicBezTo>
                  <a:cubicBezTo>
                    <a:pt x="1105282" y="1568870"/>
                    <a:pt x="1122445" y="1562028"/>
                    <a:pt x="1139159" y="1554689"/>
                  </a:cubicBezTo>
                  <a:cubicBezTo>
                    <a:pt x="1141645" y="1553245"/>
                    <a:pt x="1144841" y="1554097"/>
                    <a:pt x="1146285" y="1556583"/>
                  </a:cubicBezTo>
                  <a:cubicBezTo>
                    <a:pt x="1147729" y="1559069"/>
                    <a:pt x="1146877" y="1562265"/>
                    <a:pt x="1144391" y="1563709"/>
                  </a:cubicBezTo>
                  <a:cubicBezTo>
                    <a:pt x="1144059" y="1563898"/>
                    <a:pt x="1143704" y="1564040"/>
                    <a:pt x="1143349" y="1564159"/>
                  </a:cubicBezTo>
                  <a:cubicBezTo>
                    <a:pt x="1126422" y="1571592"/>
                    <a:pt x="1109022" y="1578505"/>
                    <a:pt x="1091646" y="1584755"/>
                  </a:cubicBezTo>
                  <a:cubicBezTo>
                    <a:pt x="1091101" y="1584968"/>
                    <a:pt x="1090533" y="1585110"/>
                    <a:pt x="1089965" y="1585133"/>
                  </a:cubicBezTo>
                  <a:close/>
                  <a:moveTo>
                    <a:pt x="493314" y="1565437"/>
                  </a:moveTo>
                  <a:cubicBezTo>
                    <a:pt x="492604" y="1565437"/>
                    <a:pt x="491894" y="1565295"/>
                    <a:pt x="491231" y="1564987"/>
                  </a:cubicBezTo>
                  <a:cubicBezTo>
                    <a:pt x="474257" y="1557601"/>
                    <a:pt x="457330" y="1549528"/>
                    <a:pt x="440901" y="1540958"/>
                  </a:cubicBezTo>
                  <a:cubicBezTo>
                    <a:pt x="438225" y="1539869"/>
                    <a:pt x="436947" y="1536839"/>
                    <a:pt x="438036" y="1534164"/>
                  </a:cubicBezTo>
                  <a:cubicBezTo>
                    <a:pt x="439125" y="1531512"/>
                    <a:pt x="442155" y="1530234"/>
                    <a:pt x="444831" y="1531299"/>
                  </a:cubicBezTo>
                  <a:cubicBezTo>
                    <a:pt x="445115" y="1531418"/>
                    <a:pt x="445375" y="1531560"/>
                    <a:pt x="445635" y="1531726"/>
                  </a:cubicBezTo>
                  <a:cubicBezTo>
                    <a:pt x="461852" y="1540177"/>
                    <a:pt x="478566" y="1548155"/>
                    <a:pt x="495350" y="1555399"/>
                  </a:cubicBezTo>
                  <a:cubicBezTo>
                    <a:pt x="498002" y="1556536"/>
                    <a:pt x="499209" y="1559613"/>
                    <a:pt x="498073" y="1562241"/>
                  </a:cubicBezTo>
                  <a:cubicBezTo>
                    <a:pt x="497244" y="1564159"/>
                    <a:pt x="495350" y="1565390"/>
                    <a:pt x="493267" y="1565390"/>
                  </a:cubicBezTo>
                  <a:close/>
                  <a:moveTo>
                    <a:pt x="1191028" y="1540745"/>
                  </a:moveTo>
                  <a:cubicBezTo>
                    <a:pt x="1188140" y="1540698"/>
                    <a:pt x="1185844" y="1538307"/>
                    <a:pt x="1185891" y="1535419"/>
                  </a:cubicBezTo>
                  <a:cubicBezTo>
                    <a:pt x="1185915" y="1533525"/>
                    <a:pt x="1186980" y="1531796"/>
                    <a:pt x="1188661" y="1530897"/>
                  </a:cubicBezTo>
                  <a:cubicBezTo>
                    <a:pt x="1204806" y="1522469"/>
                    <a:pt x="1220881" y="1513331"/>
                    <a:pt x="1236458" y="1503790"/>
                  </a:cubicBezTo>
                  <a:cubicBezTo>
                    <a:pt x="1238873" y="1502228"/>
                    <a:pt x="1242092" y="1502938"/>
                    <a:pt x="1243655" y="1505377"/>
                  </a:cubicBezTo>
                  <a:cubicBezTo>
                    <a:pt x="1245194" y="1507791"/>
                    <a:pt x="1244507" y="1511011"/>
                    <a:pt x="1242069" y="1512550"/>
                  </a:cubicBezTo>
                  <a:cubicBezTo>
                    <a:pt x="1242022" y="1512597"/>
                    <a:pt x="1241974" y="1512644"/>
                    <a:pt x="1241903" y="1512668"/>
                  </a:cubicBezTo>
                  <a:cubicBezTo>
                    <a:pt x="1226136" y="1522351"/>
                    <a:pt x="1209849" y="1531607"/>
                    <a:pt x="1193490" y="1540130"/>
                  </a:cubicBezTo>
                  <a:cubicBezTo>
                    <a:pt x="1192780" y="1540508"/>
                    <a:pt x="1191999" y="1540721"/>
                    <a:pt x="1191194" y="1540745"/>
                  </a:cubicBezTo>
                  <a:close/>
                  <a:moveTo>
                    <a:pt x="395044" y="1514325"/>
                  </a:moveTo>
                  <a:cubicBezTo>
                    <a:pt x="394074" y="1514325"/>
                    <a:pt x="393150" y="1514065"/>
                    <a:pt x="392322" y="1513568"/>
                  </a:cubicBezTo>
                  <a:cubicBezTo>
                    <a:pt x="376531" y="1503933"/>
                    <a:pt x="360859" y="1493611"/>
                    <a:pt x="345755" y="1482910"/>
                  </a:cubicBezTo>
                  <a:cubicBezTo>
                    <a:pt x="343365" y="1481324"/>
                    <a:pt x="342702" y="1478104"/>
                    <a:pt x="344288" y="1475690"/>
                  </a:cubicBezTo>
                  <a:cubicBezTo>
                    <a:pt x="345850" y="1473299"/>
                    <a:pt x="349094" y="1472636"/>
                    <a:pt x="351485" y="1474222"/>
                  </a:cubicBezTo>
                  <a:cubicBezTo>
                    <a:pt x="351579" y="1474269"/>
                    <a:pt x="351674" y="1474340"/>
                    <a:pt x="351769" y="1474411"/>
                  </a:cubicBezTo>
                  <a:cubicBezTo>
                    <a:pt x="366683" y="1484970"/>
                    <a:pt x="382166" y="1495149"/>
                    <a:pt x="397743" y="1504666"/>
                  </a:cubicBezTo>
                  <a:cubicBezTo>
                    <a:pt x="400205" y="1506158"/>
                    <a:pt x="400987" y="1509354"/>
                    <a:pt x="399495" y="1511816"/>
                  </a:cubicBezTo>
                  <a:cubicBezTo>
                    <a:pt x="398548" y="1513378"/>
                    <a:pt x="396867" y="1514325"/>
                    <a:pt x="395044" y="1514325"/>
                  </a:cubicBezTo>
                  <a:close/>
                  <a:moveTo>
                    <a:pt x="1285321" y="1482934"/>
                  </a:moveTo>
                  <a:cubicBezTo>
                    <a:pt x="1282433" y="1482957"/>
                    <a:pt x="1280089" y="1480637"/>
                    <a:pt x="1280065" y="1477773"/>
                  </a:cubicBezTo>
                  <a:cubicBezTo>
                    <a:pt x="1280065" y="1476045"/>
                    <a:pt x="1280894" y="1474459"/>
                    <a:pt x="1282291" y="1473464"/>
                  </a:cubicBezTo>
                  <a:cubicBezTo>
                    <a:pt x="1297158" y="1462906"/>
                    <a:pt x="1311883" y="1451684"/>
                    <a:pt x="1326016" y="1440108"/>
                  </a:cubicBezTo>
                  <a:cubicBezTo>
                    <a:pt x="1328265" y="1438309"/>
                    <a:pt x="1331556" y="1438687"/>
                    <a:pt x="1333331" y="1440960"/>
                  </a:cubicBezTo>
                  <a:cubicBezTo>
                    <a:pt x="1335083" y="1443162"/>
                    <a:pt x="1334752" y="1446358"/>
                    <a:pt x="1332598" y="1448181"/>
                  </a:cubicBezTo>
                  <a:cubicBezTo>
                    <a:pt x="1318393" y="1460018"/>
                    <a:pt x="1303384" y="1471263"/>
                    <a:pt x="1288327" y="1481963"/>
                  </a:cubicBezTo>
                  <a:cubicBezTo>
                    <a:pt x="1287499" y="1482555"/>
                    <a:pt x="1286504" y="1482910"/>
                    <a:pt x="1285487" y="1482934"/>
                  </a:cubicBezTo>
                  <a:close/>
                  <a:moveTo>
                    <a:pt x="304658" y="1450359"/>
                  </a:moveTo>
                  <a:cubicBezTo>
                    <a:pt x="303450" y="1450359"/>
                    <a:pt x="302290" y="1449956"/>
                    <a:pt x="301367" y="1449199"/>
                  </a:cubicBezTo>
                  <a:cubicBezTo>
                    <a:pt x="287045" y="1437504"/>
                    <a:pt x="272959" y="1425170"/>
                    <a:pt x="259394" y="1412528"/>
                  </a:cubicBezTo>
                  <a:cubicBezTo>
                    <a:pt x="257192" y="1410681"/>
                    <a:pt x="256908" y="1407391"/>
                    <a:pt x="258754" y="1405189"/>
                  </a:cubicBezTo>
                  <a:cubicBezTo>
                    <a:pt x="260601" y="1402988"/>
                    <a:pt x="263892" y="1402703"/>
                    <a:pt x="266093" y="1404550"/>
                  </a:cubicBezTo>
                  <a:cubicBezTo>
                    <a:pt x="266235" y="1404668"/>
                    <a:pt x="266378" y="1404787"/>
                    <a:pt x="266496" y="1404929"/>
                  </a:cubicBezTo>
                  <a:cubicBezTo>
                    <a:pt x="279848" y="1417405"/>
                    <a:pt x="293815" y="1429573"/>
                    <a:pt x="307949" y="1441102"/>
                  </a:cubicBezTo>
                  <a:cubicBezTo>
                    <a:pt x="310174" y="1442901"/>
                    <a:pt x="310529" y="1446192"/>
                    <a:pt x="308730" y="1448417"/>
                  </a:cubicBezTo>
                  <a:cubicBezTo>
                    <a:pt x="307736" y="1449648"/>
                    <a:pt x="306244" y="1450359"/>
                    <a:pt x="304658" y="1450359"/>
                  </a:cubicBezTo>
                  <a:close/>
                  <a:moveTo>
                    <a:pt x="1370949" y="1412859"/>
                  </a:moveTo>
                  <a:cubicBezTo>
                    <a:pt x="1369505" y="1412859"/>
                    <a:pt x="1368108" y="1412267"/>
                    <a:pt x="1367138" y="1411202"/>
                  </a:cubicBezTo>
                  <a:cubicBezTo>
                    <a:pt x="1365173" y="1409095"/>
                    <a:pt x="1365291" y="1405805"/>
                    <a:pt x="1367374" y="1403840"/>
                  </a:cubicBezTo>
                  <a:cubicBezTo>
                    <a:pt x="1380703" y="1391364"/>
                    <a:pt x="1393771" y="1378248"/>
                    <a:pt x="1406223" y="1364873"/>
                  </a:cubicBezTo>
                  <a:cubicBezTo>
                    <a:pt x="1408188" y="1362766"/>
                    <a:pt x="1411478" y="1362647"/>
                    <a:pt x="1413585" y="1364612"/>
                  </a:cubicBezTo>
                  <a:cubicBezTo>
                    <a:pt x="1415692" y="1366577"/>
                    <a:pt x="1415811" y="1369868"/>
                    <a:pt x="1413846" y="1371975"/>
                  </a:cubicBezTo>
                  <a:cubicBezTo>
                    <a:pt x="1401228" y="1385516"/>
                    <a:pt x="1387994" y="1398797"/>
                    <a:pt x="1374500" y="1411439"/>
                  </a:cubicBezTo>
                  <a:cubicBezTo>
                    <a:pt x="1373577" y="1412315"/>
                    <a:pt x="1372369" y="1412812"/>
                    <a:pt x="1371115" y="1412859"/>
                  </a:cubicBezTo>
                  <a:close/>
                  <a:moveTo>
                    <a:pt x="223954" y="1374792"/>
                  </a:moveTo>
                  <a:cubicBezTo>
                    <a:pt x="222510" y="1374792"/>
                    <a:pt x="221137" y="1374176"/>
                    <a:pt x="220143" y="1373135"/>
                  </a:cubicBezTo>
                  <a:cubicBezTo>
                    <a:pt x="207525" y="1359617"/>
                    <a:pt x="195190" y="1345507"/>
                    <a:pt x="183496" y="1331161"/>
                  </a:cubicBezTo>
                  <a:cubicBezTo>
                    <a:pt x="181720" y="1328912"/>
                    <a:pt x="182075" y="1325621"/>
                    <a:pt x="184348" y="1323846"/>
                  </a:cubicBezTo>
                  <a:cubicBezTo>
                    <a:pt x="186549" y="1322094"/>
                    <a:pt x="189745" y="1322426"/>
                    <a:pt x="191568" y="1324580"/>
                  </a:cubicBezTo>
                  <a:cubicBezTo>
                    <a:pt x="203121" y="1338784"/>
                    <a:pt x="215242" y="1352681"/>
                    <a:pt x="227765" y="1366033"/>
                  </a:cubicBezTo>
                  <a:cubicBezTo>
                    <a:pt x="229707" y="1368163"/>
                    <a:pt x="229565" y="1371478"/>
                    <a:pt x="227434" y="1373419"/>
                  </a:cubicBezTo>
                  <a:cubicBezTo>
                    <a:pt x="226487" y="1374295"/>
                    <a:pt x="225232" y="1374768"/>
                    <a:pt x="223954" y="1374792"/>
                  </a:cubicBezTo>
                  <a:close/>
                  <a:moveTo>
                    <a:pt x="1446540" y="1331848"/>
                  </a:moveTo>
                  <a:cubicBezTo>
                    <a:pt x="1443675" y="1331848"/>
                    <a:pt x="1441331" y="1329528"/>
                    <a:pt x="1441331" y="1326640"/>
                  </a:cubicBezTo>
                  <a:cubicBezTo>
                    <a:pt x="1441307" y="1325456"/>
                    <a:pt x="1441734" y="1324272"/>
                    <a:pt x="1442491" y="1323349"/>
                  </a:cubicBezTo>
                  <a:cubicBezTo>
                    <a:pt x="1453997" y="1309145"/>
                    <a:pt x="1465194" y="1294396"/>
                    <a:pt x="1475634" y="1279481"/>
                  </a:cubicBezTo>
                  <a:cubicBezTo>
                    <a:pt x="1477292" y="1277138"/>
                    <a:pt x="1480535" y="1276569"/>
                    <a:pt x="1482879" y="1278203"/>
                  </a:cubicBezTo>
                  <a:cubicBezTo>
                    <a:pt x="1485246" y="1279860"/>
                    <a:pt x="1485814" y="1283127"/>
                    <a:pt x="1484157" y="1285471"/>
                  </a:cubicBezTo>
                  <a:cubicBezTo>
                    <a:pt x="1473504" y="1300598"/>
                    <a:pt x="1462164" y="1315560"/>
                    <a:pt x="1450517" y="1329907"/>
                  </a:cubicBezTo>
                  <a:cubicBezTo>
                    <a:pt x="1449546" y="1331114"/>
                    <a:pt x="1448078" y="1331824"/>
                    <a:pt x="1446540" y="1331848"/>
                  </a:cubicBezTo>
                  <a:close/>
                  <a:moveTo>
                    <a:pt x="153951" y="1289022"/>
                  </a:moveTo>
                  <a:cubicBezTo>
                    <a:pt x="152246" y="1289022"/>
                    <a:pt x="150660" y="1288217"/>
                    <a:pt x="149689" y="1286820"/>
                  </a:cubicBezTo>
                  <a:cubicBezTo>
                    <a:pt x="139012" y="1271716"/>
                    <a:pt x="128714" y="1256044"/>
                    <a:pt x="119079" y="1240301"/>
                  </a:cubicBezTo>
                  <a:cubicBezTo>
                    <a:pt x="117588" y="1237839"/>
                    <a:pt x="118369" y="1234643"/>
                    <a:pt x="120807" y="1233128"/>
                  </a:cubicBezTo>
                  <a:cubicBezTo>
                    <a:pt x="123269" y="1231637"/>
                    <a:pt x="126489" y="1232418"/>
                    <a:pt x="127980" y="1234880"/>
                  </a:cubicBezTo>
                  <a:cubicBezTo>
                    <a:pt x="137450" y="1250433"/>
                    <a:pt x="147653" y="1265893"/>
                    <a:pt x="158212" y="1280807"/>
                  </a:cubicBezTo>
                  <a:cubicBezTo>
                    <a:pt x="159869" y="1283151"/>
                    <a:pt x="159301" y="1286394"/>
                    <a:pt x="156957" y="1288051"/>
                  </a:cubicBezTo>
                  <a:cubicBezTo>
                    <a:pt x="156105" y="1288667"/>
                    <a:pt x="155087" y="1288998"/>
                    <a:pt x="154045" y="1289022"/>
                  </a:cubicBezTo>
                  <a:close/>
                  <a:moveTo>
                    <a:pt x="1510222" y="1241343"/>
                  </a:moveTo>
                  <a:cubicBezTo>
                    <a:pt x="1507357" y="1241343"/>
                    <a:pt x="1505037" y="1239047"/>
                    <a:pt x="1505014" y="1236182"/>
                  </a:cubicBezTo>
                  <a:cubicBezTo>
                    <a:pt x="1505014" y="1235211"/>
                    <a:pt x="1505298" y="1234264"/>
                    <a:pt x="1505795" y="1233436"/>
                  </a:cubicBezTo>
                  <a:cubicBezTo>
                    <a:pt x="1515264" y="1217811"/>
                    <a:pt x="1524355" y="1201666"/>
                    <a:pt x="1532759" y="1185425"/>
                  </a:cubicBezTo>
                  <a:cubicBezTo>
                    <a:pt x="1533848" y="1182750"/>
                    <a:pt x="1536878" y="1181472"/>
                    <a:pt x="1539554" y="1182561"/>
                  </a:cubicBezTo>
                  <a:cubicBezTo>
                    <a:pt x="1542205" y="1183650"/>
                    <a:pt x="1543484" y="1186680"/>
                    <a:pt x="1542418" y="1189355"/>
                  </a:cubicBezTo>
                  <a:cubicBezTo>
                    <a:pt x="1542300" y="1189639"/>
                    <a:pt x="1542158" y="1189900"/>
                    <a:pt x="1541992" y="1190160"/>
                  </a:cubicBezTo>
                  <a:cubicBezTo>
                    <a:pt x="1533493" y="1206590"/>
                    <a:pt x="1524308" y="1222948"/>
                    <a:pt x="1514696" y="1238762"/>
                  </a:cubicBezTo>
                  <a:cubicBezTo>
                    <a:pt x="1513773" y="1240325"/>
                    <a:pt x="1512116" y="1241295"/>
                    <a:pt x="1510317" y="1241343"/>
                  </a:cubicBezTo>
                  <a:close/>
                  <a:moveTo>
                    <a:pt x="96329" y="1194611"/>
                  </a:moveTo>
                  <a:cubicBezTo>
                    <a:pt x="94340" y="1194658"/>
                    <a:pt x="92517" y="1193569"/>
                    <a:pt x="91594" y="1191817"/>
                  </a:cubicBezTo>
                  <a:cubicBezTo>
                    <a:pt x="83048" y="1175411"/>
                    <a:pt x="75022" y="1158508"/>
                    <a:pt x="67588" y="1141581"/>
                  </a:cubicBezTo>
                  <a:cubicBezTo>
                    <a:pt x="66736" y="1138835"/>
                    <a:pt x="68299" y="1135923"/>
                    <a:pt x="71045" y="1135071"/>
                  </a:cubicBezTo>
                  <a:cubicBezTo>
                    <a:pt x="73341" y="1134361"/>
                    <a:pt x="75827" y="1135332"/>
                    <a:pt x="77058" y="1137415"/>
                  </a:cubicBezTo>
                  <a:cubicBezTo>
                    <a:pt x="84350" y="1154129"/>
                    <a:pt x="92328" y="1170819"/>
                    <a:pt x="100732" y="1187130"/>
                  </a:cubicBezTo>
                  <a:cubicBezTo>
                    <a:pt x="102081" y="1189687"/>
                    <a:pt x="101111" y="1192859"/>
                    <a:pt x="98554" y="1194208"/>
                  </a:cubicBezTo>
                  <a:cubicBezTo>
                    <a:pt x="98554" y="1194208"/>
                    <a:pt x="98530" y="1194232"/>
                    <a:pt x="98507" y="1194232"/>
                  </a:cubicBezTo>
                  <a:cubicBezTo>
                    <a:pt x="97844" y="1194492"/>
                    <a:pt x="97134" y="1194634"/>
                    <a:pt x="96423" y="1194611"/>
                  </a:cubicBezTo>
                  <a:close/>
                  <a:moveTo>
                    <a:pt x="1561239" y="1142978"/>
                  </a:moveTo>
                  <a:cubicBezTo>
                    <a:pt x="1560529" y="1142978"/>
                    <a:pt x="1559842" y="1142836"/>
                    <a:pt x="1559179" y="1142552"/>
                  </a:cubicBezTo>
                  <a:cubicBezTo>
                    <a:pt x="1556552" y="1141416"/>
                    <a:pt x="1555320" y="1138338"/>
                    <a:pt x="1556480" y="1135710"/>
                  </a:cubicBezTo>
                  <a:cubicBezTo>
                    <a:pt x="1556480" y="1135687"/>
                    <a:pt x="1556480" y="1135687"/>
                    <a:pt x="1556480" y="1135687"/>
                  </a:cubicBezTo>
                  <a:cubicBezTo>
                    <a:pt x="1563748" y="1118902"/>
                    <a:pt x="1570543" y="1101667"/>
                    <a:pt x="1576627" y="1084433"/>
                  </a:cubicBezTo>
                  <a:cubicBezTo>
                    <a:pt x="1577598" y="1081710"/>
                    <a:pt x="1580557" y="1080290"/>
                    <a:pt x="1583279" y="1081261"/>
                  </a:cubicBezTo>
                  <a:cubicBezTo>
                    <a:pt x="1586002" y="1082231"/>
                    <a:pt x="1587422" y="1085191"/>
                    <a:pt x="1586452" y="1087913"/>
                  </a:cubicBezTo>
                  <a:cubicBezTo>
                    <a:pt x="1580273" y="1105360"/>
                    <a:pt x="1573407" y="1122832"/>
                    <a:pt x="1566021" y="1139830"/>
                  </a:cubicBezTo>
                  <a:cubicBezTo>
                    <a:pt x="1565193" y="1141747"/>
                    <a:pt x="1563322" y="1142978"/>
                    <a:pt x="1561239" y="1142978"/>
                  </a:cubicBezTo>
                  <a:close/>
                  <a:moveTo>
                    <a:pt x="52224" y="1093263"/>
                  </a:moveTo>
                  <a:cubicBezTo>
                    <a:pt x="50023" y="1093263"/>
                    <a:pt x="48034" y="1091890"/>
                    <a:pt x="47300" y="1089807"/>
                  </a:cubicBezTo>
                  <a:cubicBezTo>
                    <a:pt x="41098" y="1072383"/>
                    <a:pt x="35463" y="1054509"/>
                    <a:pt x="30397" y="1036706"/>
                  </a:cubicBezTo>
                  <a:cubicBezTo>
                    <a:pt x="29474" y="1033984"/>
                    <a:pt x="30942" y="1031025"/>
                    <a:pt x="33664" y="1030102"/>
                  </a:cubicBezTo>
                  <a:cubicBezTo>
                    <a:pt x="36387" y="1029178"/>
                    <a:pt x="39346" y="1030646"/>
                    <a:pt x="40269" y="1033369"/>
                  </a:cubicBezTo>
                  <a:cubicBezTo>
                    <a:pt x="40317" y="1033534"/>
                    <a:pt x="40364" y="1033724"/>
                    <a:pt x="40411" y="1033889"/>
                  </a:cubicBezTo>
                  <a:cubicBezTo>
                    <a:pt x="45359" y="1051455"/>
                    <a:pt x="50970" y="1069092"/>
                    <a:pt x="57125" y="1086303"/>
                  </a:cubicBezTo>
                  <a:cubicBezTo>
                    <a:pt x="58096" y="1089026"/>
                    <a:pt x="56675" y="1091985"/>
                    <a:pt x="53953" y="1092955"/>
                  </a:cubicBezTo>
                  <a:cubicBezTo>
                    <a:pt x="53953" y="1092955"/>
                    <a:pt x="53953" y="1092955"/>
                    <a:pt x="53953" y="1092955"/>
                  </a:cubicBezTo>
                  <a:cubicBezTo>
                    <a:pt x="53408" y="1093169"/>
                    <a:pt x="52816" y="1093287"/>
                    <a:pt x="52224" y="1093311"/>
                  </a:cubicBezTo>
                  <a:close/>
                  <a:moveTo>
                    <a:pt x="1598123" y="1038553"/>
                  </a:moveTo>
                  <a:cubicBezTo>
                    <a:pt x="1597649" y="1038553"/>
                    <a:pt x="1597176" y="1038482"/>
                    <a:pt x="1596726" y="1038364"/>
                  </a:cubicBezTo>
                  <a:cubicBezTo>
                    <a:pt x="1593956" y="1037583"/>
                    <a:pt x="1592323" y="1034718"/>
                    <a:pt x="1593104" y="1031948"/>
                  </a:cubicBezTo>
                  <a:cubicBezTo>
                    <a:pt x="1593104" y="1031948"/>
                    <a:pt x="1593104" y="1031948"/>
                    <a:pt x="1593104" y="1031948"/>
                  </a:cubicBezTo>
                  <a:cubicBezTo>
                    <a:pt x="1598004" y="1014359"/>
                    <a:pt x="1602337" y="996438"/>
                    <a:pt x="1606006" y="978469"/>
                  </a:cubicBezTo>
                  <a:cubicBezTo>
                    <a:pt x="1606598" y="975652"/>
                    <a:pt x="1609344" y="973829"/>
                    <a:pt x="1612161" y="974421"/>
                  </a:cubicBezTo>
                  <a:cubicBezTo>
                    <a:pt x="1614978" y="975013"/>
                    <a:pt x="1616801" y="977759"/>
                    <a:pt x="1616209" y="980576"/>
                  </a:cubicBezTo>
                  <a:cubicBezTo>
                    <a:pt x="1612493" y="998686"/>
                    <a:pt x="1608089" y="1016915"/>
                    <a:pt x="1603141" y="1034742"/>
                  </a:cubicBezTo>
                  <a:cubicBezTo>
                    <a:pt x="1602550" y="1036991"/>
                    <a:pt x="1600537" y="1038577"/>
                    <a:pt x="1598217" y="1038624"/>
                  </a:cubicBezTo>
                  <a:close/>
                  <a:moveTo>
                    <a:pt x="22182" y="986731"/>
                  </a:moveTo>
                  <a:cubicBezTo>
                    <a:pt x="19720" y="986731"/>
                    <a:pt x="17589" y="985003"/>
                    <a:pt x="17069" y="982588"/>
                  </a:cubicBezTo>
                  <a:cubicBezTo>
                    <a:pt x="13305" y="964478"/>
                    <a:pt x="10132" y="946012"/>
                    <a:pt x="7599" y="927689"/>
                  </a:cubicBezTo>
                  <a:cubicBezTo>
                    <a:pt x="7031" y="924871"/>
                    <a:pt x="8854" y="922126"/>
                    <a:pt x="11671" y="921557"/>
                  </a:cubicBezTo>
                  <a:cubicBezTo>
                    <a:pt x="14488" y="920966"/>
                    <a:pt x="17235" y="922788"/>
                    <a:pt x="17803" y="925605"/>
                  </a:cubicBezTo>
                  <a:cubicBezTo>
                    <a:pt x="17850" y="925842"/>
                    <a:pt x="17874" y="926055"/>
                    <a:pt x="17897" y="926268"/>
                  </a:cubicBezTo>
                  <a:cubicBezTo>
                    <a:pt x="20265" y="944355"/>
                    <a:pt x="23532" y="962608"/>
                    <a:pt x="27249" y="980458"/>
                  </a:cubicBezTo>
                  <a:cubicBezTo>
                    <a:pt x="27840" y="983251"/>
                    <a:pt x="26065" y="986021"/>
                    <a:pt x="23248" y="986613"/>
                  </a:cubicBezTo>
                  <a:cubicBezTo>
                    <a:pt x="23248" y="986613"/>
                    <a:pt x="23224" y="986613"/>
                    <a:pt x="23224" y="986613"/>
                  </a:cubicBezTo>
                  <a:cubicBezTo>
                    <a:pt x="22916" y="986707"/>
                    <a:pt x="22608" y="986755"/>
                    <a:pt x="22277" y="986778"/>
                  </a:cubicBezTo>
                  <a:close/>
                  <a:moveTo>
                    <a:pt x="1620400" y="930151"/>
                  </a:moveTo>
                  <a:cubicBezTo>
                    <a:pt x="1620163" y="930174"/>
                    <a:pt x="1619926" y="930174"/>
                    <a:pt x="1619689" y="930151"/>
                  </a:cubicBezTo>
                  <a:cubicBezTo>
                    <a:pt x="1616849" y="929772"/>
                    <a:pt x="1614836" y="927144"/>
                    <a:pt x="1615215" y="924303"/>
                  </a:cubicBezTo>
                  <a:cubicBezTo>
                    <a:pt x="1617583" y="906240"/>
                    <a:pt x="1619500" y="887822"/>
                    <a:pt x="1620707" y="869570"/>
                  </a:cubicBezTo>
                  <a:cubicBezTo>
                    <a:pt x="1620944" y="866705"/>
                    <a:pt x="1623454" y="864574"/>
                    <a:pt x="1626318" y="864787"/>
                  </a:cubicBezTo>
                  <a:cubicBezTo>
                    <a:pt x="1629135" y="865024"/>
                    <a:pt x="1631242" y="867439"/>
                    <a:pt x="1631100" y="870256"/>
                  </a:cubicBezTo>
                  <a:cubicBezTo>
                    <a:pt x="1629893" y="888745"/>
                    <a:pt x="1628023" y="907377"/>
                    <a:pt x="1625537" y="925700"/>
                  </a:cubicBezTo>
                  <a:cubicBezTo>
                    <a:pt x="1625205" y="928257"/>
                    <a:pt x="1623004" y="930174"/>
                    <a:pt x="1620423" y="930198"/>
                  </a:cubicBezTo>
                  <a:close/>
                  <a:moveTo>
                    <a:pt x="7102" y="877122"/>
                  </a:moveTo>
                  <a:cubicBezTo>
                    <a:pt x="4403" y="877122"/>
                    <a:pt x="2154" y="875062"/>
                    <a:pt x="1917" y="872387"/>
                  </a:cubicBezTo>
                  <a:cubicBezTo>
                    <a:pt x="663" y="853969"/>
                    <a:pt x="24" y="835219"/>
                    <a:pt x="0" y="816682"/>
                  </a:cubicBezTo>
                  <a:cubicBezTo>
                    <a:pt x="24" y="813818"/>
                    <a:pt x="2344" y="811498"/>
                    <a:pt x="5208" y="811474"/>
                  </a:cubicBezTo>
                  <a:lnTo>
                    <a:pt x="5208" y="811474"/>
                  </a:lnTo>
                  <a:cubicBezTo>
                    <a:pt x="8073" y="811450"/>
                    <a:pt x="10393" y="813771"/>
                    <a:pt x="10417" y="816635"/>
                  </a:cubicBezTo>
                  <a:cubicBezTo>
                    <a:pt x="10417" y="816659"/>
                    <a:pt x="10417" y="816659"/>
                    <a:pt x="10417" y="816682"/>
                  </a:cubicBezTo>
                  <a:cubicBezTo>
                    <a:pt x="10417" y="834982"/>
                    <a:pt x="11079" y="853495"/>
                    <a:pt x="12310" y="871677"/>
                  </a:cubicBezTo>
                  <a:cubicBezTo>
                    <a:pt x="12524" y="874518"/>
                    <a:pt x="10393" y="876979"/>
                    <a:pt x="7575" y="877216"/>
                  </a:cubicBezTo>
                  <a:close/>
                  <a:moveTo>
                    <a:pt x="1627668" y="819736"/>
                  </a:moveTo>
                  <a:cubicBezTo>
                    <a:pt x="1624803" y="819736"/>
                    <a:pt x="1622483" y="817416"/>
                    <a:pt x="1622459" y="814552"/>
                  </a:cubicBezTo>
                  <a:cubicBezTo>
                    <a:pt x="1622459" y="796252"/>
                    <a:pt x="1621773" y="777763"/>
                    <a:pt x="1620494" y="759558"/>
                  </a:cubicBezTo>
                  <a:cubicBezTo>
                    <a:pt x="1620305" y="756688"/>
                    <a:pt x="1622459" y="754202"/>
                    <a:pt x="1625347" y="754006"/>
                  </a:cubicBezTo>
                  <a:cubicBezTo>
                    <a:pt x="1628212" y="753810"/>
                    <a:pt x="1630698" y="755978"/>
                    <a:pt x="1630887" y="758847"/>
                  </a:cubicBezTo>
                  <a:cubicBezTo>
                    <a:pt x="1632165" y="777265"/>
                    <a:pt x="1632828" y="795992"/>
                    <a:pt x="1632876" y="814528"/>
                  </a:cubicBezTo>
                  <a:cubicBezTo>
                    <a:pt x="1632899" y="817393"/>
                    <a:pt x="1630579" y="819713"/>
                    <a:pt x="1627715" y="819736"/>
                  </a:cubicBezTo>
                  <a:cubicBezTo>
                    <a:pt x="1627691" y="819736"/>
                    <a:pt x="1627691" y="819736"/>
                    <a:pt x="1627668" y="819736"/>
                  </a:cubicBezTo>
                  <a:close/>
                  <a:moveTo>
                    <a:pt x="7055" y="766447"/>
                  </a:moveTo>
                  <a:lnTo>
                    <a:pt x="6700" y="766447"/>
                  </a:lnTo>
                  <a:cubicBezTo>
                    <a:pt x="3835" y="766245"/>
                    <a:pt x="1657" y="763757"/>
                    <a:pt x="1847" y="760883"/>
                  </a:cubicBezTo>
                  <a:cubicBezTo>
                    <a:pt x="3101" y="742418"/>
                    <a:pt x="4971" y="723763"/>
                    <a:pt x="7457" y="705463"/>
                  </a:cubicBezTo>
                  <a:cubicBezTo>
                    <a:pt x="7836" y="702605"/>
                    <a:pt x="10464" y="700603"/>
                    <a:pt x="13328" y="700989"/>
                  </a:cubicBezTo>
                  <a:cubicBezTo>
                    <a:pt x="16193" y="701375"/>
                    <a:pt x="18181" y="704002"/>
                    <a:pt x="17803" y="706860"/>
                  </a:cubicBezTo>
                  <a:cubicBezTo>
                    <a:pt x="15435" y="724946"/>
                    <a:pt x="13470" y="743341"/>
                    <a:pt x="12239" y="761593"/>
                  </a:cubicBezTo>
                  <a:cubicBezTo>
                    <a:pt x="12074" y="764304"/>
                    <a:pt x="9872" y="766437"/>
                    <a:pt x="7150" y="766494"/>
                  </a:cubicBezTo>
                  <a:close/>
                  <a:moveTo>
                    <a:pt x="1619974" y="709345"/>
                  </a:moveTo>
                  <a:cubicBezTo>
                    <a:pt x="1617369" y="709345"/>
                    <a:pt x="1615168" y="707425"/>
                    <a:pt x="1614813" y="704847"/>
                  </a:cubicBezTo>
                  <a:cubicBezTo>
                    <a:pt x="1612303" y="686761"/>
                    <a:pt x="1609131" y="668532"/>
                    <a:pt x="1605343" y="650658"/>
                  </a:cubicBezTo>
                  <a:cubicBezTo>
                    <a:pt x="1604751" y="647841"/>
                    <a:pt x="1606551" y="645081"/>
                    <a:pt x="1609368" y="644491"/>
                  </a:cubicBezTo>
                  <a:cubicBezTo>
                    <a:pt x="1612209" y="643902"/>
                    <a:pt x="1614955" y="645710"/>
                    <a:pt x="1615546" y="648527"/>
                  </a:cubicBezTo>
                  <a:cubicBezTo>
                    <a:pt x="1619334" y="666638"/>
                    <a:pt x="1622649" y="685103"/>
                    <a:pt x="1625016" y="703427"/>
                  </a:cubicBezTo>
                  <a:cubicBezTo>
                    <a:pt x="1625418" y="706277"/>
                    <a:pt x="1623406" y="708905"/>
                    <a:pt x="1620566" y="709298"/>
                  </a:cubicBezTo>
                  <a:cubicBezTo>
                    <a:pt x="1620566" y="709298"/>
                    <a:pt x="1620566" y="709298"/>
                    <a:pt x="1620566" y="709298"/>
                  </a:cubicBezTo>
                  <a:cubicBezTo>
                    <a:pt x="1620400" y="709341"/>
                    <a:pt x="1620234" y="709374"/>
                    <a:pt x="1620068" y="709393"/>
                  </a:cubicBezTo>
                  <a:close/>
                  <a:moveTo>
                    <a:pt x="21993" y="656813"/>
                  </a:moveTo>
                  <a:cubicBezTo>
                    <a:pt x="21638" y="656849"/>
                    <a:pt x="21283" y="656849"/>
                    <a:pt x="20928" y="656813"/>
                  </a:cubicBezTo>
                  <a:cubicBezTo>
                    <a:pt x="18134" y="656236"/>
                    <a:pt x="16311" y="653494"/>
                    <a:pt x="16903" y="650689"/>
                  </a:cubicBezTo>
                  <a:cubicBezTo>
                    <a:pt x="16903" y="650679"/>
                    <a:pt x="16903" y="650668"/>
                    <a:pt x="16903" y="650658"/>
                  </a:cubicBezTo>
                  <a:cubicBezTo>
                    <a:pt x="20643" y="632548"/>
                    <a:pt x="25070" y="614319"/>
                    <a:pt x="30042" y="596516"/>
                  </a:cubicBezTo>
                  <a:cubicBezTo>
                    <a:pt x="30823" y="593744"/>
                    <a:pt x="33688" y="592127"/>
                    <a:pt x="36458" y="592906"/>
                  </a:cubicBezTo>
                  <a:cubicBezTo>
                    <a:pt x="39251" y="593685"/>
                    <a:pt x="40861" y="596561"/>
                    <a:pt x="40080" y="599333"/>
                  </a:cubicBezTo>
                  <a:cubicBezTo>
                    <a:pt x="35156" y="616899"/>
                    <a:pt x="30800" y="634844"/>
                    <a:pt x="27083" y="652765"/>
                  </a:cubicBezTo>
                  <a:cubicBezTo>
                    <a:pt x="26562" y="655130"/>
                    <a:pt x="24479" y="656828"/>
                    <a:pt x="22064" y="656861"/>
                  </a:cubicBezTo>
                  <a:close/>
                  <a:moveTo>
                    <a:pt x="1597318" y="601038"/>
                  </a:moveTo>
                  <a:cubicBezTo>
                    <a:pt x="1594998" y="601033"/>
                    <a:pt x="1592938" y="599490"/>
                    <a:pt x="1592299" y="597250"/>
                  </a:cubicBezTo>
                  <a:cubicBezTo>
                    <a:pt x="1587351" y="579684"/>
                    <a:pt x="1581717" y="562071"/>
                    <a:pt x="1575538" y="544860"/>
                  </a:cubicBezTo>
                  <a:cubicBezTo>
                    <a:pt x="1574472" y="542192"/>
                    <a:pt x="1575751" y="539157"/>
                    <a:pt x="1578426" y="538084"/>
                  </a:cubicBezTo>
                  <a:cubicBezTo>
                    <a:pt x="1581101" y="537010"/>
                    <a:pt x="1584132" y="538302"/>
                    <a:pt x="1585197" y="540970"/>
                  </a:cubicBezTo>
                  <a:cubicBezTo>
                    <a:pt x="1585244" y="541098"/>
                    <a:pt x="1585292" y="541226"/>
                    <a:pt x="1585339" y="541356"/>
                  </a:cubicBezTo>
                  <a:cubicBezTo>
                    <a:pt x="1591589" y="558780"/>
                    <a:pt x="1597176" y="576630"/>
                    <a:pt x="1602337" y="594433"/>
                  </a:cubicBezTo>
                  <a:cubicBezTo>
                    <a:pt x="1603118" y="597186"/>
                    <a:pt x="1601532" y="600055"/>
                    <a:pt x="1598762" y="600839"/>
                  </a:cubicBezTo>
                  <a:cubicBezTo>
                    <a:pt x="1598762" y="600841"/>
                    <a:pt x="1598738" y="600846"/>
                    <a:pt x="1598738" y="600848"/>
                  </a:cubicBezTo>
                  <a:cubicBezTo>
                    <a:pt x="1598312" y="600991"/>
                    <a:pt x="1597838" y="601071"/>
                    <a:pt x="1597389" y="601085"/>
                  </a:cubicBezTo>
                  <a:close/>
                  <a:moveTo>
                    <a:pt x="51798" y="550234"/>
                  </a:moveTo>
                  <a:cubicBezTo>
                    <a:pt x="51206" y="550236"/>
                    <a:pt x="50615" y="550132"/>
                    <a:pt x="50046" y="549926"/>
                  </a:cubicBezTo>
                  <a:cubicBezTo>
                    <a:pt x="47348" y="548967"/>
                    <a:pt x="45927" y="546003"/>
                    <a:pt x="46898" y="543307"/>
                  </a:cubicBezTo>
                  <a:cubicBezTo>
                    <a:pt x="46898" y="543302"/>
                    <a:pt x="46898" y="543300"/>
                    <a:pt x="46898" y="543298"/>
                  </a:cubicBezTo>
                  <a:cubicBezTo>
                    <a:pt x="53100" y="525850"/>
                    <a:pt x="59989" y="508379"/>
                    <a:pt x="67376" y="491381"/>
                  </a:cubicBezTo>
                  <a:cubicBezTo>
                    <a:pt x="68228" y="488630"/>
                    <a:pt x="71140" y="487086"/>
                    <a:pt x="73886" y="487929"/>
                  </a:cubicBezTo>
                  <a:cubicBezTo>
                    <a:pt x="76632" y="488774"/>
                    <a:pt x="78171" y="491689"/>
                    <a:pt x="77342" y="494437"/>
                  </a:cubicBezTo>
                  <a:cubicBezTo>
                    <a:pt x="77224" y="494825"/>
                    <a:pt x="77058" y="495197"/>
                    <a:pt x="76845" y="495547"/>
                  </a:cubicBezTo>
                  <a:cubicBezTo>
                    <a:pt x="69554" y="512308"/>
                    <a:pt x="62641" y="529543"/>
                    <a:pt x="56628" y="546778"/>
                  </a:cubicBezTo>
                  <a:cubicBezTo>
                    <a:pt x="55917" y="548818"/>
                    <a:pt x="54023" y="550213"/>
                    <a:pt x="51869" y="550281"/>
                  </a:cubicBezTo>
                  <a:close/>
                  <a:moveTo>
                    <a:pt x="1560031" y="496944"/>
                  </a:moveTo>
                  <a:cubicBezTo>
                    <a:pt x="1557972" y="496930"/>
                    <a:pt x="1556125" y="495704"/>
                    <a:pt x="1555297" y="493819"/>
                  </a:cubicBezTo>
                  <a:cubicBezTo>
                    <a:pt x="1547982" y="477248"/>
                    <a:pt x="1540004" y="460463"/>
                    <a:pt x="1531623" y="444270"/>
                  </a:cubicBezTo>
                  <a:cubicBezTo>
                    <a:pt x="1530534" y="441604"/>
                    <a:pt x="1531812" y="438567"/>
                    <a:pt x="1534487" y="437485"/>
                  </a:cubicBezTo>
                  <a:cubicBezTo>
                    <a:pt x="1536831" y="436536"/>
                    <a:pt x="1539506" y="437400"/>
                    <a:pt x="1540856" y="439535"/>
                  </a:cubicBezTo>
                  <a:cubicBezTo>
                    <a:pt x="1549402" y="455941"/>
                    <a:pt x="1557427" y="472821"/>
                    <a:pt x="1564908" y="489724"/>
                  </a:cubicBezTo>
                  <a:cubicBezTo>
                    <a:pt x="1566068" y="492356"/>
                    <a:pt x="1564861" y="495429"/>
                    <a:pt x="1562233" y="496587"/>
                  </a:cubicBezTo>
                  <a:cubicBezTo>
                    <a:pt x="1562233" y="496589"/>
                    <a:pt x="1562233" y="496589"/>
                    <a:pt x="1562233" y="496589"/>
                  </a:cubicBezTo>
                  <a:cubicBezTo>
                    <a:pt x="1561570" y="496876"/>
                    <a:pt x="1560836" y="497013"/>
                    <a:pt x="1560103" y="496992"/>
                  </a:cubicBezTo>
                  <a:close/>
                  <a:moveTo>
                    <a:pt x="95997" y="448650"/>
                  </a:moveTo>
                  <a:cubicBezTo>
                    <a:pt x="93109" y="448695"/>
                    <a:pt x="90718" y="446389"/>
                    <a:pt x="90694" y="443501"/>
                  </a:cubicBezTo>
                  <a:cubicBezTo>
                    <a:pt x="90670" y="442641"/>
                    <a:pt x="90860" y="441791"/>
                    <a:pt x="91262" y="441027"/>
                  </a:cubicBezTo>
                  <a:cubicBezTo>
                    <a:pt x="99809" y="424621"/>
                    <a:pt x="109018" y="408262"/>
                    <a:pt x="118653" y="392448"/>
                  </a:cubicBezTo>
                  <a:cubicBezTo>
                    <a:pt x="120144" y="389991"/>
                    <a:pt x="123364" y="389212"/>
                    <a:pt x="125826" y="390708"/>
                  </a:cubicBezTo>
                  <a:cubicBezTo>
                    <a:pt x="128264" y="392204"/>
                    <a:pt x="129046" y="395412"/>
                    <a:pt x="127554" y="397869"/>
                  </a:cubicBezTo>
                  <a:cubicBezTo>
                    <a:pt x="118085" y="413494"/>
                    <a:pt x="108923" y="429616"/>
                    <a:pt x="100519" y="445832"/>
                  </a:cubicBezTo>
                  <a:cubicBezTo>
                    <a:pt x="99667" y="447530"/>
                    <a:pt x="97962" y="448628"/>
                    <a:pt x="96068" y="448697"/>
                  </a:cubicBezTo>
                  <a:close/>
                  <a:moveTo>
                    <a:pt x="1508849" y="398935"/>
                  </a:moveTo>
                  <a:cubicBezTo>
                    <a:pt x="1507050" y="398963"/>
                    <a:pt x="1505369" y="398071"/>
                    <a:pt x="1504398" y="396567"/>
                  </a:cubicBezTo>
                  <a:cubicBezTo>
                    <a:pt x="1494929" y="381014"/>
                    <a:pt x="1484702" y="365578"/>
                    <a:pt x="1474119" y="350687"/>
                  </a:cubicBezTo>
                  <a:cubicBezTo>
                    <a:pt x="1472462" y="348341"/>
                    <a:pt x="1473007" y="345086"/>
                    <a:pt x="1475350" y="343420"/>
                  </a:cubicBezTo>
                  <a:cubicBezTo>
                    <a:pt x="1477694" y="341753"/>
                    <a:pt x="1480961" y="342305"/>
                    <a:pt x="1482618" y="344651"/>
                  </a:cubicBezTo>
                  <a:cubicBezTo>
                    <a:pt x="1493319" y="359731"/>
                    <a:pt x="1503641" y="375427"/>
                    <a:pt x="1513394" y="391146"/>
                  </a:cubicBezTo>
                  <a:cubicBezTo>
                    <a:pt x="1514909" y="393582"/>
                    <a:pt x="1514152" y="396778"/>
                    <a:pt x="1511713" y="398281"/>
                  </a:cubicBezTo>
                  <a:cubicBezTo>
                    <a:pt x="1510885" y="398793"/>
                    <a:pt x="1509914" y="399060"/>
                    <a:pt x="1508944" y="399053"/>
                  </a:cubicBezTo>
                  <a:close/>
                  <a:moveTo>
                    <a:pt x="153619" y="354096"/>
                  </a:moveTo>
                  <a:cubicBezTo>
                    <a:pt x="150755" y="354101"/>
                    <a:pt x="148411" y="351774"/>
                    <a:pt x="148411" y="348898"/>
                  </a:cubicBezTo>
                  <a:cubicBezTo>
                    <a:pt x="148411" y="347816"/>
                    <a:pt x="148742" y="346762"/>
                    <a:pt x="149358" y="345882"/>
                  </a:cubicBezTo>
                  <a:cubicBezTo>
                    <a:pt x="160035" y="330778"/>
                    <a:pt x="171375" y="315840"/>
                    <a:pt x="183069" y="301493"/>
                  </a:cubicBezTo>
                  <a:cubicBezTo>
                    <a:pt x="185011" y="299365"/>
                    <a:pt x="188301" y="299207"/>
                    <a:pt x="190432" y="301141"/>
                  </a:cubicBezTo>
                  <a:cubicBezTo>
                    <a:pt x="192397" y="302926"/>
                    <a:pt x="192705" y="305901"/>
                    <a:pt x="191142" y="308051"/>
                  </a:cubicBezTo>
                  <a:cubicBezTo>
                    <a:pt x="179613" y="322255"/>
                    <a:pt x="168415" y="336980"/>
                    <a:pt x="157857" y="351895"/>
                  </a:cubicBezTo>
                  <a:cubicBezTo>
                    <a:pt x="156910" y="353268"/>
                    <a:pt x="155347" y="354099"/>
                    <a:pt x="153690" y="354120"/>
                  </a:cubicBezTo>
                  <a:close/>
                  <a:moveTo>
                    <a:pt x="1444811" y="308738"/>
                  </a:moveTo>
                  <a:cubicBezTo>
                    <a:pt x="1443249" y="308740"/>
                    <a:pt x="1441757" y="308034"/>
                    <a:pt x="1440787" y="306820"/>
                  </a:cubicBezTo>
                  <a:cubicBezTo>
                    <a:pt x="1429234" y="292616"/>
                    <a:pt x="1417113" y="278767"/>
                    <a:pt x="1404542" y="265438"/>
                  </a:cubicBezTo>
                  <a:cubicBezTo>
                    <a:pt x="1402696" y="263234"/>
                    <a:pt x="1402980" y="259948"/>
                    <a:pt x="1405181" y="258102"/>
                  </a:cubicBezTo>
                  <a:cubicBezTo>
                    <a:pt x="1407217" y="256392"/>
                    <a:pt x="1410224" y="256492"/>
                    <a:pt x="1412141" y="258336"/>
                  </a:cubicBezTo>
                  <a:cubicBezTo>
                    <a:pt x="1424807" y="271830"/>
                    <a:pt x="1437141" y="285940"/>
                    <a:pt x="1448836" y="300262"/>
                  </a:cubicBezTo>
                  <a:cubicBezTo>
                    <a:pt x="1450659" y="302474"/>
                    <a:pt x="1450327" y="305741"/>
                    <a:pt x="1448125" y="307559"/>
                  </a:cubicBezTo>
                  <a:cubicBezTo>
                    <a:pt x="1448125" y="307566"/>
                    <a:pt x="1448102" y="307571"/>
                    <a:pt x="1448102" y="307578"/>
                  </a:cubicBezTo>
                  <a:cubicBezTo>
                    <a:pt x="1447202" y="308330"/>
                    <a:pt x="1446066" y="308749"/>
                    <a:pt x="1444882" y="308761"/>
                  </a:cubicBezTo>
                  <a:close/>
                  <a:moveTo>
                    <a:pt x="223670" y="268255"/>
                  </a:moveTo>
                  <a:cubicBezTo>
                    <a:pt x="222344" y="268265"/>
                    <a:pt x="221090" y="267765"/>
                    <a:pt x="220119" y="266859"/>
                  </a:cubicBezTo>
                  <a:cubicBezTo>
                    <a:pt x="218012" y="264898"/>
                    <a:pt x="217894" y="261603"/>
                    <a:pt x="219858" y="259498"/>
                  </a:cubicBezTo>
                  <a:cubicBezTo>
                    <a:pt x="219858" y="259496"/>
                    <a:pt x="219858" y="259496"/>
                    <a:pt x="219858" y="259496"/>
                  </a:cubicBezTo>
                  <a:cubicBezTo>
                    <a:pt x="232476" y="245978"/>
                    <a:pt x="245734" y="232721"/>
                    <a:pt x="259228" y="220079"/>
                  </a:cubicBezTo>
                  <a:cubicBezTo>
                    <a:pt x="261216" y="218005"/>
                    <a:pt x="264507" y="217939"/>
                    <a:pt x="266590" y="219932"/>
                  </a:cubicBezTo>
                  <a:cubicBezTo>
                    <a:pt x="268674" y="221926"/>
                    <a:pt x="268721" y="225221"/>
                    <a:pt x="266732" y="227297"/>
                  </a:cubicBezTo>
                  <a:cubicBezTo>
                    <a:pt x="266614" y="227430"/>
                    <a:pt x="266472" y="227558"/>
                    <a:pt x="266330" y="227679"/>
                  </a:cubicBezTo>
                  <a:cubicBezTo>
                    <a:pt x="252978" y="240155"/>
                    <a:pt x="239910" y="253246"/>
                    <a:pt x="227434" y="266598"/>
                  </a:cubicBezTo>
                  <a:cubicBezTo>
                    <a:pt x="226464" y="267654"/>
                    <a:pt x="225090" y="268253"/>
                    <a:pt x="223670" y="268255"/>
                  </a:cubicBezTo>
                  <a:close/>
                  <a:moveTo>
                    <a:pt x="1369316" y="228010"/>
                  </a:moveTo>
                  <a:cubicBezTo>
                    <a:pt x="1367990" y="228010"/>
                    <a:pt x="1366735" y="227511"/>
                    <a:pt x="1365765" y="226613"/>
                  </a:cubicBezTo>
                  <a:cubicBezTo>
                    <a:pt x="1352413" y="214137"/>
                    <a:pt x="1338445" y="201992"/>
                    <a:pt x="1324264" y="190463"/>
                  </a:cubicBezTo>
                  <a:cubicBezTo>
                    <a:pt x="1322134" y="188529"/>
                    <a:pt x="1321968" y="185236"/>
                    <a:pt x="1323909" y="183106"/>
                  </a:cubicBezTo>
                  <a:cubicBezTo>
                    <a:pt x="1325685" y="181141"/>
                    <a:pt x="1328668" y="180833"/>
                    <a:pt x="1330822" y="182391"/>
                  </a:cubicBezTo>
                  <a:cubicBezTo>
                    <a:pt x="1345192" y="194062"/>
                    <a:pt x="1359231" y="206372"/>
                    <a:pt x="1372867" y="218990"/>
                  </a:cubicBezTo>
                  <a:cubicBezTo>
                    <a:pt x="1374973" y="220950"/>
                    <a:pt x="1375092" y="224246"/>
                    <a:pt x="1373127" y="226350"/>
                  </a:cubicBezTo>
                  <a:cubicBezTo>
                    <a:pt x="1373127" y="226353"/>
                    <a:pt x="1373127" y="226353"/>
                    <a:pt x="1373127" y="226353"/>
                  </a:cubicBezTo>
                  <a:cubicBezTo>
                    <a:pt x="1372109" y="227430"/>
                    <a:pt x="1370689" y="228031"/>
                    <a:pt x="1369221" y="228010"/>
                  </a:cubicBezTo>
                  <a:close/>
                  <a:moveTo>
                    <a:pt x="304469" y="192641"/>
                  </a:moveTo>
                  <a:cubicBezTo>
                    <a:pt x="301604" y="192632"/>
                    <a:pt x="299260" y="190295"/>
                    <a:pt x="299284" y="187419"/>
                  </a:cubicBezTo>
                  <a:cubicBezTo>
                    <a:pt x="299284" y="185863"/>
                    <a:pt x="299970" y="184393"/>
                    <a:pt x="301178" y="183409"/>
                  </a:cubicBezTo>
                  <a:cubicBezTo>
                    <a:pt x="315382" y="171572"/>
                    <a:pt x="330415" y="160350"/>
                    <a:pt x="345495" y="149650"/>
                  </a:cubicBezTo>
                  <a:cubicBezTo>
                    <a:pt x="347839" y="147983"/>
                    <a:pt x="351106" y="148535"/>
                    <a:pt x="352763" y="150881"/>
                  </a:cubicBezTo>
                  <a:cubicBezTo>
                    <a:pt x="354420" y="153227"/>
                    <a:pt x="353876" y="156482"/>
                    <a:pt x="351532" y="158149"/>
                  </a:cubicBezTo>
                  <a:cubicBezTo>
                    <a:pt x="336641" y="168707"/>
                    <a:pt x="321916" y="179929"/>
                    <a:pt x="307759" y="191481"/>
                  </a:cubicBezTo>
                  <a:cubicBezTo>
                    <a:pt x="306812" y="192253"/>
                    <a:pt x="305605" y="192665"/>
                    <a:pt x="304374" y="192641"/>
                  </a:cubicBezTo>
                  <a:close/>
                  <a:moveTo>
                    <a:pt x="1283403" y="158172"/>
                  </a:moveTo>
                  <a:cubicBezTo>
                    <a:pt x="1282338" y="158172"/>
                    <a:pt x="1281273" y="157841"/>
                    <a:pt x="1280397" y="157225"/>
                  </a:cubicBezTo>
                  <a:cubicBezTo>
                    <a:pt x="1265459" y="146667"/>
                    <a:pt x="1249976" y="136511"/>
                    <a:pt x="1234375" y="127018"/>
                  </a:cubicBezTo>
                  <a:cubicBezTo>
                    <a:pt x="1231913" y="125521"/>
                    <a:pt x="1231132" y="122314"/>
                    <a:pt x="1232647" y="119856"/>
                  </a:cubicBezTo>
                  <a:cubicBezTo>
                    <a:pt x="1234138" y="117399"/>
                    <a:pt x="1237334" y="116620"/>
                    <a:pt x="1239796" y="118116"/>
                  </a:cubicBezTo>
                  <a:cubicBezTo>
                    <a:pt x="1255587" y="127728"/>
                    <a:pt x="1271282" y="138026"/>
                    <a:pt x="1286410" y="148703"/>
                  </a:cubicBezTo>
                  <a:cubicBezTo>
                    <a:pt x="1288754" y="150358"/>
                    <a:pt x="1289322" y="153606"/>
                    <a:pt x="1287688" y="155959"/>
                  </a:cubicBezTo>
                  <a:cubicBezTo>
                    <a:pt x="1286694" y="157351"/>
                    <a:pt x="1285108" y="158177"/>
                    <a:pt x="1283403" y="158172"/>
                  </a:cubicBezTo>
                  <a:close/>
                  <a:moveTo>
                    <a:pt x="394713" y="128651"/>
                  </a:moveTo>
                  <a:cubicBezTo>
                    <a:pt x="391849" y="128639"/>
                    <a:pt x="389505" y="126298"/>
                    <a:pt x="389529" y="123422"/>
                  </a:cubicBezTo>
                  <a:cubicBezTo>
                    <a:pt x="389529" y="121627"/>
                    <a:pt x="390475" y="119960"/>
                    <a:pt x="391990" y="119016"/>
                  </a:cubicBezTo>
                  <a:cubicBezTo>
                    <a:pt x="407781" y="109357"/>
                    <a:pt x="424092" y="100077"/>
                    <a:pt x="440474" y="91602"/>
                  </a:cubicBezTo>
                  <a:cubicBezTo>
                    <a:pt x="443149" y="90520"/>
                    <a:pt x="446180" y="91803"/>
                    <a:pt x="447269" y="94469"/>
                  </a:cubicBezTo>
                  <a:cubicBezTo>
                    <a:pt x="448216" y="96807"/>
                    <a:pt x="447340" y="99490"/>
                    <a:pt x="445209" y="100834"/>
                  </a:cubicBezTo>
                  <a:cubicBezTo>
                    <a:pt x="429040" y="109262"/>
                    <a:pt x="412942" y="118377"/>
                    <a:pt x="397364" y="127893"/>
                  </a:cubicBezTo>
                  <a:cubicBezTo>
                    <a:pt x="396536" y="128395"/>
                    <a:pt x="395589" y="128658"/>
                    <a:pt x="394618" y="128651"/>
                  </a:cubicBezTo>
                  <a:close/>
                  <a:moveTo>
                    <a:pt x="1188803" y="100598"/>
                  </a:moveTo>
                  <a:cubicBezTo>
                    <a:pt x="1187974" y="100605"/>
                    <a:pt x="1187169" y="100408"/>
                    <a:pt x="1186436" y="100030"/>
                  </a:cubicBezTo>
                  <a:cubicBezTo>
                    <a:pt x="1170172" y="91602"/>
                    <a:pt x="1153458" y="83647"/>
                    <a:pt x="1136721" y="76356"/>
                  </a:cubicBezTo>
                  <a:cubicBezTo>
                    <a:pt x="1134235" y="74900"/>
                    <a:pt x="1133406" y="71706"/>
                    <a:pt x="1134874" y="69227"/>
                  </a:cubicBezTo>
                  <a:cubicBezTo>
                    <a:pt x="1136081" y="67147"/>
                    <a:pt x="1138591" y="66178"/>
                    <a:pt x="1140887" y="66886"/>
                  </a:cubicBezTo>
                  <a:cubicBezTo>
                    <a:pt x="1157838" y="74249"/>
                    <a:pt x="1174788" y="82321"/>
                    <a:pt x="1191241" y="90844"/>
                  </a:cubicBezTo>
                  <a:cubicBezTo>
                    <a:pt x="1193798" y="92174"/>
                    <a:pt x="1194769" y="95323"/>
                    <a:pt x="1193443" y="97873"/>
                  </a:cubicBezTo>
                  <a:cubicBezTo>
                    <a:pt x="1192567" y="99577"/>
                    <a:pt x="1190792" y="100652"/>
                    <a:pt x="1188874" y="100669"/>
                  </a:cubicBezTo>
                  <a:close/>
                  <a:moveTo>
                    <a:pt x="492794" y="77563"/>
                  </a:moveTo>
                  <a:cubicBezTo>
                    <a:pt x="489929" y="77575"/>
                    <a:pt x="487585" y="75250"/>
                    <a:pt x="487562" y="72376"/>
                  </a:cubicBezTo>
                  <a:cubicBezTo>
                    <a:pt x="487562" y="70288"/>
                    <a:pt x="488793" y="68399"/>
                    <a:pt x="490710" y="67573"/>
                  </a:cubicBezTo>
                  <a:cubicBezTo>
                    <a:pt x="507637" y="60163"/>
                    <a:pt x="525037" y="53368"/>
                    <a:pt x="542438" y="47048"/>
                  </a:cubicBezTo>
                  <a:cubicBezTo>
                    <a:pt x="545184" y="46186"/>
                    <a:pt x="548096" y="47713"/>
                    <a:pt x="548971" y="50459"/>
                  </a:cubicBezTo>
                  <a:cubicBezTo>
                    <a:pt x="549776" y="53051"/>
                    <a:pt x="548450" y="55833"/>
                    <a:pt x="545941" y="56848"/>
                  </a:cubicBezTo>
                  <a:cubicBezTo>
                    <a:pt x="528778" y="62980"/>
                    <a:pt x="511590" y="69798"/>
                    <a:pt x="494877" y="77113"/>
                  </a:cubicBezTo>
                  <a:cubicBezTo>
                    <a:pt x="494190" y="77393"/>
                    <a:pt x="493433" y="77513"/>
                    <a:pt x="492675" y="77468"/>
                  </a:cubicBezTo>
                  <a:close/>
                  <a:moveTo>
                    <a:pt x="1087195" y="56470"/>
                  </a:moveTo>
                  <a:cubicBezTo>
                    <a:pt x="1086603" y="56467"/>
                    <a:pt x="1086035" y="56373"/>
                    <a:pt x="1085467" y="56186"/>
                  </a:cubicBezTo>
                  <a:cubicBezTo>
                    <a:pt x="1068232" y="50078"/>
                    <a:pt x="1050595" y="44491"/>
                    <a:pt x="1033029" y="39614"/>
                  </a:cubicBezTo>
                  <a:cubicBezTo>
                    <a:pt x="1030259" y="38842"/>
                    <a:pt x="1028626" y="35971"/>
                    <a:pt x="1029407" y="33198"/>
                  </a:cubicBezTo>
                  <a:cubicBezTo>
                    <a:pt x="1030189" y="30426"/>
                    <a:pt x="1033053" y="28804"/>
                    <a:pt x="1035823" y="29576"/>
                  </a:cubicBezTo>
                  <a:cubicBezTo>
                    <a:pt x="1053625" y="34548"/>
                    <a:pt x="1071499" y="40206"/>
                    <a:pt x="1088947" y="46385"/>
                  </a:cubicBezTo>
                  <a:cubicBezTo>
                    <a:pt x="1091646" y="47358"/>
                    <a:pt x="1093066" y="50343"/>
                    <a:pt x="1092072" y="53049"/>
                  </a:cubicBezTo>
                  <a:cubicBezTo>
                    <a:pt x="1091338" y="55111"/>
                    <a:pt x="1089397" y="56489"/>
                    <a:pt x="1087195" y="56493"/>
                  </a:cubicBezTo>
                  <a:close/>
                  <a:moveTo>
                    <a:pt x="596911" y="40324"/>
                  </a:moveTo>
                  <a:cubicBezTo>
                    <a:pt x="594046" y="40374"/>
                    <a:pt x="591655" y="38082"/>
                    <a:pt x="591608" y="35208"/>
                  </a:cubicBezTo>
                  <a:cubicBezTo>
                    <a:pt x="591561" y="32865"/>
                    <a:pt x="593099" y="30784"/>
                    <a:pt x="595348" y="30121"/>
                  </a:cubicBezTo>
                  <a:cubicBezTo>
                    <a:pt x="613151" y="25102"/>
                    <a:pt x="631356" y="20651"/>
                    <a:pt x="649467" y="16863"/>
                  </a:cubicBezTo>
                  <a:cubicBezTo>
                    <a:pt x="652284" y="16274"/>
                    <a:pt x="655054" y="18083"/>
                    <a:pt x="655622" y="20900"/>
                  </a:cubicBezTo>
                  <a:cubicBezTo>
                    <a:pt x="656214" y="23717"/>
                    <a:pt x="654414" y="26477"/>
                    <a:pt x="651597" y="27067"/>
                  </a:cubicBezTo>
                  <a:cubicBezTo>
                    <a:pt x="633723" y="30807"/>
                    <a:pt x="615731" y="35187"/>
                    <a:pt x="598165" y="40158"/>
                  </a:cubicBezTo>
                  <a:cubicBezTo>
                    <a:pt x="597716" y="40267"/>
                    <a:pt x="597266" y="40324"/>
                    <a:pt x="596792" y="40324"/>
                  </a:cubicBezTo>
                  <a:close/>
                  <a:moveTo>
                    <a:pt x="980616" y="26735"/>
                  </a:moveTo>
                  <a:cubicBezTo>
                    <a:pt x="980260" y="26771"/>
                    <a:pt x="979905" y="26771"/>
                    <a:pt x="979550" y="26735"/>
                  </a:cubicBezTo>
                  <a:cubicBezTo>
                    <a:pt x="961700" y="23042"/>
                    <a:pt x="943448" y="19941"/>
                    <a:pt x="925337" y="17479"/>
                  </a:cubicBezTo>
                  <a:cubicBezTo>
                    <a:pt x="922496" y="17062"/>
                    <a:pt x="920531" y="14418"/>
                    <a:pt x="920934" y="11570"/>
                  </a:cubicBezTo>
                  <a:cubicBezTo>
                    <a:pt x="921360" y="8769"/>
                    <a:pt x="923917" y="6807"/>
                    <a:pt x="926734" y="7157"/>
                  </a:cubicBezTo>
                  <a:cubicBezTo>
                    <a:pt x="945081" y="9525"/>
                    <a:pt x="963571" y="12792"/>
                    <a:pt x="981657" y="16627"/>
                  </a:cubicBezTo>
                  <a:cubicBezTo>
                    <a:pt x="984474" y="17235"/>
                    <a:pt x="986250" y="20007"/>
                    <a:pt x="985634" y="22820"/>
                  </a:cubicBezTo>
                  <a:cubicBezTo>
                    <a:pt x="985137" y="25194"/>
                    <a:pt x="983054" y="26896"/>
                    <a:pt x="980616" y="26925"/>
                  </a:cubicBezTo>
                  <a:close/>
                  <a:moveTo>
                    <a:pt x="705242" y="17716"/>
                  </a:moveTo>
                  <a:cubicBezTo>
                    <a:pt x="702377" y="17720"/>
                    <a:pt x="700034" y="15393"/>
                    <a:pt x="700034" y="12517"/>
                  </a:cubicBezTo>
                  <a:cubicBezTo>
                    <a:pt x="700010" y="9908"/>
                    <a:pt x="701951" y="7697"/>
                    <a:pt x="704532" y="7347"/>
                  </a:cubicBezTo>
                  <a:cubicBezTo>
                    <a:pt x="722832" y="4813"/>
                    <a:pt x="741463" y="2896"/>
                    <a:pt x="759952" y="1618"/>
                  </a:cubicBezTo>
                  <a:cubicBezTo>
                    <a:pt x="762817" y="1421"/>
                    <a:pt x="765303" y="3590"/>
                    <a:pt x="765516" y="6459"/>
                  </a:cubicBezTo>
                  <a:cubicBezTo>
                    <a:pt x="765705" y="9328"/>
                    <a:pt x="763527" y="11814"/>
                    <a:pt x="760662" y="12010"/>
                  </a:cubicBezTo>
                  <a:cubicBezTo>
                    <a:pt x="742434" y="13265"/>
                    <a:pt x="724015" y="15159"/>
                    <a:pt x="705952" y="17668"/>
                  </a:cubicBezTo>
                  <a:close/>
                  <a:moveTo>
                    <a:pt x="870959" y="11892"/>
                  </a:moveTo>
                  <a:lnTo>
                    <a:pt x="870627" y="11892"/>
                  </a:lnTo>
                  <a:cubicBezTo>
                    <a:pt x="852777" y="10708"/>
                    <a:pt x="834619" y="10116"/>
                    <a:pt x="816651" y="10116"/>
                  </a:cubicBezTo>
                  <a:lnTo>
                    <a:pt x="815515" y="10116"/>
                  </a:lnTo>
                  <a:cubicBezTo>
                    <a:pt x="812650" y="10116"/>
                    <a:pt x="810306" y="7785"/>
                    <a:pt x="810306" y="4908"/>
                  </a:cubicBezTo>
                  <a:cubicBezTo>
                    <a:pt x="810306" y="2032"/>
                    <a:pt x="812650" y="-300"/>
                    <a:pt x="815515" y="-300"/>
                  </a:cubicBezTo>
                  <a:lnTo>
                    <a:pt x="816509" y="-300"/>
                  </a:lnTo>
                  <a:cubicBezTo>
                    <a:pt x="834714" y="-300"/>
                    <a:pt x="853109" y="315"/>
                    <a:pt x="871195" y="1499"/>
                  </a:cubicBezTo>
                  <a:cubicBezTo>
                    <a:pt x="874060" y="1596"/>
                    <a:pt x="876332" y="4009"/>
                    <a:pt x="876238" y="6885"/>
                  </a:cubicBezTo>
                  <a:cubicBezTo>
                    <a:pt x="876119" y="9761"/>
                    <a:pt x="873728" y="12013"/>
                    <a:pt x="870840" y="11916"/>
                  </a:cubicBezTo>
                  <a:close/>
                </a:path>
              </a:pathLst>
            </a:custGeom>
            <a:solidFill>
              <a:srgbClr val="485259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1DA959B-3390-07D4-01C1-B91B2049CB05}"/>
                </a:ext>
              </a:extLst>
            </p:cNvPr>
            <p:cNvSpPr/>
            <p:nvPr/>
          </p:nvSpPr>
          <p:spPr>
            <a:xfrm>
              <a:off x="5279563" y="1952475"/>
              <a:ext cx="1632852" cy="1632852"/>
            </a:xfrm>
            <a:custGeom>
              <a:avLst/>
              <a:gdLst>
                <a:gd name="connsiteX0" fmla="*/ 816556 w 1632852"/>
                <a:gd name="connsiteY0" fmla="*/ 1632552 h 1632852"/>
                <a:gd name="connsiteX1" fmla="*/ 760875 w 1632852"/>
                <a:gd name="connsiteY1" fmla="*/ 1630658 h 1632852"/>
                <a:gd name="connsiteX2" fmla="*/ 755952 w 1632852"/>
                <a:gd name="connsiteY2" fmla="*/ 1625190 h 1632852"/>
                <a:gd name="connsiteX3" fmla="*/ 761420 w 1632852"/>
                <a:gd name="connsiteY3" fmla="*/ 1620265 h 1632852"/>
                <a:gd name="connsiteX4" fmla="*/ 761562 w 1632852"/>
                <a:gd name="connsiteY4" fmla="*/ 1620265 h 1632852"/>
                <a:gd name="connsiteX5" fmla="*/ 816532 w 1632852"/>
                <a:gd name="connsiteY5" fmla="*/ 1622136 h 1632852"/>
                <a:gd name="connsiteX6" fmla="*/ 818545 w 1632852"/>
                <a:gd name="connsiteY6" fmla="*/ 1622136 h 1632852"/>
                <a:gd name="connsiteX7" fmla="*/ 823753 w 1632852"/>
                <a:gd name="connsiteY7" fmla="*/ 1627344 h 1632852"/>
                <a:gd name="connsiteX8" fmla="*/ 818545 w 1632852"/>
                <a:gd name="connsiteY8" fmla="*/ 1632552 h 1632852"/>
                <a:gd name="connsiteX9" fmla="*/ 873894 w 1632852"/>
                <a:gd name="connsiteY9" fmla="*/ 1630540 h 1632852"/>
                <a:gd name="connsiteX10" fmla="*/ 868520 w 1632852"/>
                <a:gd name="connsiteY10" fmla="*/ 1625521 h 1632852"/>
                <a:gd name="connsiteX11" fmla="*/ 873539 w 1632852"/>
                <a:gd name="connsiteY11" fmla="*/ 1620123 h 1632852"/>
                <a:gd name="connsiteX12" fmla="*/ 928226 w 1632852"/>
                <a:gd name="connsiteY12" fmla="*/ 1614418 h 1632852"/>
                <a:gd name="connsiteX13" fmla="*/ 934120 w 1632852"/>
                <a:gd name="connsiteY13" fmla="*/ 1618845 h 1632852"/>
                <a:gd name="connsiteX14" fmla="*/ 929670 w 1632852"/>
                <a:gd name="connsiteY14" fmla="*/ 1624740 h 1632852"/>
                <a:gd name="connsiteX15" fmla="*/ 874273 w 1632852"/>
                <a:gd name="connsiteY15" fmla="*/ 1630516 h 1632852"/>
                <a:gd name="connsiteX16" fmla="*/ 706142 w 1632852"/>
                <a:gd name="connsiteY16" fmla="*/ 1625071 h 1632852"/>
                <a:gd name="connsiteX17" fmla="*/ 705431 w 1632852"/>
                <a:gd name="connsiteY17" fmla="*/ 1625071 h 1632852"/>
                <a:gd name="connsiteX18" fmla="*/ 650532 w 1632852"/>
                <a:gd name="connsiteY18" fmla="*/ 1615602 h 1632852"/>
                <a:gd name="connsiteX19" fmla="*/ 646484 w 1632852"/>
                <a:gd name="connsiteY19" fmla="*/ 1609447 h 1632852"/>
                <a:gd name="connsiteX20" fmla="*/ 652639 w 1632852"/>
                <a:gd name="connsiteY20" fmla="*/ 1605398 h 1632852"/>
                <a:gd name="connsiteX21" fmla="*/ 706852 w 1632852"/>
                <a:gd name="connsiteY21" fmla="*/ 1614726 h 1632852"/>
                <a:gd name="connsiteX22" fmla="*/ 711303 w 1632852"/>
                <a:gd name="connsiteY22" fmla="*/ 1620597 h 1632852"/>
                <a:gd name="connsiteX23" fmla="*/ 706142 w 1632852"/>
                <a:gd name="connsiteY23" fmla="*/ 1625095 h 1632852"/>
                <a:gd name="connsiteX24" fmla="*/ 983480 w 1632852"/>
                <a:gd name="connsiteY24" fmla="*/ 1615270 h 1632852"/>
                <a:gd name="connsiteX25" fmla="*/ 978319 w 1632852"/>
                <a:gd name="connsiteY25" fmla="*/ 1610015 h 1632852"/>
                <a:gd name="connsiteX26" fmla="*/ 982415 w 1632852"/>
                <a:gd name="connsiteY26" fmla="*/ 1604972 h 1632852"/>
                <a:gd name="connsiteX27" fmla="*/ 1035823 w 1632852"/>
                <a:gd name="connsiteY27" fmla="*/ 1591810 h 1632852"/>
                <a:gd name="connsiteX28" fmla="*/ 1042262 w 1632852"/>
                <a:gd name="connsiteY28" fmla="*/ 1595408 h 1632852"/>
                <a:gd name="connsiteX29" fmla="*/ 1038664 w 1632852"/>
                <a:gd name="connsiteY29" fmla="*/ 1601847 h 1632852"/>
                <a:gd name="connsiteX30" fmla="*/ 984569 w 1632852"/>
                <a:gd name="connsiteY30" fmla="*/ 1615152 h 1632852"/>
                <a:gd name="connsiteX31" fmla="*/ 983480 w 1632852"/>
                <a:gd name="connsiteY31" fmla="*/ 1615270 h 1632852"/>
                <a:gd name="connsiteX32" fmla="*/ 597811 w 1632852"/>
                <a:gd name="connsiteY32" fmla="*/ 1602581 h 1632852"/>
                <a:gd name="connsiteX33" fmla="*/ 596390 w 1632852"/>
                <a:gd name="connsiteY33" fmla="*/ 1602392 h 1632852"/>
                <a:gd name="connsiteX34" fmla="*/ 543290 w 1632852"/>
                <a:gd name="connsiteY34" fmla="*/ 1585512 h 1632852"/>
                <a:gd name="connsiteX35" fmla="*/ 539881 w 1632852"/>
                <a:gd name="connsiteY35" fmla="*/ 1578978 h 1632852"/>
                <a:gd name="connsiteX36" fmla="*/ 546415 w 1632852"/>
                <a:gd name="connsiteY36" fmla="*/ 1575569 h 1632852"/>
                <a:gd name="connsiteX37" fmla="*/ 546793 w 1632852"/>
                <a:gd name="connsiteY37" fmla="*/ 1575711 h 1632852"/>
                <a:gd name="connsiteX38" fmla="*/ 599207 w 1632852"/>
                <a:gd name="connsiteY38" fmla="*/ 1592283 h 1632852"/>
                <a:gd name="connsiteX39" fmla="*/ 602829 w 1632852"/>
                <a:gd name="connsiteY39" fmla="*/ 1598699 h 1632852"/>
                <a:gd name="connsiteX40" fmla="*/ 597811 w 1632852"/>
                <a:gd name="connsiteY40" fmla="*/ 1602510 h 1632852"/>
                <a:gd name="connsiteX41" fmla="*/ 1089965 w 1632852"/>
                <a:gd name="connsiteY41" fmla="*/ 1585133 h 1632852"/>
                <a:gd name="connsiteX42" fmla="*/ 1084757 w 1632852"/>
                <a:gd name="connsiteY42" fmla="*/ 1579902 h 1632852"/>
                <a:gd name="connsiteX43" fmla="*/ 1088213 w 1632852"/>
                <a:gd name="connsiteY43" fmla="*/ 1575025 h 1632852"/>
                <a:gd name="connsiteX44" fmla="*/ 1139230 w 1632852"/>
                <a:gd name="connsiteY44" fmla="*/ 1554689 h 1632852"/>
                <a:gd name="connsiteX45" fmla="*/ 1146356 w 1632852"/>
                <a:gd name="connsiteY45" fmla="*/ 1556583 h 1632852"/>
                <a:gd name="connsiteX46" fmla="*/ 1144462 w 1632852"/>
                <a:gd name="connsiteY46" fmla="*/ 1563709 h 1632852"/>
                <a:gd name="connsiteX47" fmla="*/ 1143420 w 1632852"/>
                <a:gd name="connsiteY47" fmla="*/ 1564159 h 1632852"/>
                <a:gd name="connsiteX48" fmla="*/ 1091716 w 1632852"/>
                <a:gd name="connsiteY48" fmla="*/ 1584755 h 1632852"/>
                <a:gd name="connsiteX49" fmla="*/ 1089965 w 1632852"/>
                <a:gd name="connsiteY49" fmla="*/ 1585133 h 1632852"/>
                <a:gd name="connsiteX50" fmla="*/ 493385 w 1632852"/>
                <a:gd name="connsiteY50" fmla="*/ 1565437 h 1632852"/>
                <a:gd name="connsiteX51" fmla="*/ 491302 w 1632852"/>
                <a:gd name="connsiteY51" fmla="*/ 1564987 h 1632852"/>
                <a:gd name="connsiteX52" fmla="*/ 440972 w 1632852"/>
                <a:gd name="connsiteY52" fmla="*/ 1540958 h 1632852"/>
                <a:gd name="connsiteX53" fmla="*/ 438107 w 1632852"/>
                <a:gd name="connsiteY53" fmla="*/ 1534164 h 1632852"/>
                <a:gd name="connsiteX54" fmla="*/ 444901 w 1632852"/>
                <a:gd name="connsiteY54" fmla="*/ 1531299 h 1632852"/>
                <a:gd name="connsiteX55" fmla="*/ 445706 w 1632852"/>
                <a:gd name="connsiteY55" fmla="*/ 1531726 h 1632852"/>
                <a:gd name="connsiteX56" fmla="*/ 495421 w 1632852"/>
                <a:gd name="connsiteY56" fmla="*/ 1555399 h 1632852"/>
                <a:gd name="connsiteX57" fmla="*/ 498144 w 1632852"/>
                <a:gd name="connsiteY57" fmla="*/ 1562241 h 1632852"/>
                <a:gd name="connsiteX58" fmla="*/ 493338 w 1632852"/>
                <a:gd name="connsiteY58" fmla="*/ 1565390 h 1632852"/>
                <a:gd name="connsiteX59" fmla="*/ 1191099 w 1632852"/>
                <a:gd name="connsiteY59" fmla="*/ 1540745 h 1632852"/>
                <a:gd name="connsiteX60" fmla="*/ 1185938 w 1632852"/>
                <a:gd name="connsiteY60" fmla="*/ 1535490 h 1632852"/>
                <a:gd name="connsiteX61" fmla="*/ 1188732 w 1632852"/>
                <a:gd name="connsiteY61" fmla="*/ 1530920 h 1632852"/>
                <a:gd name="connsiteX62" fmla="*/ 1236553 w 1632852"/>
                <a:gd name="connsiteY62" fmla="*/ 1503790 h 1632852"/>
                <a:gd name="connsiteX63" fmla="*/ 1243679 w 1632852"/>
                <a:gd name="connsiteY63" fmla="*/ 1505637 h 1632852"/>
                <a:gd name="connsiteX64" fmla="*/ 1241998 w 1632852"/>
                <a:gd name="connsiteY64" fmla="*/ 1512668 h 1632852"/>
                <a:gd name="connsiteX65" fmla="*/ 1193561 w 1632852"/>
                <a:gd name="connsiteY65" fmla="*/ 1540130 h 1632852"/>
                <a:gd name="connsiteX66" fmla="*/ 1191194 w 1632852"/>
                <a:gd name="connsiteY66" fmla="*/ 1540745 h 1632852"/>
                <a:gd name="connsiteX67" fmla="*/ 395115 w 1632852"/>
                <a:gd name="connsiteY67" fmla="*/ 1514325 h 1632852"/>
                <a:gd name="connsiteX68" fmla="*/ 392417 w 1632852"/>
                <a:gd name="connsiteY68" fmla="*/ 1513568 h 1632852"/>
                <a:gd name="connsiteX69" fmla="*/ 345827 w 1632852"/>
                <a:gd name="connsiteY69" fmla="*/ 1482910 h 1632852"/>
                <a:gd name="connsiteX70" fmla="*/ 344808 w 1632852"/>
                <a:gd name="connsiteY70" fmla="*/ 1475619 h 1632852"/>
                <a:gd name="connsiteX71" fmla="*/ 351840 w 1632852"/>
                <a:gd name="connsiteY71" fmla="*/ 1474411 h 1632852"/>
                <a:gd name="connsiteX72" fmla="*/ 397838 w 1632852"/>
                <a:gd name="connsiteY72" fmla="*/ 1504666 h 1632852"/>
                <a:gd name="connsiteX73" fmla="*/ 399590 w 1632852"/>
                <a:gd name="connsiteY73" fmla="*/ 1511816 h 1632852"/>
                <a:gd name="connsiteX74" fmla="*/ 395115 w 1632852"/>
                <a:gd name="connsiteY74" fmla="*/ 1514325 h 1632852"/>
                <a:gd name="connsiteX75" fmla="*/ 1285392 w 1632852"/>
                <a:gd name="connsiteY75" fmla="*/ 1482934 h 1632852"/>
                <a:gd name="connsiteX76" fmla="*/ 1280136 w 1632852"/>
                <a:gd name="connsiteY76" fmla="*/ 1477773 h 1632852"/>
                <a:gd name="connsiteX77" fmla="*/ 1282362 w 1632852"/>
                <a:gd name="connsiteY77" fmla="*/ 1473464 h 1632852"/>
                <a:gd name="connsiteX78" fmla="*/ 1326087 w 1632852"/>
                <a:gd name="connsiteY78" fmla="*/ 1440108 h 1632852"/>
                <a:gd name="connsiteX79" fmla="*/ 1333426 w 1632852"/>
                <a:gd name="connsiteY79" fmla="*/ 1440842 h 1632852"/>
                <a:gd name="connsiteX80" fmla="*/ 1332692 w 1632852"/>
                <a:gd name="connsiteY80" fmla="*/ 1448181 h 1632852"/>
                <a:gd name="connsiteX81" fmla="*/ 1288398 w 1632852"/>
                <a:gd name="connsiteY81" fmla="*/ 1481963 h 1632852"/>
                <a:gd name="connsiteX82" fmla="*/ 1285487 w 1632852"/>
                <a:gd name="connsiteY82" fmla="*/ 1482934 h 1632852"/>
                <a:gd name="connsiteX83" fmla="*/ 304729 w 1632852"/>
                <a:gd name="connsiteY83" fmla="*/ 1450359 h 1632852"/>
                <a:gd name="connsiteX84" fmla="*/ 301439 w 1632852"/>
                <a:gd name="connsiteY84" fmla="*/ 1449199 h 1632852"/>
                <a:gd name="connsiteX85" fmla="*/ 259464 w 1632852"/>
                <a:gd name="connsiteY85" fmla="*/ 1412528 h 1632852"/>
                <a:gd name="connsiteX86" fmla="*/ 258826 w 1632852"/>
                <a:gd name="connsiteY86" fmla="*/ 1405189 h 1632852"/>
                <a:gd name="connsiteX87" fmla="*/ 266164 w 1632852"/>
                <a:gd name="connsiteY87" fmla="*/ 1404550 h 1632852"/>
                <a:gd name="connsiteX88" fmla="*/ 266567 w 1632852"/>
                <a:gd name="connsiteY88" fmla="*/ 1404929 h 1632852"/>
                <a:gd name="connsiteX89" fmla="*/ 308019 w 1632852"/>
                <a:gd name="connsiteY89" fmla="*/ 1441102 h 1632852"/>
                <a:gd name="connsiteX90" fmla="*/ 308801 w 1632852"/>
                <a:gd name="connsiteY90" fmla="*/ 1448417 h 1632852"/>
                <a:gd name="connsiteX91" fmla="*/ 304729 w 1632852"/>
                <a:gd name="connsiteY91" fmla="*/ 1450359 h 1632852"/>
                <a:gd name="connsiteX92" fmla="*/ 1371020 w 1632852"/>
                <a:gd name="connsiteY92" fmla="*/ 1412859 h 1632852"/>
                <a:gd name="connsiteX93" fmla="*/ 1367232 w 1632852"/>
                <a:gd name="connsiteY93" fmla="*/ 1411202 h 1632852"/>
                <a:gd name="connsiteX94" fmla="*/ 1367469 w 1632852"/>
                <a:gd name="connsiteY94" fmla="*/ 1403840 h 1632852"/>
                <a:gd name="connsiteX95" fmla="*/ 1367469 w 1632852"/>
                <a:gd name="connsiteY95" fmla="*/ 1403840 h 1632852"/>
                <a:gd name="connsiteX96" fmla="*/ 1406294 w 1632852"/>
                <a:gd name="connsiteY96" fmla="*/ 1364873 h 1632852"/>
                <a:gd name="connsiteX97" fmla="*/ 1413656 w 1632852"/>
                <a:gd name="connsiteY97" fmla="*/ 1364612 h 1632852"/>
                <a:gd name="connsiteX98" fmla="*/ 1413917 w 1632852"/>
                <a:gd name="connsiteY98" fmla="*/ 1371975 h 1632852"/>
                <a:gd name="connsiteX99" fmla="*/ 1374595 w 1632852"/>
                <a:gd name="connsiteY99" fmla="*/ 1411439 h 1632852"/>
                <a:gd name="connsiteX100" fmla="*/ 1371115 w 1632852"/>
                <a:gd name="connsiteY100" fmla="*/ 1412859 h 1632852"/>
                <a:gd name="connsiteX101" fmla="*/ 223954 w 1632852"/>
                <a:gd name="connsiteY101" fmla="*/ 1374792 h 1632852"/>
                <a:gd name="connsiteX102" fmla="*/ 220166 w 1632852"/>
                <a:gd name="connsiteY102" fmla="*/ 1373135 h 1632852"/>
                <a:gd name="connsiteX103" fmla="*/ 183519 w 1632852"/>
                <a:gd name="connsiteY103" fmla="*/ 1331161 h 1632852"/>
                <a:gd name="connsiteX104" fmla="*/ 184371 w 1632852"/>
                <a:gd name="connsiteY104" fmla="*/ 1323846 h 1632852"/>
                <a:gd name="connsiteX105" fmla="*/ 191592 w 1632852"/>
                <a:gd name="connsiteY105" fmla="*/ 1324580 h 1632852"/>
                <a:gd name="connsiteX106" fmla="*/ 227765 w 1632852"/>
                <a:gd name="connsiteY106" fmla="*/ 1366033 h 1632852"/>
                <a:gd name="connsiteX107" fmla="*/ 227505 w 1632852"/>
                <a:gd name="connsiteY107" fmla="*/ 1373395 h 1632852"/>
                <a:gd name="connsiteX108" fmla="*/ 223954 w 1632852"/>
                <a:gd name="connsiteY108" fmla="*/ 1374792 h 1632852"/>
                <a:gd name="connsiteX109" fmla="*/ 1446540 w 1632852"/>
                <a:gd name="connsiteY109" fmla="*/ 1331848 h 1632852"/>
                <a:gd name="connsiteX110" fmla="*/ 1441331 w 1632852"/>
                <a:gd name="connsiteY110" fmla="*/ 1326640 h 1632852"/>
                <a:gd name="connsiteX111" fmla="*/ 1442491 w 1632852"/>
                <a:gd name="connsiteY111" fmla="*/ 1323349 h 1632852"/>
                <a:gd name="connsiteX112" fmla="*/ 1475635 w 1632852"/>
                <a:gd name="connsiteY112" fmla="*/ 1279481 h 1632852"/>
                <a:gd name="connsiteX113" fmla="*/ 1482950 w 1632852"/>
                <a:gd name="connsiteY113" fmla="*/ 1278676 h 1632852"/>
                <a:gd name="connsiteX114" fmla="*/ 1484133 w 1632852"/>
                <a:gd name="connsiteY114" fmla="*/ 1285471 h 1632852"/>
                <a:gd name="connsiteX115" fmla="*/ 1450493 w 1632852"/>
                <a:gd name="connsiteY115" fmla="*/ 1329907 h 1632852"/>
                <a:gd name="connsiteX116" fmla="*/ 1446540 w 1632852"/>
                <a:gd name="connsiteY116" fmla="*/ 1331848 h 1632852"/>
                <a:gd name="connsiteX117" fmla="*/ 153951 w 1632852"/>
                <a:gd name="connsiteY117" fmla="*/ 1289022 h 1632852"/>
                <a:gd name="connsiteX118" fmla="*/ 149713 w 1632852"/>
                <a:gd name="connsiteY118" fmla="*/ 1286820 h 1632852"/>
                <a:gd name="connsiteX119" fmla="*/ 119079 w 1632852"/>
                <a:gd name="connsiteY119" fmla="*/ 1240301 h 1632852"/>
                <a:gd name="connsiteX120" fmla="*/ 120831 w 1632852"/>
                <a:gd name="connsiteY120" fmla="*/ 1233128 h 1632852"/>
                <a:gd name="connsiteX121" fmla="*/ 127981 w 1632852"/>
                <a:gd name="connsiteY121" fmla="*/ 1234880 h 1632852"/>
                <a:gd name="connsiteX122" fmla="*/ 158212 w 1632852"/>
                <a:gd name="connsiteY122" fmla="*/ 1280807 h 1632852"/>
                <a:gd name="connsiteX123" fmla="*/ 156981 w 1632852"/>
                <a:gd name="connsiteY123" fmla="*/ 1288027 h 1632852"/>
                <a:gd name="connsiteX124" fmla="*/ 156957 w 1632852"/>
                <a:gd name="connsiteY124" fmla="*/ 1288051 h 1632852"/>
                <a:gd name="connsiteX125" fmla="*/ 154045 w 1632852"/>
                <a:gd name="connsiteY125" fmla="*/ 1289022 h 1632852"/>
                <a:gd name="connsiteX126" fmla="*/ 1510245 w 1632852"/>
                <a:gd name="connsiteY126" fmla="*/ 1241343 h 1632852"/>
                <a:gd name="connsiteX127" fmla="*/ 1507547 w 1632852"/>
                <a:gd name="connsiteY127" fmla="*/ 1240585 h 1632852"/>
                <a:gd name="connsiteX128" fmla="*/ 1505795 w 1632852"/>
                <a:gd name="connsiteY128" fmla="*/ 1233483 h 1632852"/>
                <a:gd name="connsiteX129" fmla="*/ 1532759 w 1632852"/>
                <a:gd name="connsiteY129" fmla="*/ 1185473 h 1632852"/>
                <a:gd name="connsiteX130" fmla="*/ 1539624 w 1632852"/>
                <a:gd name="connsiteY130" fmla="*/ 1182774 h 1632852"/>
                <a:gd name="connsiteX131" fmla="*/ 1542300 w 1632852"/>
                <a:gd name="connsiteY131" fmla="*/ 1189639 h 1632852"/>
                <a:gd name="connsiteX132" fmla="*/ 1542015 w 1632852"/>
                <a:gd name="connsiteY132" fmla="*/ 1190207 h 1632852"/>
                <a:gd name="connsiteX133" fmla="*/ 1514696 w 1632852"/>
                <a:gd name="connsiteY133" fmla="*/ 1238810 h 1632852"/>
                <a:gd name="connsiteX134" fmla="*/ 1510340 w 1632852"/>
                <a:gd name="connsiteY134" fmla="*/ 1241343 h 1632852"/>
                <a:gd name="connsiteX135" fmla="*/ 96400 w 1632852"/>
                <a:gd name="connsiteY135" fmla="*/ 1194611 h 1632852"/>
                <a:gd name="connsiteX136" fmla="*/ 91665 w 1632852"/>
                <a:gd name="connsiteY136" fmla="*/ 1191817 h 1632852"/>
                <a:gd name="connsiteX137" fmla="*/ 67660 w 1632852"/>
                <a:gd name="connsiteY137" fmla="*/ 1141581 h 1632852"/>
                <a:gd name="connsiteX138" fmla="*/ 71116 w 1632852"/>
                <a:gd name="connsiteY138" fmla="*/ 1135071 h 1632852"/>
                <a:gd name="connsiteX139" fmla="*/ 77129 w 1632852"/>
                <a:gd name="connsiteY139" fmla="*/ 1137415 h 1632852"/>
                <a:gd name="connsiteX140" fmla="*/ 100803 w 1632852"/>
                <a:gd name="connsiteY140" fmla="*/ 1187130 h 1632852"/>
                <a:gd name="connsiteX141" fmla="*/ 98648 w 1632852"/>
                <a:gd name="connsiteY141" fmla="*/ 1194208 h 1632852"/>
                <a:gd name="connsiteX142" fmla="*/ 98601 w 1632852"/>
                <a:gd name="connsiteY142" fmla="*/ 1194232 h 1632852"/>
                <a:gd name="connsiteX143" fmla="*/ 96400 w 1632852"/>
                <a:gd name="connsiteY143" fmla="*/ 1194611 h 1632852"/>
                <a:gd name="connsiteX144" fmla="*/ 1561239 w 1632852"/>
                <a:gd name="connsiteY144" fmla="*/ 1142978 h 1632852"/>
                <a:gd name="connsiteX145" fmla="*/ 1559155 w 1632852"/>
                <a:gd name="connsiteY145" fmla="*/ 1142552 h 1632852"/>
                <a:gd name="connsiteX146" fmla="*/ 1556457 w 1632852"/>
                <a:gd name="connsiteY146" fmla="*/ 1135710 h 1632852"/>
                <a:gd name="connsiteX147" fmla="*/ 1576603 w 1632852"/>
                <a:gd name="connsiteY147" fmla="*/ 1084433 h 1632852"/>
                <a:gd name="connsiteX148" fmla="*/ 1583256 w 1632852"/>
                <a:gd name="connsiteY148" fmla="*/ 1081261 h 1632852"/>
                <a:gd name="connsiteX149" fmla="*/ 1586428 w 1632852"/>
                <a:gd name="connsiteY149" fmla="*/ 1087913 h 1632852"/>
                <a:gd name="connsiteX150" fmla="*/ 1566021 w 1632852"/>
                <a:gd name="connsiteY150" fmla="*/ 1139853 h 1632852"/>
                <a:gd name="connsiteX151" fmla="*/ 1561263 w 1632852"/>
                <a:gd name="connsiteY151" fmla="*/ 1142978 h 1632852"/>
                <a:gd name="connsiteX152" fmla="*/ 52201 w 1632852"/>
                <a:gd name="connsiteY152" fmla="*/ 1093263 h 1632852"/>
                <a:gd name="connsiteX153" fmla="*/ 47300 w 1632852"/>
                <a:gd name="connsiteY153" fmla="*/ 1089807 h 1632852"/>
                <a:gd name="connsiteX154" fmla="*/ 30373 w 1632852"/>
                <a:gd name="connsiteY154" fmla="*/ 1036706 h 1632852"/>
                <a:gd name="connsiteX155" fmla="*/ 33996 w 1632852"/>
                <a:gd name="connsiteY155" fmla="*/ 1030267 h 1632852"/>
                <a:gd name="connsiteX156" fmla="*/ 40411 w 1632852"/>
                <a:gd name="connsiteY156" fmla="*/ 1033889 h 1632852"/>
                <a:gd name="connsiteX157" fmla="*/ 57101 w 1632852"/>
                <a:gd name="connsiteY157" fmla="*/ 1086303 h 1632852"/>
                <a:gd name="connsiteX158" fmla="*/ 53952 w 1632852"/>
                <a:gd name="connsiteY158" fmla="*/ 1092955 h 1632852"/>
                <a:gd name="connsiteX159" fmla="*/ 52201 w 1632852"/>
                <a:gd name="connsiteY159" fmla="*/ 1093263 h 1632852"/>
                <a:gd name="connsiteX160" fmla="*/ 1598099 w 1632852"/>
                <a:gd name="connsiteY160" fmla="*/ 1038553 h 1632852"/>
                <a:gd name="connsiteX161" fmla="*/ 1596702 w 1632852"/>
                <a:gd name="connsiteY161" fmla="*/ 1038364 h 1632852"/>
                <a:gd name="connsiteX162" fmla="*/ 1593080 w 1632852"/>
                <a:gd name="connsiteY162" fmla="*/ 1031948 h 1632852"/>
                <a:gd name="connsiteX163" fmla="*/ 1606006 w 1632852"/>
                <a:gd name="connsiteY163" fmla="*/ 978469 h 1632852"/>
                <a:gd name="connsiteX164" fmla="*/ 1612161 w 1632852"/>
                <a:gd name="connsiteY164" fmla="*/ 974421 h 1632852"/>
                <a:gd name="connsiteX165" fmla="*/ 1616209 w 1632852"/>
                <a:gd name="connsiteY165" fmla="*/ 980576 h 1632852"/>
                <a:gd name="connsiteX166" fmla="*/ 1603118 w 1632852"/>
                <a:gd name="connsiteY166" fmla="*/ 1034742 h 1632852"/>
                <a:gd name="connsiteX167" fmla="*/ 1598217 w 1632852"/>
                <a:gd name="connsiteY167" fmla="*/ 1038624 h 1632852"/>
                <a:gd name="connsiteX168" fmla="*/ 22159 w 1632852"/>
                <a:gd name="connsiteY168" fmla="*/ 986731 h 1632852"/>
                <a:gd name="connsiteX169" fmla="*/ 17069 w 1632852"/>
                <a:gd name="connsiteY169" fmla="*/ 982588 h 1632852"/>
                <a:gd name="connsiteX170" fmla="*/ 7599 w 1632852"/>
                <a:gd name="connsiteY170" fmla="*/ 927689 h 1632852"/>
                <a:gd name="connsiteX171" fmla="*/ 12002 w 1632852"/>
                <a:gd name="connsiteY171" fmla="*/ 921818 h 1632852"/>
                <a:gd name="connsiteX172" fmla="*/ 12050 w 1632852"/>
                <a:gd name="connsiteY172" fmla="*/ 921818 h 1632852"/>
                <a:gd name="connsiteX173" fmla="*/ 17921 w 1632852"/>
                <a:gd name="connsiteY173" fmla="*/ 926268 h 1632852"/>
                <a:gd name="connsiteX174" fmla="*/ 27272 w 1632852"/>
                <a:gd name="connsiteY174" fmla="*/ 980458 h 1632852"/>
                <a:gd name="connsiteX175" fmla="*/ 23224 w 1632852"/>
                <a:gd name="connsiteY175" fmla="*/ 986613 h 1632852"/>
                <a:gd name="connsiteX176" fmla="*/ 23224 w 1632852"/>
                <a:gd name="connsiteY176" fmla="*/ 986613 h 1632852"/>
                <a:gd name="connsiteX177" fmla="*/ 22277 w 1632852"/>
                <a:gd name="connsiteY177" fmla="*/ 986778 h 1632852"/>
                <a:gd name="connsiteX178" fmla="*/ 1620376 w 1632852"/>
                <a:gd name="connsiteY178" fmla="*/ 930151 h 1632852"/>
                <a:gd name="connsiteX179" fmla="*/ 1619666 w 1632852"/>
                <a:gd name="connsiteY179" fmla="*/ 930151 h 1632852"/>
                <a:gd name="connsiteX180" fmla="*/ 1615215 w 1632852"/>
                <a:gd name="connsiteY180" fmla="*/ 924327 h 1632852"/>
                <a:gd name="connsiteX181" fmla="*/ 1615215 w 1632852"/>
                <a:gd name="connsiteY181" fmla="*/ 924303 h 1632852"/>
                <a:gd name="connsiteX182" fmla="*/ 1620684 w 1632852"/>
                <a:gd name="connsiteY182" fmla="*/ 869570 h 1632852"/>
                <a:gd name="connsiteX183" fmla="*/ 1626152 w 1632852"/>
                <a:gd name="connsiteY183" fmla="*/ 864645 h 1632852"/>
                <a:gd name="connsiteX184" fmla="*/ 1631077 w 1632852"/>
                <a:gd name="connsiteY184" fmla="*/ 870114 h 1632852"/>
                <a:gd name="connsiteX185" fmla="*/ 1631077 w 1632852"/>
                <a:gd name="connsiteY185" fmla="*/ 870256 h 1632852"/>
                <a:gd name="connsiteX186" fmla="*/ 1625537 w 1632852"/>
                <a:gd name="connsiteY186" fmla="*/ 925700 h 1632852"/>
                <a:gd name="connsiteX187" fmla="*/ 1620494 w 1632852"/>
                <a:gd name="connsiteY187" fmla="*/ 930198 h 1632852"/>
                <a:gd name="connsiteX188" fmla="*/ 7102 w 1632852"/>
                <a:gd name="connsiteY188" fmla="*/ 877122 h 1632852"/>
                <a:gd name="connsiteX189" fmla="*/ 1917 w 1632852"/>
                <a:gd name="connsiteY189" fmla="*/ 872387 h 1632852"/>
                <a:gd name="connsiteX190" fmla="*/ 0 w 1632852"/>
                <a:gd name="connsiteY190" fmla="*/ 816682 h 1632852"/>
                <a:gd name="connsiteX191" fmla="*/ 5208 w 1632852"/>
                <a:gd name="connsiteY191" fmla="*/ 811474 h 1632852"/>
                <a:gd name="connsiteX192" fmla="*/ 5208 w 1632852"/>
                <a:gd name="connsiteY192" fmla="*/ 811474 h 1632852"/>
                <a:gd name="connsiteX193" fmla="*/ 10417 w 1632852"/>
                <a:gd name="connsiteY193" fmla="*/ 816682 h 1632852"/>
                <a:gd name="connsiteX194" fmla="*/ 12310 w 1632852"/>
                <a:gd name="connsiteY194" fmla="*/ 871677 h 1632852"/>
                <a:gd name="connsiteX195" fmla="*/ 7575 w 1632852"/>
                <a:gd name="connsiteY195" fmla="*/ 877216 h 1632852"/>
                <a:gd name="connsiteX196" fmla="*/ 1627644 w 1632852"/>
                <a:gd name="connsiteY196" fmla="*/ 819760 h 1632852"/>
                <a:gd name="connsiteX197" fmla="*/ 1622436 w 1632852"/>
                <a:gd name="connsiteY197" fmla="*/ 814552 h 1632852"/>
                <a:gd name="connsiteX198" fmla="*/ 1620494 w 1632852"/>
                <a:gd name="connsiteY198" fmla="*/ 759558 h 1632852"/>
                <a:gd name="connsiteX199" fmla="*/ 1625703 w 1632852"/>
                <a:gd name="connsiteY199" fmla="*/ 754340 h 1632852"/>
                <a:gd name="connsiteX200" fmla="*/ 1630863 w 1632852"/>
                <a:gd name="connsiteY200" fmla="*/ 758847 h 1632852"/>
                <a:gd name="connsiteX201" fmla="*/ 1632852 w 1632852"/>
                <a:gd name="connsiteY201" fmla="*/ 814528 h 1632852"/>
                <a:gd name="connsiteX202" fmla="*/ 1627644 w 1632852"/>
                <a:gd name="connsiteY202" fmla="*/ 819760 h 1632852"/>
                <a:gd name="connsiteX203" fmla="*/ 7150 w 1632852"/>
                <a:gd name="connsiteY203" fmla="*/ 766494 h 1632852"/>
                <a:gd name="connsiteX204" fmla="*/ 6794 w 1632852"/>
                <a:gd name="connsiteY204" fmla="*/ 766494 h 1632852"/>
                <a:gd name="connsiteX205" fmla="*/ 2060 w 1632852"/>
                <a:gd name="connsiteY205" fmla="*/ 760931 h 1632852"/>
                <a:gd name="connsiteX206" fmla="*/ 7670 w 1632852"/>
                <a:gd name="connsiteY206" fmla="*/ 705510 h 1632852"/>
                <a:gd name="connsiteX207" fmla="*/ 13589 w 1632852"/>
                <a:gd name="connsiteY207" fmla="*/ 701112 h 1632852"/>
                <a:gd name="connsiteX208" fmla="*/ 17992 w 1632852"/>
                <a:gd name="connsiteY208" fmla="*/ 706907 h 1632852"/>
                <a:gd name="connsiteX209" fmla="*/ 12452 w 1632852"/>
                <a:gd name="connsiteY209" fmla="*/ 761641 h 1632852"/>
                <a:gd name="connsiteX210" fmla="*/ 7150 w 1632852"/>
                <a:gd name="connsiteY210" fmla="*/ 766494 h 1632852"/>
                <a:gd name="connsiteX211" fmla="*/ 1620068 w 1632852"/>
                <a:gd name="connsiteY211" fmla="*/ 709393 h 1632852"/>
                <a:gd name="connsiteX212" fmla="*/ 1614931 w 1632852"/>
                <a:gd name="connsiteY212" fmla="*/ 704918 h 1632852"/>
                <a:gd name="connsiteX213" fmla="*/ 1605461 w 1632852"/>
                <a:gd name="connsiteY213" fmla="*/ 650729 h 1632852"/>
                <a:gd name="connsiteX214" fmla="*/ 1609178 w 1632852"/>
                <a:gd name="connsiteY214" fmla="*/ 644375 h 1632852"/>
                <a:gd name="connsiteX215" fmla="*/ 1615546 w 1632852"/>
                <a:gd name="connsiteY215" fmla="*/ 648101 h 1632852"/>
                <a:gd name="connsiteX216" fmla="*/ 1615641 w 1632852"/>
                <a:gd name="connsiteY216" fmla="*/ 648575 h 1632852"/>
                <a:gd name="connsiteX217" fmla="*/ 1625111 w 1632852"/>
                <a:gd name="connsiteY217" fmla="*/ 703474 h 1632852"/>
                <a:gd name="connsiteX218" fmla="*/ 1620707 w 1632852"/>
                <a:gd name="connsiteY218" fmla="*/ 709341 h 1632852"/>
                <a:gd name="connsiteX219" fmla="*/ 1620684 w 1632852"/>
                <a:gd name="connsiteY219" fmla="*/ 709345 h 1632852"/>
                <a:gd name="connsiteX220" fmla="*/ 1620068 w 1632852"/>
                <a:gd name="connsiteY220" fmla="*/ 709393 h 1632852"/>
                <a:gd name="connsiteX221" fmla="*/ 22088 w 1632852"/>
                <a:gd name="connsiteY221" fmla="*/ 656861 h 1632852"/>
                <a:gd name="connsiteX222" fmla="*/ 21046 w 1632852"/>
                <a:gd name="connsiteY222" fmla="*/ 656861 h 1632852"/>
                <a:gd name="connsiteX223" fmla="*/ 16998 w 1632852"/>
                <a:gd name="connsiteY223" fmla="*/ 650755 h 1632852"/>
                <a:gd name="connsiteX224" fmla="*/ 16998 w 1632852"/>
                <a:gd name="connsiteY224" fmla="*/ 650705 h 1632852"/>
                <a:gd name="connsiteX225" fmla="*/ 30137 w 1632852"/>
                <a:gd name="connsiteY225" fmla="*/ 596564 h 1632852"/>
                <a:gd name="connsiteX226" fmla="*/ 36552 w 1632852"/>
                <a:gd name="connsiteY226" fmla="*/ 592953 h 1632852"/>
                <a:gd name="connsiteX227" fmla="*/ 40174 w 1632852"/>
                <a:gd name="connsiteY227" fmla="*/ 599381 h 1632852"/>
                <a:gd name="connsiteX228" fmla="*/ 27201 w 1632852"/>
                <a:gd name="connsiteY228" fmla="*/ 652812 h 1632852"/>
                <a:gd name="connsiteX229" fmla="*/ 22064 w 1632852"/>
                <a:gd name="connsiteY229" fmla="*/ 656861 h 1632852"/>
                <a:gd name="connsiteX230" fmla="*/ 1597318 w 1632852"/>
                <a:gd name="connsiteY230" fmla="*/ 601109 h 1632852"/>
                <a:gd name="connsiteX231" fmla="*/ 1592322 w 1632852"/>
                <a:gd name="connsiteY231" fmla="*/ 597297 h 1632852"/>
                <a:gd name="connsiteX232" fmla="*/ 1575562 w 1632852"/>
                <a:gd name="connsiteY232" fmla="*/ 544907 h 1632852"/>
                <a:gd name="connsiteX233" fmla="*/ 1578805 w 1632852"/>
                <a:gd name="connsiteY233" fmla="*/ 538231 h 1632852"/>
                <a:gd name="connsiteX234" fmla="*/ 1585481 w 1632852"/>
                <a:gd name="connsiteY234" fmla="*/ 541475 h 1632852"/>
                <a:gd name="connsiteX235" fmla="*/ 1602455 w 1632852"/>
                <a:gd name="connsiteY235" fmla="*/ 594551 h 1632852"/>
                <a:gd name="connsiteX236" fmla="*/ 1598880 w 1632852"/>
                <a:gd name="connsiteY236" fmla="*/ 600957 h 1632852"/>
                <a:gd name="connsiteX237" fmla="*/ 1598856 w 1632852"/>
                <a:gd name="connsiteY237" fmla="*/ 600967 h 1632852"/>
                <a:gd name="connsiteX238" fmla="*/ 1597318 w 1632852"/>
                <a:gd name="connsiteY238" fmla="*/ 601109 h 1632852"/>
                <a:gd name="connsiteX239" fmla="*/ 51798 w 1632852"/>
                <a:gd name="connsiteY239" fmla="*/ 550281 h 1632852"/>
                <a:gd name="connsiteX240" fmla="*/ 50070 w 1632852"/>
                <a:gd name="connsiteY240" fmla="*/ 549974 h 1632852"/>
                <a:gd name="connsiteX241" fmla="*/ 46874 w 1632852"/>
                <a:gd name="connsiteY241" fmla="*/ 543411 h 1632852"/>
                <a:gd name="connsiteX242" fmla="*/ 46898 w 1632852"/>
                <a:gd name="connsiteY242" fmla="*/ 543345 h 1632852"/>
                <a:gd name="connsiteX243" fmla="*/ 67376 w 1632852"/>
                <a:gd name="connsiteY243" fmla="*/ 491428 h 1632852"/>
                <a:gd name="connsiteX244" fmla="*/ 74501 w 1632852"/>
                <a:gd name="connsiteY244" fmla="*/ 489577 h 1632852"/>
                <a:gd name="connsiteX245" fmla="*/ 76845 w 1632852"/>
                <a:gd name="connsiteY245" fmla="*/ 495595 h 1632852"/>
                <a:gd name="connsiteX246" fmla="*/ 56628 w 1632852"/>
                <a:gd name="connsiteY246" fmla="*/ 546825 h 1632852"/>
                <a:gd name="connsiteX247" fmla="*/ 51869 w 1632852"/>
                <a:gd name="connsiteY247" fmla="*/ 550281 h 1632852"/>
                <a:gd name="connsiteX248" fmla="*/ 1560031 w 1632852"/>
                <a:gd name="connsiteY248" fmla="*/ 496992 h 1632852"/>
                <a:gd name="connsiteX249" fmla="*/ 1555297 w 1632852"/>
                <a:gd name="connsiteY249" fmla="*/ 493867 h 1632852"/>
                <a:gd name="connsiteX250" fmla="*/ 1531623 w 1632852"/>
                <a:gd name="connsiteY250" fmla="*/ 444317 h 1632852"/>
                <a:gd name="connsiteX251" fmla="*/ 1534487 w 1632852"/>
                <a:gd name="connsiteY251" fmla="*/ 437532 h 1632852"/>
                <a:gd name="connsiteX252" fmla="*/ 1540855 w 1632852"/>
                <a:gd name="connsiteY252" fmla="*/ 439583 h 1632852"/>
                <a:gd name="connsiteX253" fmla="*/ 1564908 w 1632852"/>
                <a:gd name="connsiteY253" fmla="*/ 489795 h 1632852"/>
                <a:gd name="connsiteX254" fmla="*/ 1562257 w 1632852"/>
                <a:gd name="connsiteY254" fmla="*/ 496629 h 1632852"/>
                <a:gd name="connsiteX255" fmla="*/ 1562233 w 1632852"/>
                <a:gd name="connsiteY255" fmla="*/ 496636 h 1632852"/>
                <a:gd name="connsiteX256" fmla="*/ 1560103 w 1632852"/>
                <a:gd name="connsiteY256" fmla="*/ 496992 h 1632852"/>
                <a:gd name="connsiteX257" fmla="*/ 95997 w 1632852"/>
                <a:gd name="connsiteY257" fmla="*/ 448697 h 1632852"/>
                <a:gd name="connsiteX258" fmla="*/ 93630 w 1632852"/>
                <a:gd name="connsiteY258" fmla="*/ 448105 h 1632852"/>
                <a:gd name="connsiteX259" fmla="*/ 91357 w 1632852"/>
                <a:gd name="connsiteY259" fmla="*/ 441100 h 1632852"/>
                <a:gd name="connsiteX260" fmla="*/ 91404 w 1632852"/>
                <a:gd name="connsiteY260" fmla="*/ 441003 h 1632852"/>
                <a:gd name="connsiteX261" fmla="*/ 118771 w 1632852"/>
                <a:gd name="connsiteY261" fmla="*/ 392424 h 1632852"/>
                <a:gd name="connsiteX262" fmla="*/ 125921 w 1632852"/>
                <a:gd name="connsiteY262" fmla="*/ 390684 h 1632852"/>
                <a:gd name="connsiteX263" fmla="*/ 127673 w 1632852"/>
                <a:gd name="connsiteY263" fmla="*/ 397846 h 1632852"/>
                <a:gd name="connsiteX264" fmla="*/ 100637 w 1632852"/>
                <a:gd name="connsiteY264" fmla="*/ 445809 h 1632852"/>
                <a:gd name="connsiteX265" fmla="*/ 96068 w 1632852"/>
                <a:gd name="connsiteY265" fmla="*/ 448697 h 1632852"/>
                <a:gd name="connsiteX266" fmla="*/ 1508872 w 1632852"/>
                <a:gd name="connsiteY266" fmla="*/ 398982 h 1632852"/>
                <a:gd name="connsiteX267" fmla="*/ 1504422 w 1632852"/>
                <a:gd name="connsiteY267" fmla="*/ 396473 h 1632852"/>
                <a:gd name="connsiteX268" fmla="*/ 1474119 w 1632852"/>
                <a:gd name="connsiteY268" fmla="*/ 350593 h 1632852"/>
                <a:gd name="connsiteX269" fmla="*/ 1475350 w 1632852"/>
                <a:gd name="connsiteY269" fmla="*/ 343325 h 1632852"/>
                <a:gd name="connsiteX270" fmla="*/ 1482618 w 1632852"/>
                <a:gd name="connsiteY270" fmla="*/ 344556 h 1632852"/>
                <a:gd name="connsiteX271" fmla="*/ 1513394 w 1632852"/>
                <a:gd name="connsiteY271" fmla="*/ 391051 h 1632852"/>
                <a:gd name="connsiteX272" fmla="*/ 1511619 w 1632852"/>
                <a:gd name="connsiteY272" fmla="*/ 398232 h 1632852"/>
                <a:gd name="connsiteX273" fmla="*/ 1508967 w 1632852"/>
                <a:gd name="connsiteY273" fmla="*/ 398982 h 1632852"/>
                <a:gd name="connsiteX274" fmla="*/ 153690 w 1632852"/>
                <a:gd name="connsiteY274" fmla="*/ 354120 h 1632852"/>
                <a:gd name="connsiteX275" fmla="*/ 148482 w 1632852"/>
                <a:gd name="connsiteY275" fmla="*/ 348921 h 1632852"/>
                <a:gd name="connsiteX276" fmla="*/ 149429 w 1632852"/>
                <a:gd name="connsiteY276" fmla="*/ 345905 h 1632852"/>
                <a:gd name="connsiteX277" fmla="*/ 183140 w 1632852"/>
                <a:gd name="connsiteY277" fmla="*/ 301517 h 1632852"/>
                <a:gd name="connsiteX278" fmla="*/ 190503 w 1632852"/>
                <a:gd name="connsiteY278" fmla="*/ 301164 h 1632852"/>
                <a:gd name="connsiteX279" fmla="*/ 191213 w 1632852"/>
                <a:gd name="connsiteY279" fmla="*/ 308075 h 1632852"/>
                <a:gd name="connsiteX280" fmla="*/ 157951 w 1632852"/>
                <a:gd name="connsiteY280" fmla="*/ 351919 h 1632852"/>
                <a:gd name="connsiteX281" fmla="*/ 153690 w 1632852"/>
                <a:gd name="connsiteY281" fmla="*/ 354120 h 1632852"/>
                <a:gd name="connsiteX282" fmla="*/ 1444882 w 1632852"/>
                <a:gd name="connsiteY282" fmla="*/ 308761 h 1632852"/>
                <a:gd name="connsiteX283" fmla="*/ 1440857 w 1632852"/>
                <a:gd name="connsiteY283" fmla="*/ 306844 h 1632852"/>
                <a:gd name="connsiteX284" fmla="*/ 1404637 w 1632852"/>
                <a:gd name="connsiteY284" fmla="*/ 265462 h 1632852"/>
                <a:gd name="connsiteX285" fmla="*/ 1405276 w 1632852"/>
                <a:gd name="connsiteY285" fmla="*/ 258125 h 1632852"/>
                <a:gd name="connsiteX286" fmla="*/ 1412236 w 1632852"/>
                <a:gd name="connsiteY286" fmla="*/ 258360 h 1632852"/>
                <a:gd name="connsiteX287" fmla="*/ 1448931 w 1632852"/>
                <a:gd name="connsiteY287" fmla="*/ 300286 h 1632852"/>
                <a:gd name="connsiteX288" fmla="*/ 1448173 w 1632852"/>
                <a:gd name="connsiteY288" fmla="*/ 307613 h 1632852"/>
                <a:gd name="connsiteX289" fmla="*/ 1444882 w 1632852"/>
                <a:gd name="connsiteY289" fmla="*/ 308785 h 1632852"/>
                <a:gd name="connsiteX290" fmla="*/ 223575 w 1632852"/>
                <a:gd name="connsiteY290" fmla="*/ 268255 h 1632852"/>
                <a:gd name="connsiteX291" fmla="*/ 220024 w 1632852"/>
                <a:gd name="connsiteY291" fmla="*/ 266859 h 1632852"/>
                <a:gd name="connsiteX292" fmla="*/ 219764 w 1632852"/>
                <a:gd name="connsiteY292" fmla="*/ 259498 h 1632852"/>
                <a:gd name="connsiteX293" fmla="*/ 219764 w 1632852"/>
                <a:gd name="connsiteY293" fmla="*/ 259496 h 1632852"/>
                <a:gd name="connsiteX294" fmla="*/ 259133 w 1632852"/>
                <a:gd name="connsiteY294" fmla="*/ 220079 h 1632852"/>
                <a:gd name="connsiteX295" fmla="*/ 266496 w 1632852"/>
                <a:gd name="connsiteY295" fmla="*/ 219932 h 1632852"/>
                <a:gd name="connsiteX296" fmla="*/ 266638 w 1632852"/>
                <a:gd name="connsiteY296" fmla="*/ 227297 h 1632852"/>
                <a:gd name="connsiteX297" fmla="*/ 266235 w 1632852"/>
                <a:gd name="connsiteY297" fmla="*/ 227679 h 1632852"/>
                <a:gd name="connsiteX298" fmla="*/ 227363 w 1632852"/>
                <a:gd name="connsiteY298" fmla="*/ 266598 h 1632852"/>
                <a:gd name="connsiteX299" fmla="*/ 223575 w 1632852"/>
                <a:gd name="connsiteY299" fmla="*/ 268255 h 1632852"/>
                <a:gd name="connsiteX300" fmla="*/ 1369221 w 1632852"/>
                <a:gd name="connsiteY300" fmla="*/ 228010 h 1632852"/>
                <a:gd name="connsiteX301" fmla="*/ 1365669 w 1632852"/>
                <a:gd name="connsiteY301" fmla="*/ 226613 h 1632852"/>
                <a:gd name="connsiteX302" fmla="*/ 1324170 w 1632852"/>
                <a:gd name="connsiteY302" fmla="*/ 190463 h 1632852"/>
                <a:gd name="connsiteX303" fmla="*/ 1323317 w 1632852"/>
                <a:gd name="connsiteY303" fmla="*/ 183146 h 1632852"/>
                <a:gd name="connsiteX304" fmla="*/ 1330633 w 1632852"/>
                <a:gd name="connsiteY304" fmla="*/ 182303 h 1632852"/>
                <a:gd name="connsiteX305" fmla="*/ 1330751 w 1632852"/>
                <a:gd name="connsiteY305" fmla="*/ 182391 h 1632852"/>
                <a:gd name="connsiteX306" fmla="*/ 1372772 w 1632852"/>
                <a:gd name="connsiteY306" fmla="*/ 218990 h 1632852"/>
                <a:gd name="connsiteX307" fmla="*/ 1373032 w 1632852"/>
                <a:gd name="connsiteY307" fmla="*/ 226350 h 1632852"/>
                <a:gd name="connsiteX308" fmla="*/ 1369221 w 1632852"/>
                <a:gd name="connsiteY308" fmla="*/ 228010 h 1632852"/>
                <a:gd name="connsiteX309" fmla="*/ 304374 w 1632852"/>
                <a:gd name="connsiteY309" fmla="*/ 192641 h 1632852"/>
                <a:gd name="connsiteX310" fmla="*/ 299189 w 1632852"/>
                <a:gd name="connsiteY310" fmla="*/ 187419 h 1632852"/>
                <a:gd name="connsiteX311" fmla="*/ 301083 w 1632852"/>
                <a:gd name="connsiteY311" fmla="*/ 183409 h 1632852"/>
                <a:gd name="connsiteX312" fmla="*/ 345400 w 1632852"/>
                <a:gd name="connsiteY312" fmla="*/ 149650 h 1632852"/>
                <a:gd name="connsiteX313" fmla="*/ 352668 w 1632852"/>
                <a:gd name="connsiteY313" fmla="*/ 150881 h 1632852"/>
                <a:gd name="connsiteX314" fmla="*/ 351437 w 1632852"/>
                <a:gd name="connsiteY314" fmla="*/ 158149 h 1632852"/>
                <a:gd name="connsiteX315" fmla="*/ 307664 w 1632852"/>
                <a:gd name="connsiteY315" fmla="*/ 191481 h 1632852"/>
                <a:gd name="connsiteX316" fmla="*/ 304374 w 1632852"/>
                <a:gd name="connsiteY316" fmla="*/ 192641 h 1632852"/>
                <a:gd name="connsiteX317" fmla="*/ 1283309 w 1632852"/>
                <a:gd name="connsiteY317" fmla="*/ 158172 h 1632852"/>
                <a:gd name="connsiteX318" fmla="*/ 1280326 w 1632852"/>
                <a:gd name="connsiteY318" fmla="*/ 157225 h 1632852"/>
                <a:gd name="connsiteX319" fmla="*/ 1234304 w 1632852"/>
                <a:gd name="connsiteY319" fmla="*/ 127018 h 1632852"/>
                <a:gd name="connsiteX320" fmla="*/ 1232292 w 1632852"/>
                <a:gd name="connsiteY320" fmla="*/ 119930 h 1632852"/>
                <a:gd name="connsiteX321" fmla="*/ 1239394 w 1632852"/>
                <a:gd name="connsiteY321" fmla="*/ 117927 h 1632852"/>
                <a:gd name="connsiteX322" fmla="*/ 1239701 w 1632852"/>
                <a:gd name="connsiteY322" fmla="*/ 118116 h 1632852"/>
                <a:gd name="connsiteX323" fmla="*/ 1286315 w 1632852"/>
                <a:gd name="connsiteY323" fmla="*/ 148703 h 1632852"/>
                <a:gd name="connsiteX324" fmla="*/ 1287593 w 1632852"/>
                <a:gd name="connsiteY324" fmla="*/ 155959 h 1632852"/>
                <a:gd name="connsiteX325" fmla="*/ 1283309 w 1632852"/>
                <a:gd name="connsiteY325" fmla="*/ 158172 h 1632852"/>
                <a:gd name="connsiteX326" fmla="*/ 394689 w 1632852"/>
                <a:gd name="connsiteY326" fmla="*/ 128651 h 1632852"/>
                <a:gd name="connsiteX327" fmla="*/ 389505 w 1632852"/>
                <a:gd name="connsiteY327" fmla="*/ 123422 h 1632852"/>
                <a:gd name="connsiteX328" fmla="*/ 391967 w 1632852"/>
                <a:gd name="connsiteY328" fmla="*/ 119016 h 1632852"/>
                <a:gd name="connsiteX329" fmla="*/ 440427 w 1632852"/>
                <a:gd name="connsiteY329" fmla="*/ 91602 h 1632852"/>
                <a:gd name="connsiteX330" fmla="*/ 447600 w 1632852"/>
                <a:gd name="connsiteY330" fmla="*/ 93233 h 1632852"/>
                <a:gd name="connsiteX331" fmla="*/ 445967 w 1632852"/>
                <a:gd name="connsiteY331" fmla="*/ 100415 h 1632852"/>
                <a:gd name="connsiteX332" fmla="*/ 445162 w 1632852"/>
                <a:gd name="connsiteY332" fmla="*/ 100834 h 1632852"/>
                <a:gd name="connsiteX333" fmla="*/ 397317 w 1632852"/>
                <a:gd name="connsiteY333" fmla="*/ 127893 h 1632852"/>
                <a:gd name="connsiteX334" fmla="*/ 394689 w 1632852"/>
                <a:gd name="connsiteY334" fmla="*/ 128651 h 1632852"/>
                <a:gd name="connsiteX335" fmla="*/ 1188755 w 1632852"/>
                <a:gd name="connsiteY335" fmla="*/ 100598 h 1632852"/>
                <a:gd name="connsiteX336" fmla="*/ 1186388 w 1632852"/>
                <a:gd name="connsiteY336" fmla="*/ 100030 h 1632852"/>
                <a:gd name="connsiteX337" fmla="*/ 1136673 w 1632852"/>
                <a:gd name="connsiteY337" fmla="*/ 76356 h 1632852"/>
                <a:gd name="connsiteX338" fmla="*/ 1134850 w 1632852"/>
                <a:gd name="connsiteY338" fmla="*/ 69216 h 1632852"/>
                <a:gd name="connsiteX339" fmla="*/ 1140816 w 1632852"/>
                <a:gd name="connsiteY339" fmla="*/ 66886 h 1632852"/>
                <a:gd name="connsiteX340" fmla="*/ 1191194 w 1632852"/>
                <a:gd name="connsiteY340" fmla="*/ 90844 h 1632852"/>
                <a:gd name="connsiteX341" fmla="*/ 1193395 w 1632852"/>
                <a:gd name="connsiteY341" fmla="*/ 97873 h 1632852"/>
                <a:gd name="connsiteX342" fmla="*/ 1188826 w 1632852"/>
                <a:gd name="connsiteY342" fmla="*/ 100669 h 1632852"/>
                <a:gd name="connsiteX343" fmla="*/ 492746 w 1632852"/>
                <a:gd name="connsiteY343" fmla="*/ 77563 h 1632852"/>
                <a:gd name="connsiteX344" fmla="*/ 487514 w 1632852"/>
                <a:gd name="connsiteY344" fmla="*/ 72376 h 1632852"/>
                <a:gd name="connsiteX345" fmla="*/ 490663 w 1632852"/>
                <a:gd name="connsiteY345" fmla="*/ 67573 h 1632852"/>
                <a:gd name="connsiteX346" fmla="*/ 542390 w 1632852"/>
                <a:gd name="connsiteY346" fmla="*/ 47048 h 1632852"/>
                <a:gd name="connsiteX347" fmla="*/ 548924 w 1632852"/>
                <a:gd name="connsiteY347" fmla="*/ 50459 h 1632852"/>
                <a:gd name="connsiteX348" fmla="*/ 545894 w 1632852"/>
                <a:gd name="connsiteY348" fmla="*/ 56848 h 1632852"/>
                <a:gd name="connsiteX349" fmla="*/ 494830 w 1632852"/>
                <a:gd name="connsiteY349" fmla="*/ 77113 h 1632852"/>
                <a:gd name="connsiteX350" fmla="*/ 492675 w 1632852"/>
                <a:gd name="connsiteY350" fmla="*/ 77468 h 1632852"/>
                <a:gd name="connsiteX351" fmla="*/ 1087171 w 1632852"/>
                <a:gd name="connsiteY351" fmla="*/ 56470 h 1632852"/>
                <a:gd name="connsiteX352" fmla="*/ 1085419 w 1632852"/>
                <a:gd name="connsiteY352" fmla="*/ 56186 h 1632852"/>
                <a:gd name="connsiteX353" fmla="*/ 1032982 w 1632852"/>
                <a:gd name="connsiteY353" fmla="*/ 39614 h 1632852"/>
                <a:gd name="connsiteX354" fmla="*/ 1029360 w 1632852"/>
                <a:gd name="connsiteY354" fmla="*/ 33198 h 1632852"/>
                <a:gd name="connsiteX355" fmla="*/ 1035776 w 1632852"/>
                <a:gd name="connsiteY355" fmla="*/ 29576 h 1632852"/>
                <a:gd name="connsiteX356" fmla="*/ 1088899 w 1632852"/>
                <a:gd name="connsiteY356" fmla="*/ 46385 h 1632852"/>
                <a:gd name="connsiteX357" fmla="*/ 1092048 w 1632852"/>
                <a:gd name="connsiteY357" fmla="*/ 53049 h 1632852"/>
                <a:gd name="connsiteX358" fmla="*/ 1087171 w 1632852"/>
                <a:gd name="connsiteY358" fmla="*/ 56493 h 1632852"/>
                <a:gd name="connsiteX359" fmla="*/ 596887 w 1632852"/>
                <a:gd name="connsiteY359" fmla="*/ 40324 h 1632852"/>
                <a:gd name="connsiteX360" fmla="*/ 591655 w 1632852"/>
                <a:gd name="connsiteY360" fmla="*/ 35144 h 1632852"/>
                <a:gd name="connsiteX361" fmla="*/ 595467 w 1632852"/>
                <a:gd name="connsiteY361" fmla="*/ 30097 h 1632852"/>
                <a:gd name="connsiteX362" fmla="*/ 649585 w 1632852"/>
                <a:gd name="connsiteY362" fmla="*/ 16840 h 1632852"/>
                <a:gd name="connsiteX363" fmla="*/ 655740 w 1632852"/>
                <a:gd name="connsiteY363" fmla="*/ 20876 h 1632852"/>
                <a:gd name="connsiteX364" fmla="*/ 651716 w 1632852"/>
                <a:gd name="connsiteY364" fmla="*/ 27043 h 1632852"/>
                <a:gd name="connsiteX365" fmla="*/ 598284 w 1632852"/>
                <a:gd name="connsiteY365" fmla="*/ 40135 h 1632852"/>
                <a:gd name="connsiteX366" fmla="*/ 596816 w 1632852"/>
                <a:gd name="connsiteY366" fmla="*/ 40324 h 1632852"/>
                <a:gd name="connsiteX367" fmla="*/ 980592 w 1632852"/>
                <a:gd name="connsiteY367" fmla="*/ 26735 h 1632852"/>
                <a:gd name="connsiteX368" fmla="*/ 979527 w 1632852"/>
                <a:gd name="connsiteY368" fmla="*/ 26735 h 1632852"/>
                <a:gd name="connsiteX369" fmla="*/ 925313 w 1632852"/>
                <a:gd name="connsiteY369" fmla="*/ 17479 h 1632852"/>
                <a:gd name="connsiteX370" fmla="*/ 920792 w 1632852"/>
                <a:gd name="connsiteY370" fmla="*/ 11669 h 1632852"/>
                <a:gd name="connsiteX371" fmla="*/ 926592 w 1632852"/>
                <a:gd name="connsiteY371" fmla="*/ 7143 h 1632852"/>
                <a:gd name="connsiteX372" fmla="*/ 926710 w 1632852"/>
                <a:gd name="connsiteY372" fmla="*/ 7157 h 1632852"/>
                <a:gd name="connsiteX373" fmla="*/ 981633 w 1632852"/>
                <a:gd name="connsiteY373" fmla="*/ 16627 h 1632852"/>
                <a:gd name="connsiteX374" fmla="*/ 985611 w 1632852"/>
                <a:gd name="connsiteY374" fmla="*/ 22820 h 1632852"/>
                <a:gd name="connsiteX375" fmla="*/ 980592 w 1632852"/>
                <a:gd name="connsiteY375" fmla="*/ 26925 h 1632852"/>
                <a:gd name="connsiteX376" fmla="*/ 705195 w 1632852"/>
                <a:gd name="connsiteY376" fmla="*/ 17716 h 1632852"/>
                <a:gd name="connsiteX377" fmla="*/ 699986 w 1632852"/>
                <a:gd name="connsiteY377" fmla="*/ 12517 h 1632852"/>
                <a:gd name="connsiteX378" fmla="*/ 704485 w 1632852"/>
                <a:gd name="connsiteY378" fmla="*/ 7347 h 1632852"/>
                <a:gd name="connsiteX379" fmla="*/ 759905 w 1632852"/>
                <a:gd name="connsiteY379" fmla="*/ 1618 h 1632852"/>
                <a:gd name="connsiteX380" fmla="*/ 765445 w 1632852"/>
                <a:gd name="connsiteY380" fmla="*/ 6459 h 1632852"/>
                <a:gd name="connsiteX381" fmla="*/ 760615 w 1632852"/>
                <a:gd name="connsiteY381" fmla="*/ 12010 h 1632852"/>
                <a:gd name="connsiteX382" fmla="*/ 705905 w 1632852"/>
                <a:gd name="connsiteY382" fmla="*/ 17668 h 1632852"/>
                <a:gd name="connsiteX383" fmla="*/ 870911 w 1632852"/>
                <a:gd name="connsiteY383" fmla="*/ 11892 h 1632852"/>
                <a:gd name="connsiteX384" fmla="*/ 870532 w 1632852"/>
                <a:gd name="connsiteY384" fmla="*/ 11892 h 1632852"/>
                <a:gd name="connsiteX385" fmla="*/ 816556 w 1632852"/>
                <a:gd name="connsiteY385" fmla="*/ 10116 h 1632852"/>
                <a:gd name="connsiteX386" fmla="*/ 815538 w 1632852"/>
                <a:gd name="connsiteY386" fmla="*/ 10116 h 1632852"/>
                <a:gd name="connsiteX387" fmla="*/ 810330 w 1632852"/>
                <a:gd name="connsiteY387" fmla="*/ 4908 h 1632852"/>
                <a:gd name="connsiteX388" fmla="*/ 815538 w 1632852"/>
                <a:gd name="connsiteY388" fmla="*/ -300 h 1632852"/>
                <a:gd name="connsiteX389" fmla="*/ 816532 w 1632852"/>
                <a:gd name="connsiteY389" fmla="*/ -300 h 1632852"/>
                <a:gd name="connsiteX390" fmla="*/ 871219 w 1632852"/>
                <a:gd name="connsiteY390" fmla="*/ 1499 h 1632852"/>
                <a:gd name="connsiteX391" fmla="*/ 876261 w 1632852"/>
                <a:gd name="connsiteY391" fmla="*/ 6873 h 1632852"/>
                <a:gd name="connsiteX392" fmla="*/ 870887 w 1632852"/>
                <a:gd name="connsiteY392" fmla="*/ 11916 h 163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</a:cxnLst>
              <a:rect l="l" t="t" r="r" b="b"/>
              <a:pathLst>
                <a:path w="1632852" h="1632852">
                  <a:moveTo>
                    <a:pt x="816556" y="1632552"/>
                  </a:moveTo>
                  <a:cubicBezTo>
                    <a:pt x="797996" y="1632552"/>
                    <a:pt x="779270" y="1631913"/>
                    <a:pt x="760875" y="1630658"/>
                  </a:cubicBezTo>
                  <a:cubicBezTo>
                    <a:pt x="758011" y="1630516"/>
                    <a:pt x="755786" y="1628054"/>
                    <a:pt x="755952" y="1625190"/>
                  </a:cubicBezTo>
                  <a:cubicBezTo>
                    <a:pt x="756093" y="1622325"/>
                    <a:pt x="758555" y="1620100"/>
                    <a:pt x="761420" y="1620265"/>
                  </a:cubicBezTo>
                  <a:cubicBezTo>
                    <a:pt x="761467" y="1620265"/>
                    <a:pt x="761515" y="1620265"/>
                    <a:pt x="761562" y="1620265"/>
                  </a:cubicBezTo>
                  <a:cubicBezTo>
                    <a:pt x="779743" y="1621496"/>
                    <a:pt x="798233" y="1622136"/>
                    <a:pt x="816532" y="1622136"/>
                  </a:cubicBezTo>
                  <a:lnTo>
                    <a:pt x="818545" y="1622136"/>
                  </a:lnTo>
                  <a:cubicBezTo>
                    <a:pt x="821433" y="1622136"/>
                    <a:pt x="823753" y="1624456"/>
                    <a:pt x="823753" y="1627344"/>
                  </a:cubicBezTo>
                  <a:cubicBezTo>
                    <a:pt x="823753" y="1630208"/>
                    <a:pt x="821433" y="1632552"/>
                    <a:pt x="818545" y="1632552"/>
                  </a:cubicBezTo>
                  <a:close/>
                  <a:moveTo>
                    <a:pt x="873894" y="1630540"/>
                  </a:moveTo>
                  <a:cubicBezTo>
                    <a:pt x="871006" y="1630634"/>
                    <a:pt x="868615" y="1628386"/>
                    <a:pt x="868520" y="1625521"/>
                  </a:cubicBezTo>
                  <a:cubicBezTo>
                    <a:pt x="868402" y="1622633"/>
                    <a:pt x="870651" y="1620218"/>
                    <a:pt x="873539" y="1620123"/>
                  </a:cubicBezTo>
                  <a:cubicBezTo>
                    <a:pt x="891768" y="1618845"/>
                    <a:pt x="910162" y="1616928"/>
                    <a:pt x="928226" y="1614418"/>
                  </a:cubicBezTo>
                  <a:cubicBezTo>
                    <a:pt x="931066" y="1614016"/>
                    <a:pt x="933718" y="1616004"/>
                    <a:pt x="934120" y="1618845"/>
                  </a:cubicBezTo>
                  <a:cubicBezTo>
                    <a:pt x="934499" y="1621710"/>
                    <a:pt x="932510" y="1624337"/>
                    <a:pt x="929670" y="1624740"/>
                  </a:cubicBezTo>
                  <a:cubicBezTo>
                    <a:pt x="911370" y="1627273"/>
                    <a:pt x="892738" y="1629238"/>
                    <a:pt x="874273" y="1630516"/>
                  </a:cubicBezTo>
                  <a:close/>
                  <a:moveTo>
                    <a:pt x="706142" y="1625071"/>
                  </a:moveTo>
                  <a:lnTo>
                    <a:pt x="705431" y="1625071"/>
                  </a:lnTo>
                  <a:cubicBezTo>
                    <a:pt x="687108" y="1622562"/>
                    <a:pt x="668619" y="1619389"/>
                    <a:pt x="650532" y="1615602"/>
                  </a:cubicBezTo>
                  <a:cubicBezTo>
                    <a:pt x="647714" y="1615010"/>
                    <a:pt x="645892" y="1612264"/>
                    <a:pt x="646484" y="1609447"/>
                  </a:cubicBezTo>
                  <a:cubicBezTo>
                    <a:pt x="647076" y="1606629"/>
                    <a:pt x="649822" y="1604807"/>
                    <a:pt x="652639" y="1605398"/>
                  </a:cubicBezTo>
                  <a:cubicBezTo>
                    <a:pt x="670513" y="1609115"/>
                    <a:pt x="688741" y="1612240"/>
                    <a:pt x="706852" y="1614726"/>
                  </a:cubicBezTo>
                  <a:cubicBezTo>
                    <a:pt x="709693" y="1615105"/>
                    <a:pt x="711705" y="1617732"/>
                    <a:pt x="711303" y="1620597"/>
                  </a:cubicBezTo>
                  <a:cubicBezTo>
                    <a:pt x="710971" y="1623177"/>
                    <a:pt x="708746" y="1625095"/>
                    <a:pt x="706142" y="1625095"/>
                  </a:cubicBezTo>
                  <a:close/>
                  <a:moveTo>
                    <a:pt x="983480" y="1615270"/>
                  </a:moveTo>
                  <a:cubicBezTo>
                    <a:pt x="980592" y="1615246"/>
                    <a:pt x="978296" y="1612903"/>
                    <a:pt x="978319" y="1610015"/>
                  </a:cubicBezTo>
                  <a:cubicBezTo>
                    <a:pt x="978319" y="1607576"/>
                    <a:pt x="980024" y="1605493"/>
                    <a:pt x="982415" y="1604972"/>
                  </a:cubicBezTo>
                  <a:cubicBezTo>
                    <a:pt x="1000312" y="1601208"/>
                    <a:pt x="1018280" y="1596781"/>
                    <a:pt x="1035823" y="1591810"/>
                  </a:cubicBezTo>
                  <a:cubicBezTo>
                    <a:pt x="1038593" y="1591028"/>
                    <a:pt x="1041481" y="1592638"/>
                    <a:pt x="1042262" y="1595408"/>
                  </a:cubicBezTo>
                  <a:cubicBezTo>
                    <a:pt x="1043044" y="1598178"/>
                    <a:pt x="1041433" y="1601066"/>
                    <a:pt x="1038664" y="1601847"/>
                  </a:cubicBezTo>
                  <a:cubicBezTo>
                    <a:pt x="1020885" y="1606866"/>
                    <a:pt x="1002680" y="1611317"/>
                    <a:pt x="984569" y="1615152"/>
                  </a:cubicBezTo>
                  <a:cubicBezTo>
                    <a:pt x="984214" y="1615246"/>
                    <a:pt x="983835" y="1615270"/>
                    <a:pt x="983480" y="1615270"/>
                  </a:cubicBezTo>
                  <a:close/>
                  <a:moveTo>
                    <a:pt x="597811" y="1602581"/>
                  </a:moveTo>
                  <a:cubicBezTo>
                    <a:pt x="597337" y="1602581"/>
                    <a:pt x="596863" y="1602534"/>
                    <a:pt x="596390" y="1602392"/>
                  </a:cubicBezTo>
                  <a:cubicBezTo>
                    <a:pt x="578587" y="1597397"/>
                    <a:pt x="560713" y="1591715"/>
                    <a:pt x="543290" y="1585512"/>
                  </a:cubicBezTo>
                  <a:cubicBezTo>
                    <a:pt x="540544" y="1584660"/>
                    <a:pt x="539028" y="1581725"/>
                    <a:pt x="539881" y="1578978"/>
                  </a:cubicBezTo>
                  <a:cubicBezTo>
                    <a:pt x="540733" y="1576232"/>
                    <a:pt x="543668" y="1574717"/>
                    <a:pt x="546415" y="1575569"/>
                  </a:cubicBezTo>
                  <a:cubicBezTo>
                    <a:pt x="546533" y="1575617"/>
                    <a:pt x="546675" y="1575664"/>
                    <a:pt x="546793" y="1575711"/>
                  </a:cubicBezTo>
                  <a:cubicBezTo>
                    <a:pt x="563981" y="1581819"/>
                    <a:pt x="581617" y="1587548"/>
                    <a:pt x="599207" y="1592283"/>
                  </a:cubicBezTo>
                  <a:cubicBezTo>
                    <a:pt x="601977" y="1593040"/>
                    <a:pt x="603610" y="1595929"/>
                    <a:pt x="602829" y="1598699"/>
                  </a:cubicBezTo>
                  <a:cubicBezTo>
                    <a:pt x="602214" y="1600948"/>
                    <a:pt x="600154" y="1602510"/>
                    <a:pt x="597811" y="1602510"/>
                  </a:cubicBezTo>
                  <a:close/>
                  <a:moveTo>
                    <a:pt x="1089965" y="1585133"/>
                  </a:moveTo>
                  <a:cubicBezTo>
                    <a:pt x="1087077" y="1585133"/>
                    <a:pt x="1084757" y="1582790"/>
                    <a:pt x="1084757" y="1579902"/>
                  </a:cubicBezTo>
                  <a:cubicBezTo>
                    <a:pt x="1084780" y="1577724"/>
                    <a:pt x="1086153" y="1575759"/>
                    <a:pt x="1088213" y="1575025"/>
                  </a:cubicBezTo>
                  <a:cubicBezTo>
                    <a:pt x="1105353" y="1568870"/>
                    <a:pt x="1122516" y="1562028"/>
                    <a:pt x="1139230" y="1554689"/>
                  </a:cubicBezTo>
                  <a:cubicBezTo>
                    <a:pt x="1141716" y="1553245"/>
                    <a:pt x="1144911" y="1554097"/>
                    <a:pt x="1146356" y="1556583"/>
                  </a:cubicBezTo>
                  <a:cubicBezTo>
                    <a:pt x="1147800" y="1559069"/>
                    <a:pt x="1146948" y="1562265"/>
                    <a:pt x="1144462" y="1563709"/>
                  </a:cubicBezTo>
                  <a:cubicBezTo>
                    <a:pt x="1144131" y="1563898"/>
                    <a:pt x="1143775" y="1564040"/>
                    <a:pt x="1143420" y="1564159"/>
                  </a:cubicBezTo>
                  <a:cubicBezTo>
                    <a:pt x="1126494" y="1571592"/>
                    <a:pt x="1109093" y="1578529"/>
                    <a:pt x="1091716" y="1584755"/>
                  </a:cubicBezTo>
                  <a:cubicBezTo>
                    <a:pt x="1091172" y="1584992"/>
                    <a:pt x="1090556" y="1585110"/>
                    <a:pt x="1089965" y="1585133"/>
                  </a:cubicBezTo>
                  <a:close/>
                  <a:moveTo>
                    <a:pt x="493385" y="1565437"/>
                  </a:moveTo>
                  <a:cubicBezTo>
                    <a:pt x="492675" y="1565437"/>
                    <a:pt x="491965" y="1565271"/>
                    <a:pt x="491302" y="1564987"/>
                  </a:cubicBezTo>
                  <a:cubicBezTo>
                    <a:pt x="474351" y="1557601"/>
                    <a:pt x="457401" y="1549528"/>
                    <a:pt x="440972" y="1540958"/>
                  </a:cubicBezTo>
                  <a:cubicBezTo>
                    <a:pt x="438296" y="1539869"/>
                    <a:pt x="437018" y="1536839"/>
                    <a:pt x="438107" y="1534164"/>
                  </a:cubicBezTo>
                  <a:cubicBezTo>
                    <a:pt x="439196" y="1531512"/>
                    <a:pt x="442226" y="1530234"/>
                    <a:pt x="444901" y="1531299"/>
                  </a:cubicBezTo>
                  <a:cubicBezTo>
                    <a:pt x="445186" y="1531418"/>
                    <a:pt x="445446" y="1531560"/>
                    <a:pt x="445706" y="1531726"/>
                  </a:cubicBezTo>
                  <a:cubicBezTo>
                    <a:pt x="461923" y="1540177"/>
                    <a:pt x="478660" y="1548155"/>
                    <a:pt x="495421" y="1555399"/>
                  </a:cubicBezTo>
                  <a:cubicBezTo>
                    <a:pt x="498073" y="1556536"/>
                    <a:pt x="499280" y="1559613"/>
                    <a:pt x="498144" y="1562241"/>
                  </a:cubicBezTo>
                  <a:cubicBezTo>
                    <a:pt x="497315" y="1564159"/>
                    <a:pt x="495421" y="1565390"/>
                    <a:pt x="493338" y="1565390"/>
                  </a:cubicBezTo>
                  <a:close/>
                  <a:moveTo>
                    <a:pt x="1191099" y="1540745"/>
                  </a:moveTo>
                  <a:cubicBezTo>
                    <a:pt x="1188211" y="1540721"/>
                    <a:pt x="1185915" y="1538378"/>
                    <a:pt x="1185938" y="1535490"/>
                  </a:cubicBezTo>
                  <a:cubicBezTo>
                    <a:pt x="1185962" y="1533572"/>
                    <a:pt x="1187027" y="1531820"/>
                    <a:pt x="1188732" y="1530920"/>
                  </a:cubicBezTo>
                  <a:cubicBezTo>
                    <a:pt x="1204901" y="1522469"/>
                    <a:pt x="1220976" y="1513331"/>
                    <a:pt x="1236553" y="1503790"/>
                  </a:cubicBezTo>
                  <a:cubicBezTo>
                    <a:pt x="1239038" y="1502346"/>
                    <a:pt x="1242235" y="1503175"/>
                    <a:pt x="1243679" y="1505637"/>
                  </a:cubicBezTo>
                  <a:cubicBezTo>
                    <a:pt x="1245099" y="1508052"/>
                    <a:pt x="1244341" y="1511153"/>
                    <a:pt x="1241998" y="1512668"/>
                  </a:cubicBezTo>
                  <a:cubicBezTo>
                    <a:pt x="1226231" y="1522327"/>
                    <a:pt x="1209920" y="1531607"/>
                    <a:pt x="1193561" y="1540130"/>
                  </a:cubicBezTo>
                  <a:cubicBezTo>
                    <a:pt x="1192827" y="1540508"/>
                    <a:pt x="1192023" y="1540721"/>
                    <a:pt x="1191194" y="1540745"/>
                  </a:cubicBezTo>
                  <a:close/>
                  <a:moveTo>
                    <a:pt x="395115" y="1514325"/>
                  </a:moveTo>
                  <a:cubicBezTo>
                    <a:pt x="394169" y="1514325"/>
                    <a:pt x="393221" y="1514065"/>
                    <a:pt x="392417" y="1513568"/>
                  </a:cubicBezTo>
                  <a:cubicBezTo>
                    <a:pt x="376626" y="1503933"/>
                    <a:pt x="360954" y="1493611"/>
                    <a:pt x="345827" y="1482910"/>
                  </a:cubicBezTo>
                  <a:cubicBezTo>
                    <a:pt x="343530" y="1481182"/>
                    <a:pt x="343080" y="1477915"/>
                    <a:pt x="344808" y="1475619"/>
                  </a:cubicBezTo>
                  <a:cubicBezTo>
                    <a:pt x="346466" y="1473417"/>
                    <a:pt x="349543" y="1472896"/>
                    <a:pt x="351840" y="1474411"/>
                  </a:cubicBezTo>
                  <a:cubicBezTo>
                    <a:pt x="366778" y="1484994"/>
                    <a:pt x="382237" y="1495173"/>
                    <a:pt x="397838" y="1504666"/>
                  </a:cubicBezTo>
                  <a:cubicBezTo>
                    <a:pt x="400300" y="1506158"/>
                    <a:pt x="401081" y="1509354"/>
                    <a:pt x="399590" y="1511816"/>
                  </a:cubicBezTo>
                  <a:cubicBezTo>
                    <a:pt x="398643" y="1513378"/>
                    <a:pt x="396938" y="1514325"/>
                    <a:pt x="395115" y="1514325"/>
                  </a:cubicBezTo>
                  <a:close/>
                  <a:moveTo>
                    <a:pt x="1285392" y="1482934"/>
                  </a:moveTo>
                  <a:cubicBezTo>
                    <a:pt x="1282504" y="1482957"/>
                    <a:pt x="1280160" y="1480637"/>
                    <a:pt x="1280136" y="1477773"/>
                  </a:cubicBezTo>
                  <a:cubicBezTo>
                    <a:pt x="1280136" y="1476045"/>
                    <a:pt x="1280965" y="1474459"/>
                    <a:pt x="1282362" y="1473464"/>
                  </a:cubicBezTo>
                  <a:cubicBezTo>
                    <a:pt x="1297252" y="1462906"/>
                    <a:pt x="1311954" y="1451661"/>
                    <a:pt x="1326087" y="1440108"/>
                  </a:cubicBezTo>
                  <a:cubicBezTo>
                    <a:pt x="1328313" y="1438285"/>
                    <a:pt x="1331603" y="1438616"/>
                    <a:pt x="1333426" y="1440842"/>
                  </a:cubicBezTo>
                  <a:cubicBezTo>
                    <a:pt x="1335249" y="1443067"/>
                    <a:pt x="1334917" y="1446358"/>
                    <a:pt x="1332692" y="1448181"/>
                  </a:cubicBezTo>
                  <a:cubicBezTo>
                    <a:pt x="1318369" y="1459875"/>
                    <a:pt x="1303478" y="1471263"/>
                    <a:pt x="1288398" y="1481963"/>
                  </a:cubicBezTo>
                  <a:cubicBezTo>
                    <a:pt x="1287546" y="1482579"/>
                    <a:pt x="1286528" y="1482910"/>
                    <a:pt x="1285487" y="1482934"/>
                  </a:cubicBezTo>
                  <a:close/>
                  <a:moveTo>
                    <a:pt x="304729" y="1450359"/>
                  </a:moveTo>
                  <a:cubicBezTo>
                    <a:pt x="303522" y="1450359"/>
                    <a:pt x="302362" y="1449956"/>
                    <a:pt x="301439" y="1449199"/>
                  </a:cubicBezTo>
                  <a:cubicBezTo>
                    <a:pt x="287092" y="1437362"/>
                    <a:pt x="273030" y="1425170"/>
                    <a:pt x="259464" y="1412528"/>
                  </a:cubicBezTo>
                  <a:cubicBezTo>
                    <a:pt x="257263" y="1410681"/>
                    <a:pt x="256979" y="1407391"/>
                    <a:pt x="258826" y="1405189"/>
                  </a:cubicBezTo>
                  <a:cubicBezTo>
                    <a:pt x="260672" y="1402988"/>
                    <a:pt x="263963" y="1402703"/>
                    <a:pt x="266164" y="1404550"/>
                  </a:cubicBezTo>
                  <a:cubicBezTo>
                    <a:pt x="266306" y="1404668"/>
                    <a:pt x="266449" y="1404787"/>
                    <a:pt x="266567" y="1404929"/>
                  </a:cubicBezTo>
                  <a:cubicBezTo>
                    <a:pt x="279919" y="1417381"/>
                    <a:pt x="293862" y="1429573"/>
                    <a:pt x="308019" y="1441102"/>
                  </a:cubicBezTo>
                  <a:cubicBezTo>
                    <a:pt x="310245" y="1442901"/>
                    <a:pt x="310600" y="1446192"/>
                    <a:pt x="308801" y="1448417"/>
                  </a:cubicBezTo>
                  <a:cubicBezTo>
                    <a:pt x="307807" y="1449648"/>
                    <a:pt x="306315" y="1450359"/>
                    <a:pt x="304729" y="1450359"/>
                  </a:cubicBezTo>
                  <a:close/>
                  <a:moveTo>
                    <a:pt x="1371020" y="1412859"/>
                  </a:moveTo>
                  <a:cubicBezTo>
                    <a:pt x="1369576" y="1412859"/>
                    <a:pt x="1368203" y="1412267"/>
                    <a:pt x="1367232" y="1411202"/>
                  </a:cubicBezTo>
                  <a:cubicBezTo>
                    <a:pt x="1365267" y="1409095"/>
                    <a:pt x="1365362" y="1405805"/>
                    <a:pt x="1367469" y="1403840"/>
                  </a:cubicBezTo>
                  <a:cubicBezTo>
                    <a:pt x="1367469" y="1403840"/>
                    <a:pt x="1367469" y="1403840"/>
                    <a:pt x="1367469" y="1403840"/>
                  </a:cubicBezTo>
                  <a:cubicBezTo>
                    <a:pt x="1380774" y="1391364"/>
                    <a:pt x="1393842" y="1378248"/>
                    <a:pt x="1406294" y="1364873"/>
                  </a:cubicBezTo>
                  <a:cubicBezTo>
                    <a:pt x="1408259" y="1362766"/>
                    <a:pt x="1411550" y="1362647"/>
                    <a:pt x="1413656" y="1364612"/>
                  </a:cubicBezTo>
                  <a:cubicBezTo>
                    <a:pt x="1415764" y="1366577"/>
                    <a:pt x="1415882" y="1369868"/>
                    <a:pt x="1413917" y="1371975"/>
                  </a:cubicBezTo>
                  <a:cubicBezTo>
                    <a:pt x="1401322" y="1385516"/>
                    <a:pt x="1388089" y="1398797"/>
                    <a:pt x="1374595" y="1411439"/>
                  </a:cubicBezTo>
                  <a:cubicBezTo>
                    <a:pt x="1373648" y="1412339"/>
                    <a:pt x="1372417" y="1412836"/>
                    <a:pt x="1371115" y="1412859"/>
                  </a:cubicBezTo>
                  <a:close/>
                  <a:moveTo>
                    <a:pt x="223954" y="1374792"/>
                  </a:moveTo>
                  <a:cubicBezTo>
                    <a:pt x="222510" y="1374792"/>
                    <a:pt x="221137" y="1374176"/>
                    <a:pt x="220166" y="1373135"/>
                  </a:cubicBezTo>
                  <a:cubicBezTo>
                    <a:pt x="207524" y="1359617"/>
                    <a:pt x="195214" y="1345507"/>
                    <a:pt x="183519" y="1331161"/>
                  </a:cubicBezTo>
                  <a:cubicBezTo>
                    <a:pt x="181720" y="1328912"/>
                    <a:pt x="182099" y="1325621"/>
                    <a:pt x="184371" y="1323846"/>
                  </a:cubicBezTo>
                  <a:cubicBezTo>
                    <a:pt x="186573" y="1322094"/>
                    <a:pt x="189769" y="1322426"/>
                    <a:pt x="191592" y="1324580"/>
                  </a:cubicBezTo>
                  <a:cubicBezTo>
                    <a:pt x="203121" y="1338784"/>
                    <a:pt x="215266" y="1352681"/>
                    <a:pt x="227765" y="1366033"/>
                  </a:cubicBezTo>
                  <a:cubicBezTo>
                    <a:pt x="229731" y="1368139"/>
                    <a:pt x="229612" y="1371430"/>
                    <a:pt x="227505" y="1373395"/>
                  </a:cubicBezTo>
                  <a:cubicBezTo>
                    <a:pt x="226534" y="1374295"/>
                    <a:pt x="225280" y="1374792"/>
                    <a:pt x="223954" y="1374792"/>
                  </a:cubicBezTo>
                  <a:close/>
                  <a:moveTo>
                    <a:pt x="1446540" y="1331848"/>
                  </a:moveTo>
                  <a:cubicBezTo>
                    <a:pt x="1443651" y="1331848"/>
                    <a:pt x="1441331" y="1329528"/>
                    <a:pt x="1441331" y="1326640"/>
                  </a:cubicBezTo>
                  <a:cubicBezTo>
                    <a:pt x="1441308" y="1325456"/>
                    <a:pt x="1441734" y="1324272"/>
                    <a:pt x="1442491" y="1323349"/>
                  </a:cubicBezTo>
                  <a:cubicBezTo>
                    <a:pt x="1454020" y="1309145"/>
                    <a:pt x="1465194" y="1294396"/>
                    <a:pt x="1475635" y="1279481"/>
                  </a:cubicBezTo>
                  <a:cubicBezTo>
                    <a:pt x="1477434" y="1277232"/>
                    <a:pt x="1480701" y="1276877"/>
                    <a:pt x="1482950" y="1278676"/>
                  </a:cubicBezTo>
                  <a:cubicBezTo>
                    <a:pt x="1485009" y="1280310"/>
                    <a:pt x="1485506" y="1283222"/>
                    <a:pt x="1484133" y="1285471"/>
                  </a:cubicBezTo>
                  <a:cubicBezTo>
                    <a:pt x="1473480" y="1300598"/>
                    <a:pt x="1462164" y="1315536"/>
                    <a:pt x="1450493" y="1329907"/>
                  </a:cubicBezTo>
                  <a:cubicBezTo>
                    <a:pt x="1449522" y="1331114"/>
                    <a:pt x="1448078" y="1331824"/>
                    <a:pt x="1446540" y="1331848"/>
                  </a:cubicBezTo>
                  <a:close/>
                  <a:moveTo>
                    <a:pt x="153951" y="1289022"/>
                  </a:moveTo>
                  <a:cubicBezTo>
                    <a:pt x="152270" y="1289022"/>
                    <a:pt x="150683" y="1288193"/>
                    <a:pt x="149713" y="1286820"/>
                  </a:cubicBezTo>
                  <a:cubicBezTo>
                    <a:pt x="139012" y="1271716"/>
                    <a:pt x="128714" y="1256044"/>
                    <a:pt x="119079" y="1240301"/>
                  </a:cubicBezTo>
                  <a:cubicBezTo>
                    <a:pt x="117588" y="1237839"/>
                    <a:pt x="118369" y="1234643"/>
                    <a:pt x="120831" y="1233128"/>
                  </a:cubicBezTo>
                  <a:cubicBezTo>
                    <a:pt x="123270" y="1231637"/>
                    <a:pt x="126489" y="1232418"/>
                    <a:pt x="127981" y="1234880"/>
                  </a:cubicBezTo>
                  <a:cubicBezTo>
                    <a:pt x="137450" y="1250433"/>
                    <a:pt x="147653" y="1265893"/>
                    <a:pt x="158212" y="1280807"/>
                  </a:cubicBezTo>
                  <a:cubicBezTo>
                    <a:pt x="159869" y="1283151"/>
                    <a:pt x="159325" y="1286370"/>
                    <a:pt x="156981" y="1288027"/>
                  </a:cubicBezTo>
                  <a:cubicBezTo>
                    <a:pt x="156981" y="1288051"/>
                    <a:pt x="156957" y="1288051"/>
                    <a:pt x="156957" y="1288051"/>
                  </a:cubicBezTo>
                  <a:cubicBezTo>
                    <a:pt x="156105" y="1288667"/>
                    <a:pt x="155087" y="1288998"/>
                    <a:pt x="154045" y="1289022"/>
                  </a:cubicBezTo>
                  <a:close/>
                  <a:moveTo>
                    <a:pt x="1510245" y="1241343"/>
                  </a:moveTo>
                  <a:cubicBezTo>
                    <a:pt x="1509299" y="1241343"/>
                    <a:pt x="1508351" y="1241082"/>
                    <a:pt x="1507547" y="1240585"/>
                  </a:cubicBezTo>
                  <a:cubicBezTo>
                    <a:pt x="1505108" y="1239094"/>
                    <a:pt x="1504327" y="1235921"/>
                    <a:pt x="1505795" y="1233483"/>
                  </a:cubicBezTo>
                  <a:cubicBezTo>
                    <a:pt x="1515265" y="1217858"/>
                    <a:pt x="1524355" y="1201713"/>
                    <a:pt x="1532759" y="1185473"/>
                  </a:cubicBezTo>
                  <a:cubicBezTo>
                    <a:pt x="1533919" y="1182845"/>
                    <a:pt x="1536973" y="1181638"/>
                    <a:pt x="1539624" y="1182774"/>
                  </a:cubicBezTo>
                  <a:cubicBezTo>
                    <a:pt x="1542252" y="1183934"/>
                    <a:pt x="1543460" y="1187012"/>
                    <a:pt x="1542300" y="1189639"/>
                  </a:cubicBezTo>
                  <a:cubicBezTo>
                    <a:pt x="1542229" y="1189829"/>
                    <a:pt x="1542134" y="1190018"/>
                    <a:pt x="1542015" y="1190207"/>
                  </a:cubicBezTo>
                  <a:cubicBezTo>
                    <a:pt x="1533517" y="1206637"/>
                    <a:pt x="1524308" y="1222996"/>
                    <a:pt x="1514696" y="1238810"/>
                  </a:cubicBezTo>
                  <a:cubicBezTo>
                    <a:pt x="1513773" y="1240348"/>
                    <a:pt x="1512139" y="1241295"/>
                    <a:pt x="1510340" y="1241343"/>
                  </a:cubicBezTo>
                  <a:close/>
                  <a:moveTo>
                    <a:pt x="96400" y="1194611"/>
                  </a:moveTo>
                  <a:cubicBezTo>
                    <a:pt x="94411" y="1194658"/>
                    <a:pt x="92588" y="1193569"/>
                    <a:pt x="91665" y="1191817"/>
                  </a:cubicBezTo>
                  <a:cubicBezTo>
                    <a:pt x="83142" y="1175411"/>
                    <a:pt x="75093" y="1158532"/>
                    <a:pt x="67660" y="1141581"/>
                  </a:cubicBezTo>
                  <a:cubicBezTo>
                    <a:pt x="66807" y="1138835"/>
                    <a:pt x="68370" y="1135923"/>
                    <a:pt x="71116" y="1135071"/>
                  </a:cubicBezTo>
                  <a:cubicBezTo>
                    <a:pt x="73412" y="1134361"/>
                    <a:pt x="75898" y="1135332"/>
                    <a:pt x="77129" y="1137415"/>
                  </a:cubicBezTo>
                  <a:cubicBezTo>
                    <a:pt x="84421" y="1154129"/>
                    <a:pt x="92375" y="1170819"/>
                    <a:pt x="100803" y="1187130"/>
                  </a:cubicBezTo>
                  <a:cubicBezTo>
                    <a:pt x="102152" y="1189687"/>
                    <a:pt x="101205" y="1192859"/>
                    <a:pt x="98648" y="1194208"/>
                  </a:cubicBezTo>
                  <a:cubicBezTo>
                    <a:pt x="98625" y="1194208"/>
                    <a:pt x="98625" y="1194232"/>
                    <a:pt x="98601" y="1194232"/>
                  </a:cubicBezTo>
                  <a:cubicBezTo>
                    <a:pt x="97891" y="1194516"/>
                    <a:pt x="97157" y="1194634"/>
                    <a:pt x="96400" y="1194611"/>
                  </a:cubicBezTo>
                  <a:close/>
                  <a:moveTo>
                    <a:pt x="1561239" y="1142978"/>
                  </a:moveTo>
                  <a:cubicBezTo>
                    <a:pt x="1560529" y="1142978"/>
                    <a:pt x="1559818" y="1142836"/>
                    <a:pt x="1559155" y="1142552"/>
                  </a:cubicBezTo>
                  <a:cubicBezTo>
                    <a:pt x="1556528" y="1141416"/>
                    <a:pt x="1555320" y="1138338"/>
                    <a:pt x="1556457" y="1135710"/>
                  </a:cubicBezTo>
                  <a:cubicBezTo>
                    <a:pt x="1563725" y="1118902"/>
                    <a:pt x="1570519" y="1101667"/>
                    <a:pt x="1576603" y="1084433"/>
                  </a:cubicBezTo>
                  <a:cubicBezTo>
                    <a:pt x="1577574" y="1081710"/>
                    <a:pt x="1580533" y="1080290"/>
                    <a:pt x="1583256" y="1081261"/>
                  </a:cubicBezTo>
                  <a:cubicBezTo>
                    <a:pt x="1585978" y="1082231"/>
                    <a:pt x="1587399" y="1085191"/>
                    <a:pt x="1586428" y="1087913"/>
                  </a:cubicBezTo>
                  <a:cubicBezTo>
                    <a:pt x="1580249" y="1105360"/>
                    <a:pt x="1573383" y="1122832"/>
                    <a:pt x="1566021" y="1139853"/>
                  </a:cubicBezTo>
                  <a:cubicBezTo>
                    <a:pt x="1565192" y="1141747"/>
                    <a:pt x="1563322" y="1142978"/>
                    <a:pt x="1561263" y="1142978"/>
                  </a:cubicBezTo>
                  <a:close/>
                  <a:moveTo>
                    <a:pt x="52201" y="1093263"/>
                  </a:moveTo>
                  <a:cubicBezTo>
                    <a:pt x="49999" y="1093263"/>
                    <a:pt x="48034" y="1091890"/>
                    <a:pt x="47300" y="1089807"/>
                  </a:cubicBezTo>
                  <a:cubicBezTo>
                    <a:pt x="41074" y="1072383"/>
                    <a:pt x="35463" y="1054533"/>
                    <a:pt x="30373" y="1036706"/>
                  </a:cubicBezTo>
                  <a:cubicBezTo>
                    <a:pt x="29592" y="1033937"/>
                    <a:pt x="31202" y="1031049"/>
                    <a:pt x="33996" y="1030267"/>
                  </a:cubicBezTo>
                  <a:cubicBezTo>
                    <a:pt x="36765" y="1029510"/>
                    <a:pt x="39630" y="1031119"/>
                    <a:pt x="40411" y="1033889"/>
                  </a:cubicBezTo>
                  <a:cubicBezTo>
                    <a:pt x="45359" y="1051479"/>
                    <a:pt x="50970" y="1069116"/>
                    <a:pt x="57101" y="1086303"/>
                  </a:cubicBezTo>
                  <a:cubicBezTo>
                    <a:pt x="58072" y="1089002"/>
                    <a:pt x="56651" y="1091985"/>
                    <a:pt x="53952" y="1092955"/>
                  </a:cubicBezTo>
                  <a:cubicBezTo>
                    <a:pt x="53384" y="1093169"/>
                    <a:pt x="52792" y="1093263"/>
                    <a:pt x="52201" y="1093263"/>
                  </a:cubicBezTo>
                  <a:close/>
                  <a:moveTo>
                    <a:pt x="1598099" y="1038553"/>
                  </a:moveTo>
                  <a:cubicBezTo>
                    <a:pt x="1597625" y="1038553"/>
                    <a:pt x="1597152" y="1038482"/>
                    <a:pt x="1596702" y="1038364"/>
                  </a:cubicBezTo>
                  <a:cubicBezTo>
                    <a:pt x="1593933" y="1037583"/>
                    <a:pt x="1592322" y="1034718"/>
                    <a:pt x="1593080" y="1031948"/>
                  </a:cubicBezTo>
                  <a:cubicBezTo>
                    <a:pt x="1597981" y="1014359"/>
                    <a:pt x="1602313" y="996438"/>
                    <a:pt x="1606006" y="978469"/>
                  </a:cubicBezTo>
                  <a:cubicBezTo>
                    <a:pt x="1606598" y="975652"/>
                    <a:pt x="1609344" y="973829"/>
                    <a:pt x="1612161" y="974421"/>
                  </a:cubicBezTo>
                  <a:cubicBezTo>
                    <a:pt x="1614978" y="975013"/>
                    <a:pt x="1616801" y="977759"/>
                    <a:pt x="1616209" y="980576"/>
                  </a:cubicBezTo>
                  <a:cubicBezTo>
                    <a:pt x="1612469" y="998710"/>
                    <a:pt x="1608066" y="1016915"/>
                    <a:pt x="1603118" y="1034742"/>
                  </a:cubicBezTo>
                  <a:cubicBezTo>
                    <a:pt x="1602526" y="1036991"/>
                    <a:pt x="1600538" y="1038553"/>
                    <a:pt x="1598217" y="1038624"/>
                  </a:cubicBezTo>
                  <a:close/>
                  <a:moveTo>
                    <a:pt x="22159" y="986731"/>
                  </a:moveTo>
                  <a:cubicBezTo>
                    <a:pt x="19696" y="986731"/>
                    <a:pt x="17566" y="985003"/>
                    <a:pt x="17069" y="982588"/>
                  </a:cubicBezTo>
                  <a:cubicBezTo>
                    <a:pt x="13305" y="964478"/>
                    <a:pt x="10109" y="946012"/>
                    <a:pt x="7599" y="927689"/>
                  </a:cubicBezTo>
                  <a:cubicBezTo>
                    <a:pt x="7197" y="924848"/>
                    <a:pt x="9162" y="922220"/>
                    <a:pt x="12002" y="921818"/>
                  </a:cubicBezTo>
                  <a:cubicBezTo>
                    <a:pt x="12026" y="921818"/>
                    <a:pt x="12026" y="921818"/>
                    <a:pt x="12050" y="921818"/>
                  </a:cubicBezTo>
                  <a:cubicBezTo>
                    <a:pt x="14891" y="921439"/>
                    <a:pt x="17519" y="923427"/>
                    <a:pt x="17921" y="926268"/>
                  </a:cubicBezTo>
                  <a:cubicBezTo>
                    <a:pt x="20288" y="944355"/>
                    <a:pt x="23532" y="962584"/>
                    <a:pt x="27272" y="980458"/>
                  </a:cubicBezTo>
                  <a:cubicBezTo>
                    <a:pt x="27864" y="983275"/>
                    <a:pt x="26041" y="986021"/>
                    <a:pt x="23224" y="986613"/>
                  </a:cubicBezTo>
                  <a:cubicBezTo>
                    <a:pt x="23224" y="986613"/>
                    <a:pt x="23224" y="986613"/>
                    <a:pt x="23224" y="986613"/>
                  </a:cubicBezTo>
                  <a:cubicBezTo>
                    <a:pt x="22916" y="986707"/>
                    <a:pt x="22608" y="986755"/>
                    <a:pt x="22277" y="986778"/>
                  </a:cubicBezTo>
                  <a:close/>
                  <a:moveTo>
                    <a:pt x="1620376" y="930151"/>
                  </a:moveTo>
                  <a:cubicBezTo>
                    <a:pt x="1620139" y="930174"/>
                    <a:pt x="1619903" y="930174"/>
                    <a:pt x="1619666" y="930151"/>
                  </a:cubicBezTo>
                  <a:cubicBezTo>
                    <a:pt x="1616825" y="929772"/>
                    <a:pt x="1614836" y="927168"/>
                    <a:pt x="1615215" y="924327"/>
                  </a:cubicBezTo>
                  <a:cubicBezTo>
                    <a:pt x="1615215" y="924327"/>
                    <a:pt x="1615215" y="924303"/>
                    <a:pt x="1615215" y="924303"/>
                  </a:cubicBezTo>
                  <a:cubicBezTo>
                    <a:pt x="1617583" y="906240"/>
                    <a:pt x="1619477" y="887822"/>
                    <a:pt x="1620684" y="869570"/>
                  </a:cubicBezTo>
                  <a:cubicBezTo>
                    <a:pt x="1620826" y="866705"/>
                    <a:pt x="1623288" y="864480"/>
                    <a:pt x="1626152" y="864645"/>
                  </a:cubicBezTo>
                  <a:cubicBezTo>
                    <a:pt x="1629017" y="864787"/>
                    <a:pt x="1631242" y="867250"/>
                    <a:pt x="1631077" y="870114"/>
                  </a:cubicBezTo>
                  <a:cubicBezTo>
                    <a:pt x="1631077" y="870161"/>
                    <a:pt x="1631077" y="870209"/>
                    <a:pt x="1631077" y="870256"/>
                  </a:cubicBezTo>
                  <a:cubicBezTo>
                    <a:pt x="1629869" y="888745"/>
                    <a:pt x="1627999" y="907377"/>
                    <a:pt x="1625537" y="925700"/>
                  </a:cubicBezTo>
                  <a:cubicBezTo>
                    <a:pt x="1625182" y="928233"/>
                    <a:pt x="1623051" y="930127"/>
                    <a:pt x="1620494" y="930198"/>
                  </a:cubicBezTo>
                  <a:close/>
                  <a:moveTo>
                    <a:pt x="7102" y="877122"/>
                  </a:moveTo>
                  <a:cubicBezTo>
                    <a:pt x="4403" y="877122"/>
                    <a:pt x="2154" y="875062"/>
                    <a:pt x="1917" y="872387"/>
                  </a:cubicBezTo>
                  <a:cubicBezTo>
                    <a:pt x="639" y="853945"/>
                    <a:pt x="0" y="835219"/>
                    <a:pt x="0" y="816682"/>
                  </a:cubicBezTo>
                  <a:cubicBezTo>
                    <a:pt x="0" y="813794"/>
                    <a:pt x="2344" y="811474"/>
                    <a:pt x="5208" y="811474"/>
                  </a:cubicBezTo>
                  <a:lnTo>
                    <a:pt x="5208" y="811474"/>
                  </a:lnTo>
                  <a:cubicBezTo>
                    <a:pt x="8073" y="811474"/>
                    <a:pt x="10417" y="813794"/>
                    <a:pt x="10417" y="816682"/>
                  </a:cubicBezTo>
                  <a:cubicBezTo>
                    <a:pt x="10417" y="834982"/>
                    <a:pt x="11055" y="853472"/>
                    <a:pt x="12310" y="871677"/>
                  </a:cubicBezTo>
                  <a:cubicBezTo>
                    <a:pt x="12500" y="874494"/>
                    <a:pt x="10393" y="876956"/>
                    <a:pt x="7575" y="877216"/>
                  </a:cubicBezTo>
                  <a:close/>
                  <a:moveTo>
                    <a:pt x="1627644" y="819760"/>
                  </a:moveTo>
                  <a:cubicBezTo>
                    <a:pt x="1624780" y="819736"/>
                    <a:pt x="1622460" y="817416"/>
                    <a:pt x="1622436" y="814552"/>
                  </a:cubicBezTo>
                  <a:cubicBezTo>
                    <a:pt x="1622436" y="796276"/>
                    <a:pt x="1621749" y="777763"/>
                    <a:pt x="1620494" y="759558"/>
                  </a:cubicBezTo>
                  <a:cubicBezTo>
                    <a:pt x="1620494" y="756681"/>
                    <a:pt x="1622814" y="754345"/>
                    <a:pt x="1625703" y="754340"/>
                  </a:cubicBezTo>
                  <a:cubicBezTo>
                    <a:pt x="1628307" y="754335"/>
                    <a:pt x="1630508" y="756262"/>
                    <a:pt x="1630863" y="758847"/>
                  </a:cubicBezTo>
                  <a:cubicBezTo>
                    <a:pt x="1632165" y="777265"/>
                    <a:pt x="1632828" y="796015"/>
                    <a:pt x="1632852" y="814528"/>
                  </a:cubicBezTo>
                  <a:cubicBezTo>
                    <a:pt x="1632852" y="817416"/>
                    <a:pt x="1630532" y="819736"/>
                    <a:pt x="1627644" y="819760"/>
                  </a:cubicBezTo>
                  <a:close/>
                  <a:moveTo>
                    <a:pt x="7150" y="766494"/>
                  </a:moveTo>
                  <a:lnTo>
                    <a:pt x="6794" y="766494"/>
                  </a:lnTo>
                  <a:cubicBezTo>
                    <a:pt x="3953" y="766243"/>
                    <a:pt x="1847" y="763767"/>
                    <a:pt x="2060" y="760931"/>
                  </a:cubicBezTo>
                  <a:cubicBezTo>
                    <a:pt x="3291" y="742465"/>
                    <a:pt x="5184" y="723834"/>
                    <a:pt x="7670" y="705510"/>
                  </a:cubicBezTo>
                  <a:cubicBezTo>
                    <a:pt x="8096" y="702665"/>
                    <a:pt x="10724" y="700695"/>
                    <a:pt x="13589" y="701112"/>
                  </a:cubicBezTo>
                  <a:cubicBezTo>
                    <a:pt x="16382" y="701521"/>
                    <a:pt x="18347" y="704097"/>
                    <a:pt x="17992" y="706907"/>
                  </a:cubicBezTo>
                  <a:cubicBezTo>
                    <a:pt x="15625" y="724994"/>
                    <a:pt x="13660" y="743412"/>
                    <a:pt x="12452" y="761641"/>
                  </a:cubicBezTo>
                  <a:cubicBezTo>
                    <a:pt x="12263" y="764408"/>
                    <a:pt x="9919" y="766539"/>
                    <a:pt x="7150" y="766494"/>
                  </a:cubicBezTo>
                  <a:close/>
                  <a:moveTo>
                    <a:pt x="1620068" y="709393"/>
                  </a:moveTo>
                  <a:cubicBezTo>
                    <a:pt x="1617488" y="709393"/>
                    <a:pt x="1615286" y="707485"/>
                    <a:pt x="1614931" y="704918"/>
                  </a:cubicBezTo>
                  <a:cubicBezTo>
                    <a:pt x="1612398" y="686784"/>
                    <a:pt x="1609226" y="668555"/>
                    <a:pt x="1605461" y="650729"/>
                  </a:cubicBezTo>
                  <a:cubicBezTo>
                    <a:pt x="1604727" y="647945"/>
                    <a:pt x="1606409" y="645102"/>
                    <a:pt x="1609178" y="644375"/>
                  </a:cubicBezTo>
                  <a:cubicBezTo>
                    <a:pt x="1611972" y="643648"/>
                    <a:pt x="1614812" y="645317"/>
                    <a:pt x="1615546" y="648101"/>
                  </a:cubicBezTo>
                  <a:cubicBezTo>
                    <a:pt x="1615570" y="648258"/>
                    <a:pt x="1615618" y="648416"/>
                    <a:pt x="1615641" y="648575"/>
                  </a:cubicBezTo>
                  <a:cubicBezTo>
                    <a:pt x="1619429" y="666662"/>
                    <a:pt x="1622743" y="685127"/>
                    <a:pt x="1625111" y="703474"/>
                  </a:cubicBezTo>
                  <a:cubicBezTo>
                    <a:pt x="1625513" y="706308"/>
                    <a:pt x="1623548" y="708936"/>
                    <a:pt x="1620707" y="709341"/>
                  </a:cubicBezTo>
                  <a:cubicBezTo>
                    <a:pt x="1620707" y="709343"/>
                    <a:pt x="1620684" y="709343"/>
                    <a:pt x="1620684" y="709345"/>
                  </a:cubicBezTo>
                  <a:cubicBezTo>
                    <a:pt x="1620471" y="709376"/>
                    <a:pt x="1620281" y="709393"/>
                    <a:pt x="1620068" y="709393"/>
                  </a:cubicBezTo>
                  <a:close/>
                  <a:moveTo>
                    <a:pt x="22088" y="656861"/>
                  </a:moveTo>
                  <a:cubicBezTo>
                    <a:pt x="21732" y="656894"/>
                    <a:pt x="21401" y="656894"/>
                    <a:pt x="21046" y="656861"/>
                  </a:cubicBezTo>
                  <a:cubicBezTo>
                    <a:pt x="18229" y="656295"/>
                    <a:pt x="16429" y="653561"/>
                    <a:pt x="16998" y="650755"/>
                  </a:cubicBezTo>
                  <a:cubicBezTo>
                    <a:pt x="16998" y="650739"/>
                    <a:pt x="16998" y="650722"/>
                    <a:pt x="16998" y="650705"/>
                  </a:cubicBezTo>
                  <a:cubicBezTo>
                    <a:pt x="20738" y="632595"/>
                    <a:pt x="25165" y="614390"/>
                    <a:pt x="30137" y="596564"/>
                  </a:cubicBezTo>
                  <a:cubicBezTo>
                    <a:pt x="30918" y="593791"/>
                    <a:pt x="33783" y="592174"/>
                    <a:pt x="36552" y="592953"/>
                  </a:cubicBezTo>
                  <a:cubicBezTo>
                    <a:pt x="39346" y="593732"/>
                    <a:pt x="40955" y="596608"/>
                    <a:pt x="40174" y="599381"/>
                  </a:cubicBezTo>
                  <a:cubicBezTo>
                    <a:pt x="35250" y="616947"/>
                    <a:pt x="30894" y="634891"/>
                    <a:pt x="27201" y="652812"/>
                  </a:cubicBezTo>
                  <a:cubicBezTo>
                    <a:pt x="26657" y="655199"/>
                    <a:pt x="24502" y="656880"/>
                    <a:pt x="22064" y="656861"/>
                  </a:cubicBezTo>
                  <a:close/>
                  <a:moveTo>
                    <a:pt x="1597318" y="601109"/>
                  </a:moveTo>
                  <a:cubicBezTo>
                    <a:pt x="1594998" y="601099"/>
                    <a:pt x="1592938" y="599542"/>
                    <a:pt x="1592322" y="597297"/>
                  </a:cubicBezTo>
                  <a:cubicBezTo>
                    <a:pt x="1587351" y="579731"/>
                    <a:pt x="1581716" y="562118"/>
                    <a:pt x="1575562" y="544907"/>
                  </a:cubicBezTo>
                  <a:cubicBezTo>
                    <a:pt x="1574614" y="542168"/>
                    <a:pt x="1576059" y="539178"/>
                    <a:pt x="1578805" y="538231"/>
                  </a:cubicBezTo>
                  <a:cubicBezTo>
                    <a:pt x="1581551" y="537284"/>
                    <a:pt x="1584534" y="538736"/>
                    <a:pt x="1585481" y="541475"/>
                  </a:cubicBezTo>
                  <a:cubicBezTo>
                    <a:pt x="1591707" y="558898"/>
                    <a:pt x="1597436" y="576749"/>
                    <a:pt x="1602455" y="594551"/>
                  </a:cubicBezTo>
                  <a:cubicBezTo>
                    <a:pt x="1603236" y="597305"/>
                    <a:pt x="1601650" y="600174"/>
                    <a:pt x="1598880" y="600957"/>
                  </a:cubicBezTo>
                  <a:cubicBezTo>
                    <a:pt x="1598880" y="600960"/>
                    <a:pt x="1598856" y="600965"/>
                    <a:pt x="1598856" y="600967"/>
                  </a:cubicBezTo>
                  <a:cubicBezTo>
                    <a:pt x="1598359" y="601095"/>
                    <a:pt x="1597838" y="601142"/>
                    <a:pt x="1597318" y="601109"/>
                  </a:cubicBezTo>
                  <a:close/>
                  <a:moveTo>
                    <a:pt x="51798" y="550281"/>
                  </a:moveTo>
                  <a:cubicBezTo>
                    <a:pt x="51206" y="550284"/>
                    <a:pt x="50615" y="550179"/>
                    <a:pt x="50070" y="549974"/>
                  </a:cubicBezTo>
                  <a:cubicBezTo>
                    <a:pt x="47371" y="549043"/>
                    <a:pt x="45951" y="546105"/>
                    <a:pt x="46874" y="543411"/>
                  </a:cubicBezTo>
                  <a:cubicBezTo>
                    <a:pt x="46874" y="543390"/>
                    <a:pt x="46898" y="543366"/>
                    <a:pt x="46898" y="543345"/>
                  </a:cubicBezTo>
                  <a:cubicBezTo>
                    <a:pt x="53100" y="525897"/>
                    <a:pt x="59989" y="508426"/>
                    <a:pt x="67376" y="491428"/>
                  </a:cubicBezTo>
                  <a:cubicBezTo>
                    <a:pt x="68843" y="488947"/>
                    <a:pt x="72015" y="488119"/>
                    <a:pt x="74501" y="489577"/>
                  </a:cubicBezTo>
                  <a:cubicBezTo>
                    <a:pt x="76585" y="490798"/>
                    <a:pt x="77555" y="493289"/>
                    <a:pt x="76845" y="495595"/>
                  </a:cubicBezTo>
                  <a:cubicBezTo>
                    <a:pt x="69530" y="512380"/>
                    <a:pt x="62641" y="529614"/>
                    <a:pt x="56628" y="546825"/>
                  </a:cubicBezTo>
                  <a:cubicBezTo>
                    <a:pt x="55917" y="548849"/>
                    <a:pt x="54023" y="550220"/>
                    <a:pt x="51869" y="550281"/>
                  </a:cubicBezTo>
                  <a:close/>
                  <a:moveTo>
                    <a:pt x="1560031" y="496992"/>
                  </a:moveTo>
                  <a:cubicBezTo>
                    <a:pt x="1557972" y="496977"/>
                    <a:pt x="1556126" y="495751"/>
                    <a:pt x="1555297" y="493867"/>
                  </a:cubicBezTo>
                  <a:cubicBezTo>
                    <a:pt x="1547981" y="477295"/>
                    <a:pt x="1540004" y="460487"/>
                    <a:pt x="1531623" y="444317"/>
                  </a:cubicBezTo>
                  <a:cubicBezTo>
                    <a:pt x="1530534" y="441652"/>
                    <a:pt x="1531813" y="438614"/>
                    <a:pt x="1534487" y="437532"/>
                  </a:cubicBezTo>
                  <a:cubicBezTo>
                    <a:pt x="1536831" y="436583"/>
                    <a:pt x="1539507" y="437447"/>
                    <a:pt x="1540855" y="439583"/>
                  </a:cubicBezTo>
                  <a:cubicBezTo>
                    <a:pt x="1549402" y="455989"/>
                    <a:pt x="1557427" y="472868"/>
                    <a:pt x="1564908" y="489795"/>
                  </a:cubicBezTo>
                  <a:cubicBezTo>
                    <a:pt x="1566068" y="492415"/>
                    <a:pt x="1564861" y="495474"/>
                    <a:pt x="1562257" y="496629"/>
                  </a:cubicBezTo>
                  <a:cubicBezTo>
                    <a:pt x="1562257" y="496632"/>
                    <a:pt x="1562233" y="496634"/>
                    <a:pt x="1562233" y="496636"/>
                  </a:cubicBezTo>
                  <a:cubicBezTo>
                    <a:pt x="1561546" y="496906"/>
                    <a:pt x="1560837" y="497027"/>
                    <a:pt x="1560103" y="496992"/>
                  </a:cubicBezTo>
                  <a:close/>
                  <a:moveTo>
                    <a:pt x="95997" y="448697"/>
                  </a:moveTo>
                  <a:cubicBezTo>
                    <a:pt x="95169" y="448695"/>
                    <a:pt x="94363" y="448491"/>
                    <a:pt x="93630" y="448105"/>
                  </a:cubicBezTo>
                  <a:cubicBezTo>
                    <a:pt x="91073" y="446798"/>
                    <a:pt x="90055" y="443664"/>
                    <a:pt x="91357" y="441100"/>
                  </a:cubicBezTo>
                  <a:cubicBezTo>
                    <a:pt x="91380" y="441067"/>
                    <a:pt x="91380" y="441036"/>
                    <a:pt x="91404" y="441003"/>
                  </a:cubicBezTo>
                  <a:cubicBezTo>
                    <a:pt x="99927" y="424573"/>
                    <a:pt x="109136" y="408238"/>
                    <a:pt x="118771" y="392424"/>
                  </a:cubicBezTo>
                  <a:cubicBezTo>
                    <a:pt x="120263" y="389967"/>
                    <a:pt x="123482" y="389188"/>
                    <a:pt x="125921" y="390684"/>
                  </a:cubicBezTo>
                  <a:cubicBezTo>
                    <a:pt x="128383" y="392181"/>
                    <a:pt x="129164" y="395388"/>
                    <a:pt x="127673" y="397846"/>
                  </a:cubicBezTo>
                  <a:cubicBezTo>
                    <a:pt x="118203" y="413447"/>
                    <a:pt x="109065" y="429592"/>
                    <a:pt x="100637" y="445809"/>
                  </a:cubicBezTo>
                  <a:cubicBezTo>
                    <a:pt x="99785" y="447551"/>
                    <a:pt x="98009" y="448666"/>
                    <a:pt x="96068" y="448697"/>
                  </a:cubicBezTo>
                  <a:close/>
                  <a:moveTo>
                    <a:pt x="1508872" y="398982"/>
                  </a:moveTo>
                  <a:cubicBezTo>
                    <a:pt x="1507050" y="398980"/>
                    <a:pt x="1505369" y="398030"/>
                    <a:pt x="1504422" y="396473"/>
                  </a:cubicBezTo>
                  <a:cubicBezTo>
                    <a:pt x="1494952" y="380943"/>
                    <a:pt x="1484701" y="365507"/>
                    <a:pt x="1474119" y="350593"/>
                  </a:cubicBezTo>
                  <a:cubicBezTo>
                    <a:pt x="1472462" y="348247"/>
                    <a:pt x="1473007" y="344992"/>
                    <a:pt x="1475350" y="343325"/>
                  </a:cubicBezTo>
                  <a:cubicBezTo>
                    <a:pt x="1477694" y="341658"/>
                    <a:pt x="1480961" y="342210"/>
                    <a:pt x="1482618" y="344556"/>
                  </a:cubicBezTo>
                  <a:cubicBezTo>
                    <a:pt x="1493343" y="359660"/>
                    <a:pt x="1503664" y="375332"/>
                    <a:pt x="1513394" y="391051"/>
                  </a:cubicBezTo>
                  <a:cubicBezTo>
                    <a:pt x="1514885" y="393528"/>
                    <a:pt x="1514081" y="396743"/>
                    <a:pt x="1511619" y="398232"/>
                  </a:cubicBezTo>
                  <a:cubicBezTo>
                    <a:pt x="1510814" y="398715"/>
                    <a:pt x="1509891" y="398973"/>
                    <a:pt x="1508967" y="398982"/>
                  </a:cubicBezTo>
                  <a:close/>
                  <a:moveTo>
                    <a:pt x="153690" y="354120"/>
                  </a:moveTo>
                  <a:cubicBezTo>
                    <a:pt x="150802" y="354125"/>
                    <a:pt x="148482" y="351798"/>
                    <a:pt x="148482" y="348921"/>
                  </a:cubicBezTo>
                  <a:cubicBezTo>
                    <a:pt x="148482" y="347840"/>
                    <a:pt x="148813" y="346786"/>
                    <a:pt x="149429" y="345905"/>
                  </a:cubicBezTo>
                  <a:cubicBezTo>
                    <a:pt x="160106" y="330802"/>
                    <a:pt x="171445" y="315863"/>
                    <a:pt x="183140" y="301517"/>
                  </a:cubicBezTo>
                  <a:cubicBezTo>
                    <a:pt x="185082" y="299389"/>
                    <a:pt x="188372" y="299230"/>
                    <a:pt x="190503" y="301164"/>
                  </a:cubicBezTo>
                  <a:cubicBezTo>
                    <a:pt x="192468" y="302949"/>
                    <a:pt x="192775" y="305925"/>
                    <a:pt x="191213" y="308075"/>
                  </a:cubicBezTo>
                  <a:cubicBezTo>
                    <a:pt x="179684" y="322279"/>
                    <a:pt x="168486" y="337004"/>
                    <a:pt x="157951" y="351919"/>
                  </a:cubicBezTo>
                  <a:cubicBezTo>
                    <a:pt x="156981" y="353306"/>
                    <a:pt x="155394" y="354127"/>
                    <a:pt x="153690" y="354120"/>
                  </a:cubicBezTo>
                  <a:close/>
                  <a:moveTo>
                    <a:pt x="1444882" y="308761"/>
                  </a:moveTo>
                  <a:cubicBezTo>
                    <a:pt x="1443320" y="308768"/>
                    <a:pt x="1441828" y="308063"/>
                    <a:pt x="1440857" y="306844"/>
                  </a:cubicBezTo>
                  <a:cubicBezTo>
                    <a:pt x="1429305" y="292639"/>
                    <a:pt x="1417184" y="278790"/>
                    <a:pt x="1404637" y="265462"/>
                  </a:cubicBezTo>
                  <a:cubicBezTo>
                    <a:pt x="1402790" y="263258"/>
                    <a:pt x="1403074" y="259972"/>
                    <a:pt x="1405276" y="258125"/>
                  </a:cubicBezTo>
                  <a:cubicBezTo>
                    <a:pt x="1407312" y="256416"/>
                    <a:pt x="1410318" y="256516"/>
                    <a:pt x="1412236" y="258360"/>
                  </a:cubicBezTo>
                  <a:cubicBezTo>
                    <a:pt x="1424878" y="271877"/>
                    <a:pt x="1437235" y="285963"/>
                    <a:pt x="1448931" y="300286"/>
                  </a:cubicBezTo>
                  <a:cubicBezTo>
                    <a:pt x="1450754" y="302516"/>
                    <a:pt x="1450422" y="305797"/>
                    <a:pt x="1448173" y="307613"/>
                  </a:cubicBezTo>
                  <a:cubicBezTo>
                    <a:pt x="1447250" y="308373"/>
                    <a:pt x="1446090" y="308787"/>
                    <a:pt x="1444882" y="308785"/>
                  </a:cubicBezTo>
                  <a:close/>
                  <a:moveTo>
                    <a:pt x="223575" y="268255"/>
                  </a:moveTo>
                  <a:cubicBezTo>
                    <a:pt x="222249" y="268265"/>
                    <a:pt x="220971" y="267765"/>
                    <a:pt x="220024" y="266859"/>
                  </a:cubicBezTo>
                  <a:cubicBezTo>
                    <a:pt x="217917" y="264898"/>
                    <a:pt x="217799" y="261603"/>
                    <a:pt x="219764" y="259498"/>
                  </a:cubicBezTo>
                  <a:cubicBezTo>
                    <a:pt x="219764" y="259496"/>
                    <a:pt x="219764" y="259496"/>
                    <a:pt x="219764" y="259496"/>
                  </a:cubicBezTo>
                  <a:cubicBezTo>
                    <a:pt x="232382" y="245978"/>
                    <a:pt x="245639" y="232721"/>
                    <a:pt x="259133" y="220079"/>
                  </a:cubicBezTo>
                  <a:cubicBezTo>
                    <a:pt x="261122" y="218005"/>
                    <a:pt x="264412" y="217939"/>
                    <a:pt x="266496" y="219932"/>
                  </a:cubicBezTo>
                  <a:cubicBezTo>
                    <a:pt x="268579" y="221926"/>
                    <a:pt x="268626" y="225221"/>
                    <a:pt x="266638" y="227297"/>
                  </a:cubicBezTo>
                  <a:cubicBezTo>
                    <a:pt x="266520" y="227430"/>
                    <a:pt x="266378" y="227558"/>
                    <a:pt x="266235" y="227679"/>
                  </a:cubicBezTo>
                  <a:cubicBezTo>
                    <a:pt x="252907" y="240155"/>
                    <a:pt x="239816" y="253246"/>
                    <a:pt x="227363" y="266598"/>
                  </a:cubicBezTo>
                  <a:cubicBezTo>
                    <a:pt x="226392" y="267654"/>
                    <a:pt x="225019" y="268255"/>
                    <a:pt x="223575" y="268255"/>
                  </a:cubicBezTo>
                  <a:close/>
                  <a:moveTo>
                    <a:pt x="1369221" y="228010"/>
                  </a:moveTo>
                  <a:cubicBezTo>
                    <a:pt x="1367895" y="228010"/>
                    <a:pt x="1366640" y="227511"/>
                    <a:pt x="1365669" y="226613"/>
                  </a:cubicBezTo>
                  <a:cubicBezTo>
                    <a:pt x="1352294" y="214137"/>
                    <a:pt x="1338327" y="201969"/>
                    <a:pt x="1324170" y="190463"/>
                  </a:cubicBezTo>
                  <a:cubicBezTo>
                    <a:pt x="1321920" y="188676"/>
                    <a:pt x="1321542" y="185400"/>
                    <a:pt x="1323317" y="183146"/>
                  </a:cubicBezTo>
                  <a:cubicBezTo>
                    <a:pt x="1325117" y="180892"/>
                    <a:pt x="1328383" y="180516"/>
                    <a:pt x="1330633" y="182303"/>
                  </a:cubicBezTo>
                  <a:cubicBezTo>
                    <a:pt x="1330680" y="182331"/>
                    <a:pt x="1330727" y="182360"/>
                    <a:pt x="1330751" y="182391"/>
                  </a:cubicBezTo>
                  <a:cubicBezTo>
                    <a:pt x="1345097" y="194038"/>
                    <a:pt x="1359159" y="206348"/>
                    <a:pt x="1372772" y="218990"/>
                  </a:cubicBezTo>
                  <a:cubicBezTo>
                    <a:pt x="1374879" y="220950"/>
                    <a:pt x="1374997" y="224246"/>
                    <a:pt x="1373032" y="226350"/>
                  </a:cubicBezTo>
                  <a:cubicBezTo>
                    <a:pt x="1372038" y="227409"/>
                    <a:pt x="1370665" y="228010"/>
                    <a:pt x="1369221" y="228010"/>
                  </a:cubicBezTo>
                  <a:close/>
                  <a:moveTo>
                    <a:pt x="304374" y="192641"/>
                  </a:moveTo>
                  <a:cubicBezTo>
                    <a:pt x="301509" y="192632"/>
                    <a:pt x="299165" y="190295"/>
                    <a:pt x="299189" y="187419"/>
                  </a:cubicBezTo>
                  <a:cubicBezTo>
                    <a:pt x="299189" y="185863"/>
                    <a:pt x="299876" y="184393"/>
                    <a:pt x="301083" y="183409"/>
                  </a:cubicBezTo>
                  <a:cubicBezTo>
                    <a:pt x="315406" y="171714"/>
                    <a:pt x="330320" y="160350"/>
                    <a:pt x="345400" y="149650"/>
                  </a:cubicBezTo>
                  <a:cubicBezTo>
                    <a:pt x="347744" y="147983"/>
                    <a:pt x="351011" y="148535"/>
                    <a:pt x="352668" y="150881"/>
                  </a:cubicBezTo>
                  <a:cubicBezTo>
                    <a:pt x="354325" y="153227"/>
                    <a:pt x="353781" y="156482"/>
                    <a:pt x="351437" y="158149"/>
                  </a:cubicBezTo>
                  <a:cubicBezTo>
                    <a:pt x="336546" y="168707"/>
                    <a:pt x="321821" y="179929"/>
                    <a:pt x="307664" y="191481"/>
                  </a:cubicBezTo>
                  <a:cubicBezTo>
                    <a:pt x="306741" y="192237"/>
                    <a:pt x="305581" y="192646"/>
                    <a:pt x="304374" y="192641"/>
                  </a:cubicBezTo>
                  <a:close/>
                  <a:moveTo>
                    <a:pt x="1283309" y="158172"/>
                  </a:moveTo>
                  <a:cubicBezTo>
                    <a:pt x="1282243" y="158172"/>
                    <a:pt x="1281202" y="157841"/>
                    <a:pt x="1280326" y="157225"/>
                  </a:cubicBezTo>
                  <a:cubicBezTo>
                    <a:pt x="1265388" y="146690"/>
                    <a:pt x="1249905" y="136511"/>
                    <a:pt x="1234304" y="127018"/>
                  </a:cubicBezTo>
                  <a:cubicBezTo>
                    <a:pt x="1231795" y="125614"/>
                    <a:pt x="1230895" y="122441"/>
                    <a:pt x="1232292" y="119930"/>
                  </a:cubicBezTo>
                  <a:cubicBezTo>
                    <a:pt x="1233712" y="117420"/>
                    <a:pt x="1236884" y="116523"/>
                    <a:pt x="1239394" y="117927"/>
                  </a:cubicBezTo>
                  <a:cubicBezTo>
                    <a:pt x="1239489" y="117986"/>
                    <a:pt x="1239607" y="118050"/>
                    <a:pt x="1239701" y="118116"/>
                  </a:cubicBezTo>
                  <a:cubicBezTo>
                    <a:pt x="1255516" y="127751"/>
                    <a:pt x="1271211" y="138026"/>
                    <a:pt x="1286315" y="148703"/>
                  </a:cubicBezTo>
                  <a:cubicBezTo>
                    <a:pt x="1288659" y="150358"/>
                    <a:pt x="1289227" y="153606"/>
                    <a:pt x="1287593" y="155959"/>
                  </a:cubicBezTo>
                  <a:cubicBezTo>
                    <a:pt x="1286599" y="157351"/>
                    <a:pt x="1285013" y="158177"/>
                    <a:pt x="1283309" y="158172"/>
                  </a:cubicBezTo>
                  <a:close/>
                  <a:moveTo>
                    <a:pt x="394689" y="128651"/>
                  </a:moveTo>
                  <a:cubicBezTo>
                    <a:pt x="391801" y="128639"/>
                    <a:pt x="389481" y="126298"/>
                    <a:pt x="389505" y="123422"/>
                  </a:cubicBezTo>
                  <a:cubicBezTo>
                    <a:pt x="389505" y="121627"/>
                    <a:pt x="390452" y="119960"/>
                    <a:pt x="391967" y="119016"/>
                  </a:cubicBezTo>
                  <a:cubicBezTo>
                    <a:pt x="407734" y="109357"/>
                    <a:pt x="424045" y="100077"/>
                    <a:pt x="440427" y="91602"/>
                  </a:cubicBezTo>
                  <a:cubicBezTo>
                    <a:pt x="442866" y="90070"/>
                    <a:pt x="446085" y="90799"/>
                    <a:pt x="447600" y="93233"/>
                  </a:cubicBezTo>
                  <a:cubicBezTo>
                    <a:pt x="449139" y="95666"/>
                    <a:pt x="448405" y="98884"/>
                    <a:pt x="445967" y="100415"/>
                  </a:cubicBezTo>
                  <a:cubicBezTo>
                    <a:pt x="445730" y="100579"/>
                    <a:pt x="445446" y="100718"/>
                    <a:pt x="445162" y="100834"/>
                  </a:cubicBezTo>
                  <a:cubicBezTo>
                    <a:pt x="428993" y="109262"/>
                    <a:pt x="412894" y="118377"/>
                    <a:pt x="397317" y="127893"/>
                  </a:cubicBezTo>
                  <a:cubicBezTo>
                    <a:pt x="396536" y="128379"/>
                    <a:pt x="395612" y="128642"/>
                    <a:pt x="394689" y="128651"/>
                  </a:cubicBezTo>
                  <a:close/>
                  <a:moveTo>
                    <a:pt x="1188755" y="100598"/>
                  </a:moveTo>
                  <a:cubicBezTo>
                    <a:pt x="1187927" y="100600"/>
                    <a:pt x="1187122" y="100406"/>
                    <a:pt x="1186388" y="100030"/>
                  </a:cubicBezTo>
                  <a:cubicBezTo>
                    <a:pt x="1170148" y="91602"/>
                    <a:pt x="1153411" y="83647"/>
                    <a:pt x="1136673" y="76356"/>
                  </a:cubicBezTo>
                  <a:cubicBezTo>
                    <a:pt x="1134211" y="74886"/>
                    <a:pt x="1133383" y="71690"/>
                    <a:pt x="1134850" y="69216"/>
                  </a:cubicBezTo>
                  <a:cubicBezTo>
                    <a:pt x="1136081" y="67168"/>
                    <a:pt x="1138520" y="66209"/>
                    <a:pt x="1140816" y="66886"/>
                  </a:cubicBezTo>
                  <a:cubicBezTo>
                    <a:pt x="1157767" y="74249"/>
                    <a:pt x="1174717" y="82321"/>
                    <a:pt x="1191194" y="90844"/>
                  </a:cubicBezTo>
                  <a:cubicBezTo>
                    <a:pt x="1193751" y="92174"/>
                    <a:pt x="1194721" y="95323"/>
                    <a:pt x="1193395" y="97873"/>
                  </a:cubicBezTo>
                  <a:cubicBezTo>
                    <a:pt x="1192520" y="99577"/>
                    <a:pt x="1190744" y="100652"/>
                    <a:pt x="1188826" y="100669"/>
                  </a:cubicBezTo>
                  <a:close/>
                  <a:moveTo>
                    <a:pt x="492746" y="77563"/>
                  </a:moveTo>
                  <a:cubicBezTo>
                    <a:pt x="489858" y="77575"/>
                    <a:pt x="487538" y="75250"/>
                    <a:pt x="487514" y="72376"/>
                  </a:cubicBezTo>
                  <a:cubicBezTo>
                    <a:pt x="487514" y="70288"/>
                    <a:pt x="488745" y="68399"/>
                    <a:pt x="490663" y="67573"/>
                  </a:cubicBezTo>
                  <a:cubicBezTo>
                    <a:pt x="507613" y="60163"/>
                    <a:pt x="525014" y="53368"/>
                    <a:pt x="542390" y="47048"/>
                  </a:cubicBezTo>
                  <a:cubicBezTo>
                    <a:pt x="545136" y="46186"/>
                    <a:pt x="548048" y="47713"/>
                    <a:pt x="548924" y="50459"/>
                  </a:cubicBezTo>
                  <a:cubicBezTo>
                    <a:pt x="549729" y="53051"/>
                    <a:pt x="548403" y="55833"/>
                    <a:pt x="545894" y="56848"/>
                  </a:cubicBezTo>
                  <a:cubicBezTo>
                    <a:pt x="528731" y="62980"/>
                    <a:pt x="511567" y="69798"/>
                    <a:pt x="494830" y="77113"/>
                  </a:cubicBezTo>
                  <a:cubicBezTo>
                    <a:pt x="494143" y="77390"/>
                    <a:pt x="493409" y="77513"/>
                    <a:pt x="492675" y="77468"/>
                  </a:cubicBezTo>
                  <a:close/>
                  <a:moveTo>
                    <a:pt x="1087171" y="56470"/>
                  </a:moveTo>
                  <a:cubicBezTo>
                    <a:pt x="1086579" y="56467"/>
                    <a:pt x="1085988" y="56373"/>
                    <a:pt x="1085419" y="56186"/>
                  </a:cubicBezTo>
                  <a:cubicBezTo>
                    <a:pt x="1068209" y="50078"/>
                    <a:pt x="1050572" y="44491"/>
                    <a:pt x="1032982" y="39614"/>
                  </a:cubicBezTo>
                  <a:cubicBezTo>
                    <a:pt x="1030212" y="38842"/>
                    <a:pt x="1028579" y="35971"/>
                    <a:pt x="1029360" y="33198"/>
                  </a:cubicBezTo>
                  <a:cubicBezTo>
                    <a:pt x="1030141" y="30426"/>
                    <a:pt x="1033005" y="28804"/>
                    <a:pt x="1035776" y="29576"/>
                  </a:cubicBezTo>
                  <a:cubicBezTo>
                    <a:pt x="1053602" y="34548"/>
                    <a:pt x="1071475" y="40206"/>
                    <a:pt x="1088899" y="46385"/>
                  </a:cubicBezTo>
                  <a:cubicBezTo>
                    <a:pt x="1091598" y="47358"/>
                    <a:pt x="1093019" y="50343"/>
                    <a:pt x="1092048" y="53049"/>
                  </a:cubicBezTo>
                  <a:cubicBezTo>
                    <a:pt x="1091291" y="55104"/>
                    <a:pt x="1089349" y="56479"/>
                    <a:pt x="1087171" y="56493"/>
                  </a:cubicBezTo>
                  <a:close/>
                  <a:moveTo>
                    <a:pt x="596887" y="40324"/>
                  </a:moveTo>
                  <a:cubicBezTo>
                    <a:pt x="593999" y="40341"/>
                    <a:pt x="591655" y="38021"/>
                    <a:pt x="591655" y="35144"/>
                  </a:cubicBezTo>
                  <a:cubicBezTo>
                    <a:pt x="591631" y="32794"/>
                    <a:pt x="593194" y="30724"/>
                    <a:pt x="595467" y="30097"/>
                  </a:cubicBezTo>
                  <a:cubicBezTo>
                    <a:pt x="613270" y="25078"/>
                    <a:pt x="631475" y="20628"/>
                    <a:pt x="649585" y="16840"/>
                  </a:cubicBezTo>
                  <a:cubicBezTo>
                    <a:pt x="652402" y="16250"/>
                    <a:pt x="655172" y="18059"/>
                    <a:pt x="655740" y="20876"/>
                  </a:cubicBezTo>
                  <a:cubicBezTo>
                    <a:pt x="656332" y="23693"/>
                    <a:pt x="654533" y="26454"/>
                    <a:pt x="651716" y="27043"/>
                  </a:cubicBezTo>
                  <a:cubicBezTo>
                    <a:pt x="633842" y="30784"/>
                    <a:pt x="615850" y="35187"/>
                    <a:pt x="598284" y="40135"/>
                  </a:cubicBezTo>
                  <a:cubicBezTo>
                    <a:pt x="597811" y="40260"/>
                    <a:pt x="597313" y="40324"/>
                    <a:pt x="596816" y="40324"/>
                  </a:cubicBezTo>
                  <a:close/>
                  <a:moveTo>
                    <a:pt x="980592" y="26735"/>
                  </a:moveTo>
                  <a:cubicBezTo>
                    <a:pt x="980237" y="26771"/>
                    <a:pt x="979882" y="26771"/>
                    <a:pt x="979527" y="26735"/>
                  </a:cubicBezTo>
                  <a:cubicBezTo>
                    <a:pt x="961653" y="23042"/>
                    <a:pt x="943400" y="19941"/>
                    <a:pt x="925313" y="17479"/>
                  </a:cubicBezTo>
                  <a:cubicBezTo>
                    <a:pt x="922449" y="17124"/>
                    <a:pt x="920437" y="14522"/>
                    <a:pt x="920792" y="11669"/>
                  </a:cubicBezTo>
                  <a:cubicBezTo>
                    <a:pt x="921147" y="8814"/>
                    <a:pt x="923751" y="6788"/>
                    <a:pt x="926592" y="7143"/>
                  </a:cubicBezTo>
                  <a:cubicBezTo>
                    <a:pt x="926639" y="7145"/>
                    <a:pt x="926663" y="7152"/>
                    <a:pt x="926710" y="7157"/>
                  </a:cubicBezTo>
                  <a:cubicBezTo>
                    <a:pt x="945034" y="9525"/>
                    <a:pt x="963523" y="12792"/>
                    <a:pt x="981633" y="16627"/>
                  </a:cubicBezTo>
                  <a:cubicBezTo>
                    <a:pt x="984451" y="17235"/>
                    <a:pt x="986227" y="20007"/>
                    <a:pt x="985611" y="22820"/>
                  </a:cubicBezTo>
                  <a:cubicBezTo>
                    <a:pt x="985113" y="25194"/>
                    <a:pt x="983030" y="26896"/>
                    <a:pt x="980592" y="26925"/>
                  </a:cubicBezTo>
                  <a:close/>
                  <a:moveTo>
                    <a:pt x="705195" y="17716"/>
                  </a:moveTo>
                  <a:cubicBezTo>
                    <a:pt x="702306" y="17720"/>
                    <a:pt x="699986" y="15393"/>
                    <a:pt x="699986" y="12517"/>
                  </a:cubicBezTo>
                  <a:cubicBezTo>
                    <a:pt x="699963" y="9908"/>
                    <a:pt x="701904" y="7697"/>
                    <a:pt x="704485" y="7347"/>
                  </a:cubicBezTo>
                  <a:cubicBezTo>
                    <a:pt x="722785" y="4813"/>
                    <a:pt x="741439" y="2896"/>
                    <a:pt x="759905" y="1618"/>
                  </a:cubicBezTo>
                  <a:cubicBezTo>
                    <a:pt x="762769" y="1421"/>
                    <a:pt x="765255" y="3590"/>
                    <a:pt x="765445" y="6459"/>
                  </a:cubicBezTo>
                  <a:cubicBezTo>
                    <a:pt x="765657" y="9328"/>
                    <a:pt x="763480" y="11814"/>
                    <a:pt x="760615" y="12010"/>
                  </a:cubicBezTo>
                  <a:cubicBezTo>
                    <a:pt x="742387" y="13265"/>
                    <a:pt x="723992" y="15159"/>
                    <a:pt x="705905" y="17668"/>
                  </a:cubicBezTo>
                  <a:close/>
                  <a:moveTo>
                    <a:pt x="870911" y="11892"/>
                  </a:moveTo>
                  <a:lnTo>
                    <a:pt x="870532" y="11892"/>
                  </a:lnTo>
                  <a:cubicBezTo>
                    <a:pt x="852682" y="10708"/>
                    <a:pt x="834525" y="10116"/>
                    <a:pt x="816556" y="10116"/>
                  </a:cubicBezTo>
                  <a:lnTo>
                    <a:pt x="815538" y="10116"/>
                  </a:lnTo>
                  <a:cubicBezTo>
                    <a:pt x="812650" y="10116"/>
                    <a:pt x="810330" y="7785"/>
                    <a:pt x="810330" y="4908"/>
                  </a:cubicBezTo>
                  <a:cubicBezTo>
                    <a:pt x="810330" y="2032"/>
                    <a:pt x="812650" y="-300"/>
                    <a:pt x="815538" y="-300"/>
                  </a:cubicBezTo>
                  <a:lnTo>
                    <a:pt x="816532" y="-300"/>
                  </a:lnTo>
                  <a:cubicBezTo>
                    <a:pt x="834761" y="-300"/>
                    <a:pt x="853156" y="315"/>
                    <a:pt x="871219" y="1499"/>
                  </a:cubicBezTo>
                  <a:cubicBezTo>
                    <a:pt x="874107" y="1591"/>
                    <a:pt x="876356" y="3997"/>
                    <a:pt x="876261" y="6873"/>
                  </a:cubicBezTo>
                  <a:cubicBezTo>
                    <a:pt x="876167" y="9750"/>
                    <a:pt x="873752" y="12008"/>
                    <a:pt x="870887" y="11916"/>
                  </a:cubicBezTo>
                  <a:close/>
                </a:path>
              </a:pathLst>
            </a:custGeom>
            <a:solidFill>
              <a:srgbClr val="485259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7C3653E-5C4B-0680-AFFF-8393F30C56F6}"/>
                </a:ext>
              </a:extLst>
            </p:cNvPr>
            <p:cNvSpPr/>
            <p:nvPr/>
          </p:nvSpPr>
          <p:spPr>
            <a:xfrm>
              <a:off x="2198183" y="4253496"/>
              <a:ext cx="1632946" cy="1632876"/>
            </a:xfrm>
            <a:custGeom>
              <a:avLst/>
              <a:gdLst>
                <a:gd name="connsiteX0" fmla="*/ 816438 w 1632946"/>
                <a:gd name="connsiteY0" fmla="*/ 1632576 h 1632876"/>
                <a:gd name="connsiteX1" fmla="*/ 815420 w 1632946"/>
                <a:gd name="connsiteY1" fmla="*/ 1632576 h 1632876"/>
                <a:gd name="connsiteX2" fmla="*/ 810212 w 1632946"/>
                <a:gd name="connsiteY2" fmla="*/ 1627367 h 1632876"/>
                <a:gd name="connsiteX3" fmla="*/ 815420 w 1632946"/>
                <a:gd name="connsiteY3" fmla="*/ 1622159 h 1632876"/>
                <a:gd name="connsiteX4" fmla="*/ 816462 w 1632946"/>
                <a:gd name="connsiteY4" fmla="*/ 1622159 h 1632876"/>
                <a:gd name="connsiteX5" fmla="*/ 870390 w 1632946"/>
                <a:gd name="connsiteY5" fmla="*/ 1620384 h 1632876"/>
                <a:gd name="connsiteX6" fmla="*/ 875930 w 1632946"/>
                <a:gd name="connsiteY6" fmla="*/ 1625213 h 1632876"/>
                <a:gd name="connsiteX7" fmla="*/ 871101 w 1632946"/>
                <a:gd name="connsiteY7" fmla="*/ 1630777 h 1632876"/>
                <a:gd name="connsiteX8" fmla="*/ 816438 w 1632946"/>
                <a:gd name="connsiteY8" fmla="*/ 1632576 h 1632876"/>
                <a:gd name="connsiteX9" fmla="*/ 760094 w 1632946"/>
                <a:gd name="connsiteY9" fmla="*/ 1630635 h 1632876"/>
                <a:gd name="connsiteX10" fmla="*/ 759715 w 1632946"/>
                <a:gd name="connsiteY10" fmla="*/ 1630635 h 1632876"/>
                <a:gd name="connsiteX11" fmla="*/ 704319 w 1632946"/>
                <a:gd name="connsiteY11" fmla="*/ 1624906 h 1632876"/>
                <a:gd name="connsiteX12" fmla="*/ 699868 w 1632946"/>
                <a:gd name="connsiteY12" fmla="*/ 1619034 h 1632876"/>
                <a:gd name="connsiteX13" fmla="*/ 705739 w 1632946"/>
                <a:gd name="connsiteY13" fmla="*/ 1614584 h 1632876"/>
                <a:gd name="connsiteX14" fmla="*/ 760449 w 1632946"/>
                <a:gd name="connsiteY14" fmla="*/ 1620242 h 1632876"/>
                <a:gd name="connsiteX15" fmla="*/ 765161 w 1632946"/>
                <a:gd name="connsiteY15" fmla="*/ 1625900 h 1632876"/>
                <a:gd name="connsiteX16" fmla="*/ 760094 w 1632946"/>
                <a:gd name="connsiteY16" fmla="*/ 1630635 h 1632876"/>
                <a:gd name="connsiteX17" fmla="*/ 925811 w 1632946"/>
                <a:gd name="connsiteY17" fmla="*/ 1625237 h 1632876"/>
                <a:gd name="connsiteX18" fmla="*/ 920626 w 1632946"/>
                <a:gd name="connsiteY18" fmla="*/ 1620005 h 1632876"/>
                <a:gd name="connsiteX19" fmla="*/ 925124 w 1632946"/>
                <a:gd name="connsiteY19" fmla="*/ 1614868 h 1632876"/>
                <a:gd name="connsiteX20" fmla="*/ 979337 w 1632946"/>
                <a:gd name="connsiteY20" fmla="*/ 1605611 h 1632876"/>
                <a:gd name="connsiteX21" fmla="*/ 985492 w 1632946"/>
                <a:gd name="connsiteY21" fmla="*/ 1609660 h 1632876"/>
                <a:gd name="connsiteX22" fmla="*/ 981444 w 1632946"/>
                <a:gd name="connsiteY22" fmla="*/ 1615815 h 1632876"/>
                <a:gd name="connsiteX23" fmla="*/ 926521 w 1632946"/>
                <a:gd name="connsiteY23" fmla="*/ 1625284 h 1632876"/>
                <a:gd name="connsiteX24" fmla="*/ 650485 w 1632946"/>
                <a:gd name="connsiteY24" fmla="*/ 1615507 h 1632876"/>
                <a:gd name="connsiteX25" fmla="*/ 649419 w 1632946"/>
                <a:gd name="connsiteY25" fmla="*/ 1615507 h 1632876"/>
                <a:gd name="connsiteX26" fmla="*/ 595301 w 1632946"/>
                <a:gd name="connsiteY26" fmla="*/ 1602250 h 1632876"/>
                <a:gd name="connsiteX27" fmla="*/ 591691 w 1632946"/>
                <a:gd name="connsiteY27" fmla="*/ 1595811 h 1632876"/>
                <a:gd name="connsiteX28" fmla="*/ 598118 w 1632946"/>
                <a:gd name="connsiteY28" fmla="*/ 1592212 h 1632876"/>
                <a:gd name="connsiteX29" fmla="*/ 651526 w 1632946"/>
                <a:gd name="connsiteY29" fmla="*/ 1605304 h 1632876"/>
                <a:gd name="connsiteX30" fmla="*/ 655513 w 1632946"/>
                <a:gd name="connsiteY30" fmla="*/ 1611506 h 1632876"/>
                <a:gd name="connsiteX31" fmla="*/ 650485 w 1632946"/>
                <a:gd name="connsiteY31" fmla="*/ 1615602 h 1632876"/>
                <a:gd name="connsiteX32" fmla="*/ 1034189 w 1632946"/>
                <a:gd name="connsiteY32" fmla="*/ 1602889 h 1632876"/>
                <a:gd name="connsiteX33" fmla="*/ 1028981 w 1632946"/>
                <a:gd name="connsiteY33" fmla="*/ 1597681 h 1632876"/>
                <a:gd name="connsiteX34" fmla="*/ 1032793 w 1632946"/>
                <a:gd name="connsiteY34" fmla="*/ 1592662 h 1632876"/>
                <a:gd name="connsiteX35" fmla="*/ 1085254 w 1632946"/>
                <a:gd name="connsiteY35" fmla="*/ 1576090 h 1632876"/>
                <a:gd name="connsiteX36" fmla="*/ 1091906 w 1632946"/>
                <a:gd name="connsiteY36" fmla="*/ 1579263 h 1632876"/>
                <a:gd name="connsiteX37" fmla="*/ 1088734 w 1632946"/>
                <a:gd name="connsiteY37" fmla="*/ 1585915 h 1632876"/>
                <a:gd name="connsiteX38" fmla="*/ 1035610 w 1632946"/>
                <a:gd name="connsiteY38" fmla="*/ 1602723 h 1632876"/>
                <a:gd name="connsiteX39" fmla="*/ 1034189 w 1632946"/>
                <a:gd name="connsiteY39" fmla="*/ 1602889 h 1632876"/>
                <a:gd name="connsiteX40" fmla="*/ 543953 w 1632946"/>
                <a:gd name="connsiteY40" fmla="*/ 1585560 h 1632876"/>
                <a:gd name="connsiteX41" fmla="*/ 542201 w 1632946"/>
                <a:gd name="connsiteY41" fmla="*/ 1585252 h 1632876"/>
                <a:gd name="connsiteX42" fmla="*/ 490497 w 1632946"/>
                <a:gd name="connsiteY42" fmla="*/ 1564727 h 1632876"/>
                <a:gd name="connsiteX43" fmla="*/ 487046 w 1632946"/>
                <a:gd name="connsiteY43" fmla="*/ 1558216 h 1632876"/>
                <a:gd name="connsiteX44" fmla="*/ 493554 w 1632946"/>
                <a:gd name="connsiteY44" fmla="*/ 1554760 h 1632876"/>
                <a:gd name="connsiteX45" fmla="*/ 494664 w 1632946"/>
                <a:gd name="connsiteY45" fmla="*/ 1555257 h 1632876"/>
                <a:gd name="connsiteX46" fmla="*/ 545728 w 1632946"/>
                <a:gd name="connsiteY46" fmla="*/ 1575522 h 1632876"/>
                <a:gd name="connsiteX47" fmla="*/ 548865 w 1632946"/>
                <a:gd name="connsiteY47" fmla="*/ 1582175 h 1632876"/>
                <a:gd name="connsiteX48" fmla="*/ 543953 w 1632946"/>
                <a:gd name="connsiteY48" fmla="*/ 1585631 h 1632876"/>
                <a:gd name="connsiteX49" fmla="*/ 1138567 w 1632946"/>
                <a:gd name="connsiteY49" fmla="*/ 1565910 h 1632876"/>
                <a:gd name="connsiteX50" fmla="*/ 1133383 w 1632946"/>
                <a:gd name="connsiteY50" fmla="*/ 1560679 h 1632876"/>
                <a:gd name="connsiteX51" fmla="*/ 1136484 w 1632946"/>
                <a:gd name="connsiteY51" fmla="*/ 1555944 h 1632876"/>
                <a:gd name="connsiteX52" fmla="*/ 1186199 w 1632946"/>
                <a:gd name="connsiteY52" fmla="*/ 1532270 h 1632876"/>
                <a:gd name="connsiteX53" fmla="*/ 1193064 w 1632946"/>
                <a:gd name="connsiteY53" fmla="*/ 1534969 h 1632876"/>
                <a:gd name="connsiteX54" fmla="*/ 1190934 w 1632946"/>
                <a:gd name="connsiteY54" fmla="*/ 1541526 h 1632876"/>
                <a:gd name="connsiteX55" fmla="*/ 1140556 w 1632946"/>
                <a:gd name="connsiteY55" fmla="*/ 1565484 h 1632876"/>
                <a:gd name="connsiteX56" fmla="*/ 1138567 w 1632946"/>
                <a:gd name="connsiteY56" fmla="*/ 1565863 h 1632876"/>
                <a:gd name="connsiteX57" fmla="*/ 442676 w 1632946"/>
                <a:gd name="connsiteY57" fmla="*/ 1541290 h 1632876"/>
                <a:gd name="connsiteX58" fmla="*/ 440309 w 1632946"/>
                <a:gd name="connsiteY58" fmla="*/ 1540698 h 1632876"/>
                <a:gd name="connsiteX59" fmla="*/ 391849 w 1632946"/>
                <a:gd name="connsiteY59" fmla="*/ 1513284 h 1632876"/>
                <a:gd name="connsiteX60" fmla="*/ 389990 w 1632946"/>
                <a:gd name="connsiteY60" fmla="*/ 1506158 h 1632876"/>
                <a:gd name="connsiteX61" fmla="*/ 397118 w 1632946"/>
                <a:gd name="connsiteY61" fmla="*/ 1504287 h 1632876"/>
                <a:gd name="connsiteX62" fmla="*/ 397294 w 1632946"/>
                <a:gd name="connsiteY62" fmla="*/ 1504406 h 1632876"/>
                <a:gd name="connsiteX63" fmla="*/ 445138 w 1632946"/>
                <a:gd name="connsiteY63" fmla="*/ 1531465 h 1632876"/>
                <a:gd name="connsiteX64" fmla="*/ 447345 w 1632946"/>
                <a:gd name="connsiteY64" fmla="*/ 1538497 h 1632876"/>
                <a:gd name="connsiteX65" fmla="*/ 442771 w 1632946"/>
                <a:gd name="connsiteY65" fmla="*/ 1541290 h 1632876"/>
                <a:gd name="connsiteX66" fmla="*/ 1236908 w 1632946"/>
                <a:gd name="connsiteY66" fmla="*/ 1514941 h 1632876"/>
                <a:gd name="connsiteX67" fmla="*/ 1231676 w 1632946"/>
                <a:gd name="connsiteY67" fmla="*/ 1509756 h 1632876"/>
                <a:gd name="connsiteX68" fmla="*/ 1234186 w 1632946"/>
                <a:gd name="connsiteY68" fmla="*/ 1505282 h 1632876"/>
                <a:gd name="connsiteX69" fmla="*/ 1280207 w 1632946"/>
                <a:gd name="connsiteY69" fmla="*/ 1475074 h 1632876"/>
                <a:gd name="connsiteX70" fmla="*/ 1287475 w 1632946"/>
                <a:gd name="connsiteY70" fmla="*/ 1476329 h 1632876"/>
                <a:gd name="connsiteX71" fmla="*/ 1286221 w 1632946"/>
                <a:gd name="connsiteY71" fmla="*/ 1483597 h 1632876"/>
                <a:gd name="connsiteX72" fmla="*/ 1239607 w 1632946"/>
                <a:gd name="connsiteY72" fmla="*/ 1514184 h 1632876"/>
                <a:gd name="connsiteX73" fmla="*/ 1236908 w 1632946"/>
                <a:gd name="connsiteY73" fmla="*/ 1514893 h 1632876"/>
                <a:gd name="connsiteX74" fmla="*/ 348312 w 1632946"/>
                <a:gd name="connsiteY74" fmla="*/ 1483597 h 1632876"/>
                <a:gd name="connsiteX75" fmla="*/ 345306 w 1632946"/>
                <a:gd name="connsiteY75" fmla="*/ 1482626 h 1632876"/>
                <a:gd name="connsiteX76" fmla="*/ 300989 w 1632946"/>
                <a:gd name="connsiteY76" fmla="*/ 1448891 h 1632876"/>
                <a:gd name="connsiteX77" fmla="*/ 300143 w 1632946"/>
                <a:gd name="connsiteY77" fmla="*/ 1441576 h 1632876"/>
                <a:gd name="connsiteX78" fmla="*/ 307461 w 1632946"/>
                <a:gd name="connsiteY78" fmla="*/ 1440724 h 1632876"/>
                <a:gd name="connsiteX79" fmla="*/ 307570 w 1632946"/>
                <a:gd name="connsiteY79" fmla="*/ 1440818 h 1632876"/>
                <a:gd name="connsiteX80" fmla="*/ 351319 w 1632946"/>
                <a:gd name="connsiteY80" fmla="*/ 1474151 h 1632876"/>
                <a:gd name="connsiteX81" fmla="*/ 352586 w 1632946"/>
                <a:gd name="connsiteY81" fmla="*/ 1481395 h 1632876"/>
                <a:gd name="connsiteX82" fmla="*/ 348312 w 1632946"/>
                <a:gd name="connsiteY82" fmla="*/ 1483620 h 1632876"/>
                <a:gd name="connsiteX83" fmla="*/ 1327366 w 1632946"/>
                <a:gd name="connsiteY83" fmla="*/ 1451093 h 1632876"/>
                <a:gd name="connsiteX84" fmla="*/ 1322134 w 1632946"/>
                <a:gd name="connsiteY84" fmla="*/ 1445908 h 1632876"/>
                <a:gd name="connsiteX85" fmla="*/ 1324075 w 1632946"/>
                <a:gd name="connsiteY85" fmla="*/ 1441836 h 1632876"/>
                <a:gd name="connsiteX86" fmla="*/ 1365575 w 1632946"/>
                <a:gd name="connsiteY86" fmla="*/ 1405686 h 1632876"/>
                <a:gd name="connsiteX87" fmla="*/ 1372938 w 1632946"/>
                <a:gd name="connsiteY87" fmla="*/ 1405946 h 1632876"/>
                <a:gd name="connsiteX88" fmla="*/ 1372677 w 1632946"/>
                <a:gd name="connsiteY88" fmla="*/ 1413309 h 1632876"/>
                <a:gd name="connsiteX89" fmla="*/ 1330633 w 1632946"/>
                <a:gd name="connsiteY89" fmla="*/ 1449909 h 1632876"/>
                <a:gd name="connsiteX90" fmla="*/ 1327366 w 1632946"/>
                <a:gd name="connsiteY90" fmla="*/ 1451045 h 1632876"/>
                <a:gd name="connsiteX91" fmla="*/ 262590 w 1632946"/>
                <a:gd name="connsiteY91" fmla="*/ 1413594 h 1632876"/>
                <a:gd name="connsiteX92" fmla="*/ 259039 w 1632946"/>
                <a:gd name="connsiteY92" fmla="*/ 1412173 h 1632876"/>
                <a:gd name="connsiteX93" fmla="*/ 219669 w 1632946"/>
                <a:gd name="connsiteY93" fmla="*/ 1372756 h 1632876"/>
                <a:gd name="connsiteX94" fmla="*/ 219522 w 1632946"/>
                <a:gd name="connsiteY94" fmla="*/ 1365394 h 1632876"/>
                <a:gd name="connsiteX95" fmla="*/ 226887 w 1632946"/>
                <a:gd name="connsiteY95" fmla="*/ 1365251 h 1632876"/>
                <a:gd name="connsiteX96" fmla="*/ 227268 w 1632946"/>
                <a:gd name="connsiteY96" fmla="*/ 1365654 h 1632876"/>
                <a:gd name="connsiteX97" fmla="*/ 266164 w 1632946"/>
                <a:gd name="connsiteY97" fmla="*/ 1404574 h 1632876"/>
                <a:gd name="connsiteX98" fmla="*/ 266427 w 1632946"/>
                <a:gd name="connsiteY98" fmla="*/ 1411936 h 1632876"/>
                <a:gd name="connsiteX99" fmla="*/ 262590 w 1632946"/>
                <a:gd name="connsiteY99" fmla="*/ 1413594 h 1632876"/>
                <a:gd name="connsiteX100" fmla="*/ 1408401 w 1632946"/>
                <a:gd name="connsiteY100" fmla="*/ 1375573 h 1632876"/>
                <a:gd name="connsiteX101" fmla="*/ 1403193 w 1632946"/>
                <a:gd name="connsiteY101" fmla="*/ 1370318 h 1632876"/>
                <a:gd name="connsiteX102" fmla="*/ 1404589 w 1632946"/>
                <a:gd name="connsiteY102" fmla="*/ 1366790 h 1632876"/>
                <a:gd name="connsiteX103" fmla="*/ 1440834 w 1632946"/>
                <a:gd name="connsiteY103" fmla="*/ 1325409 h 1632876"/>
                <a:gd name="connsiteX104" fmla="*/ 1448102 w 1632946"/>
                <a:gd name="connsiteY104" fmla="*/ 1324225 h 1632876"/>
                <a:gd name="connsiteX105" fmla="*/ 1449286 w 1632946"/>
                <a:gd name="connsiteY105" fmla="*/ 1331493 h 1632876"/>
                <a:gd name="connsiteX106" fmla="*/ 1448883 w 1632946"/>
                <a:gd name="connsiteY106" fmla="*/ 1331990 h 1632876"/>
                <a:gd name="connsiteX107" fmla="*/ 1412189 w 1632946"/>
                <a:gd name="connsiteY107" fmla="*/ 1373916 h 1632876"/>
                <a:gd name="connsiteX108" fmla="*/ 1408330 w 1632946"/>
                <a:gd name="connsiteY108" fmla="*/ 1375573 h 1632876"/>
                <a:gd name="connsiteX109" fmla="*/ 187070 w 1632946"/>
                <a:gd name="connsiteY109" fmla="*/ 1332652 h 1632876"/>
                <a:gd name="connsiteX110" fmla="*/ 183046 w 1632946"/>
                <a:gd name="connsiteY110" fmla="*/ 1330735 h 1632876"/>
                <a:gd name="connsiteX111" fmla="*/ 149334 w 1632946"/>
                <a:gd name="connsiteY111" fmla="*/ 1286347 h 1632876"/>
                <a:gd name="connsiteX112" fmla="*/ 150343 w 1632946"/>
                <a:gd name="connsiteY112" fmla="*/ 1279055 h 1632876"/>
                <a:gd name="connsiteX113" fmla="*/ 157639 w 1632946"/>
                <a:gd name="connsiteY113" fmla="*/ 1280049 h 1632876"/>
                <a:gd name="connsiteX114" fmla="*/ 157833 w 1632946"/>
                <a:gd name="connsiteY114" fmla="*/ 1280334 h 1632876"/>
                <a:gd name="connsiteX115" fmla="*/ 191118 w 1632946"/>
                <a:gd name="connsiteY115" fmla="*/ 1324154 h 1632876"/>
                <a:gd name="connsiteX116" fmla="*/ 190373 w 1632946"/>
                <a:gd name="connsiteY116" fmla="*/ 1331493 h 1632876"/>
                <a:gd name="connsiteX117" fmla="*/ 187070 w 1632946"/>
                <a:gd name="connsiteY117" fmla="*/ 1332652 h 1632876"/>
                <a:gd name="connsiteX118" fmla="*/ 1478333 w 1632946"/>
                <a:gd name="connsiteY118" fmla="*/ 1289874 h 1632876"/>
                <a:gd name="connsiteX119" fmla="*/ 1473125 w 1632946"/>
                <a:gd name="connsiteY119" fmla="*/ 1284713 h 1632876"/>
                <a:gd name="connsiteX120" fmla="*/ 1474096 w 1632946"/>
                <a:gd name="connsiteY120" fmla="*/ 1281659 h 1632876"/>
                <a:gd name="connsiteX121" fmla="*/ 1504375 w 1632946"/>
                <a:gd name="connsiteY121" fmla="*/ 1235780 h 1632876"/>
                <a:gd name="connsiteX122" fmla="*/ 1511429 w 1632946"/>
                <a:gd name="connsiteY122" fmla="*/ 1233673 h 1632876"/>
                <a:gd name="connsiteX123" fmla="*/ 1513536 w 1632946"/>
                <a:gd name="connsiteY123" fmla="*/ 1240728 h 1632876"/>
                <a:gd name="connsiteX124" fmla="*/ 1513252 w 1632946"/>
                <a:gd name="connsiteY124" fmla="*/ 1241201 h 1632876"/>
                <a:gd name="connsiteX125" fmla="*/ 1482476 w 1632946"/>
                <a:gd name="connsiteY125" fmla="*/ 1287696 h 1632876"/>
                <a:gd name="connsiteX126" fmla="*/ 1478333 w 1632946"/>
                <a:gd name="connsiteY126" fmla="*/ 1289874 h 1632876"/>
                <a:gd name="connsiteX127" fmla="*/ 123175 w 1632946"/>
                <a:gd name="connsiteY127" fmla="*/ 1242290 h 1632876"/>
                <a:gd name="connsiteX128" fmla="*/ 118724 w 1632946"/>
                <a:gd name="connsiteY128" fmla="*/ 1239804 h 1632876"/>
                <a:gd name="connsiteX129" fmla="*/ 91334 w 1632946"/>
                <a:gd name="connsiteY129" fmla="*/ 1191225 h 1632876"/>
                <a:gd name="connsiteX130" fmla="*/ 94021 w 1632946"/>
                <a:gd name="connsiteY130" fmla="*/ 1184360 h 1632876"/>
                <a:gd name="connsiteX131" fmla="*/ 100590 w 1632946"/>
                <a:gd name="connsiteY131" fmla="*/ 1186491 h 1632876"/>
                <a:gd name="connsiteX132" fmla="*/ 127602 w 1632946"/>
                <a:gd name="connsiteY132" fmla="*/ 1234454 h 1632876"/>
                <a:gd name="connsiteX133" fmla="*/ 125911 w 1632946"/>
                <a:gd name="connsiteY133" fmla="*/ 1241580 h 1632876"/>
                <a:gd name="connsiteX134" fmla="*/ 123175 w 1632946"/>
                <a:gd name="connsiteY134" fmla="*/ 1242361 h 1632876"/>
                <a:gd name="connsiteX135" fmla="*/ 1536074 w 1632946"/>
                <a:gd name="connsiteY135" fmla="*/ 1195605 h 1632876"/>
                <a:gd name="connsiteX136" fmla="*/ 1533706 w 1632946"/>
                <a:gd name="connsiteY136" fmla="*/ 1195013 h 1632876"/>
                <a:gd name="connsiteX137" fmla="*/ 1531434 w 1632946"/>
                <a:gd name="connsiteY137" fmla="*/ 1188053 h 1632876"/>
                <a:gd name="connsiteX138" fmla="*/ 1531505 w 1632946"/>
                <a:gd name="connsiteY138" fmla="*/ 1187911 h 1632876"/>
                <a:gd name="connsiteX139" fmla="*/ 1555178 w 1632946"/>
                <a:gd name="connsiteY139" fmla="*/ 1138362 h 1632876"/>
                <a:gd name="connsiteX140" fmla="*/ 1562304 w 1632946"/>
                <a:gd name="connsiteY140" fmla="*/ 1136516 h 1632876"/>
                <a:gd name="connsiteX141" fmla="*/ 1564648 w 1632946"/>
                <a:gd name="connsiteY141" fmla="*/ 1142529 h 1632876"/>
                <a:gd name="connsiteX142" fmla="*/ 1540595 w 1632946"/>
                <a:gd name="connsiteY142" fmla="*/ 1192741 h 1632876"/>
                <a:gd name="connsiteX143" fmla="*/ 1536074 w 1632946"/>
                <a:gd name="connsiteY143" fmla="*/ 1195558 h 1632876"/>
                <a:gd name="connsiteX144" fmla="*/ 72134 w 1632946"/>
                <a:gd name="connsiteY144" fmla="*/ 1143996 h 1632876"/>
                <a:gd name="connsiteX145" fmla="*/ 67399 w 1632946"/>
                <a:gd name="connsiteY145" fmla="*/ 1140871 h 1632876"/>
                <a:gd name="connsiteX146" fmla="*/ 46898 w 1632946"/>
                <a:gd name="connsiteY146" fmla="*/ 1088978 h 1632876"/>
                <a:gd name="connsiteX147" fmla="*/ 50058 w 1632946"/>
                <a:gd name="connsiteY147" fmla="*/ 1082326 h 1632876"/>
                <a:gd name="connsiteX148" fmla="*/ 56722 w 1632946"/>
                <a:gd name="connsiteY148" fmla="*/ 1085475 h 1632876"/>
                <a:gd name="connsiteX149" fmla="*/ 76940 w 1632946"/>
                <a:gd name="connsiteY149" fmla="*/ 1136705 h 1632876"/>
                <a:gd name="connsiteX150" fmla="*/ 74255 w 1632946"/>
                <a:gd name="connsiteY150" fmla="*/ 1143570 h 1632876"/>
                <a:gd name="connsiteX151" fmla="*/ 74241 w 1632946"/>
                <a:gd name="connsiteY151" fmla="*/ 1143570 h 1632876"/>
                <a:gd name="connsiteX152" fmla="*/ 72134 w 1632946"/>
                <a:gd name="connsiteY152" fmla="*/ 1143949 h 1632876"/>
                <a:gd name="connsiteX153" fmla="*/ 1580415 w 1632946"/>
                <a:gd name="connsiteY153" fmla="*/ 1094281 h 1632876"/>
                <a:gd name="connsiteX154" fmla="*/ 1575207 w 1632946"/>
                <a:gd name="connsiteY154" fmla="*/ 1089073 h 1632876"/>
                <a:gd name="connsiteX155" fmla="*/ 1575514 w 1632946"/>
                <a:gd name="connsiteY155" fmla="*/ 1087321 h 1632876"/>
                <a:gd name="connsiteX156" fmla="*/ 1592275 w 1632946"/>
                <a:gd name="connsiteY156" fmla="*/ 1034931 h 1632876"/>
                <a:gd name="connsiteX157" fmla="*/ 1598691 w 1632946"/>
                <a:gd name="connsiteY157" fmla="*/ 1031332 h 1632876"/>
                <a:gd name="connsiteX158" fmla="*/ 1602313 w 1632946"/>
                <a:gd name="connsiteY158" fmla="*/ 1037749 h 1632876"/>
                <a:gd name="connsiteX159" fmla="*/ 1585315 w 1632946"/>
                <a:gd name="connsiteY159" fmla="*/ 1090825 h 1632876"/>
                <a:gd name="connsiteX160" fmla="*/ 1580415 w 1632946"/>
                <a:gd name="connsiteY160" fmla="*/ 1094305 h 1632876"/>
                <a:gd name="connsiteX161" fmla="*/ 35037 w 1632946"/>
                <a:gd name="connsiteY161" fmla="*/ 1039595 h 1632876"/>
                <a:gd name="connsiteX162" fmla="*/ 30018 w 1632946"/>
                <a:gd name="connsiteY162" fmla="*/ 1035783 h 1632876"/>
                <a:gd name="connsiteX163" fmla="*/ 16856 w 1632946"/>
                <a:gd name="connsiteY163" fmla="*/ 981641 h 1632876"/>
                <a:gd name="connsiteX164" fmla="*/ 20904 w 1632946"/>
                <a:gd name="connsiteY164" fmla="*/ 975486 h 1632876"/>
                <a:gd name="connsiteX165" fmla="*/ 27059 w 1632946"/>
                <a:gd name="connsiteY165" fmla="*/ 979534 h 1632876"/>
                <a:gd name="connsiteX166" fmla="*/ 40056 w 1632946"/>
                <a:gd name="connsiteY166" fmla="*/ 1032966 h 1632876"/>
                <a:gd name="connsiteX167" fmla="*/ 36434 w 1632946"/>
                <a:gd name="connsiteY167" fmla="*/ 1039406 h 1632876"/>
                <a:gd name="connsiteX168" fmla="*/ 35037 w 1632946"/>
                <a:gd name="connsiteY168" fmla="*/ 1039618 h 1632876"/>
                <a:gd name="connsiteX169" fmla="*/ 1610575 w 1632946"/>
                <a:gd name="connsiteY169" fmla="*/ 987820 h 1632876"/>
                <a:gd name="connsiteX170" fmla="*/ 1609486 w 1632946"/>
                <a:gd name="connsiteY170" fmla="*/ 987702 h 1632876"/>
                <a:gd name="connsiteX171" fmla="*/ 1605461 w 1632946"/>
                <a:gd name="connsiteY171" fmla="*/ 981547 h 1632876"/>
                <a:gd name="connsiteX172" fmla="*/ 1614931 w 1632946"/>
                <a:gd name="connsiteY172" fmla="*/ 927357 h 1632876"/>
                <a:gd name="connsiteX173" fmla="*/ 1620802 w 1632946"/>
                <a:gd name="connsiteY173" fmla="*/ 922907 h 1632876"/>
                <a:gd name="connsiteX174" fmla="*/ 1625253 w 1632946"/>
                <a:gd name="connsiteY174" fmla="*/ 928778 h 1632876"/>
                <a:gd name="connsiteX175" fmla="*/ 1615783 w 1632946"/>
                <a:gd name="connsiteY175" fmla="*/ 983677 h 1632876"/>
                <a:gd name="connsiteX176" fmla="*/ 1610575 w 1632946"/>
                <a:gd name="connsiteY176" fmla="*/ 987820 h 1632876"/>
                <a:gd name="connsiteX177" fmla="*/ 12594 w 1632946"/>
                <a:gd name="connsiteY177" fmla="*/ 931240 h 1632876"/>
                <a:gd name="connsiteX178" fmla="*/ 7434 w 1632946"/>
                <a:gd name="connsiteY178" fmla="*/ 926742 h 1632876"/>
                <a:gd name="connsiteX179" fmla="*/ 1823 w 1632946"/>
                <a:gd name="connsiteY179" fmla="*/ 871322 h 1632876"/>
                <a:gd name="connsiteX180" fmla="*/ 6664 w 1632946"/>
                <a:gd name="connsiteY180" fmla="*/ 865782 h 1632876"/>
                <a:gd name="connsiteX181" fmla="*/ 12216 w 1632946"/>
                <a:gd name="connsiteY181" fmla="*/ 870611 h 1632876"/>
                <a:gd name="connsiteX182" fmla="*/ 17755 w 1632946"/>
                <a:gd name="connsiteY182" fmla="*/ 925345 h 1632876"/>
                <a:gd name="connsiteX183" fmla="*/ 13328 w 1632946"/>
                <a:gd name="connsiteY183" fmla="*/ 931192 h 1632876"/>
                <a:gd name="connsiteX184" fmla="*/ 13305 w 1632946"/>
                <a:gd name="connsiteY184" fmla="*/ 931192 h 1632876"/>
                <a:gd name="connsiteX185" fmla="*/ 12594 w 1632946"/>
                <a:gd name="connsiteY185" fmla="*/ 931240 h 1632876"/>
                <a:gd name="connsiteX186" fmla="*/ 1625679 w 1632946"/>
                <a:gd name="connsiteY186" fmla="*/ 878211 h 1632876"/>
                <a:gd name="connsiteX187" fmla="*/ 1625300 w 1632946"/>
                <a:gd name="connsiteY187" fmla="*/ 878211 h 1632876"/>
                <a:gd name="connsiteX188" fmla="*/ 1620565 w 1632946"/>
                <a:gd name="connsiteY188" fmla="*/ 872671 h 1632876"/>
                <a:gd name="connsiteX189" fmla="*/ 1622530 w 1632946"/>
                <a:gd name="connsiteY189" fmla="*/ 817677 h 1632876"/>
                <a:gd name="connsiteX190" fmla="*/ 1627715 w 1632946"/>
                <a:gd name="connsiteY190" fmla="*/ 812492 h 1632876"/>
                <a:gd name="connsiteX191" fmla="*/ 1627739 w 1632946"/>
                <a:gd name="connsiteY191" fmla="*/ 812492 h 1632876"/>
                <a:gd name="connsiteX192" fmla="*/ 1627739 w 1632946"/>
                <a:gd name="connsiteY192" fmla="*/ 812492 h 1632876"/>
                <a:gd name="connsiteX193" fmla="*/ 1632947 w 1632946"/>
                <a:gd name="connsiteY193" fmla="*/ 817653 h 1632876"/>
                <a:gd name="connsiteX194" fmla="*/ 1632947 w 1632946"/>
                <a:gd name="connsiteY194" fmla="*/ 817700 h 1632876"/>
                <a:gd name="connsiteX195" fmla="*/ 1630958 w 1632946"/>
                <a:gd name="connsiteY195" fmla="*/ 873381 h 1632876"/>
                <a:gd name="connsiteX196" fmla="*/ 1625703 w 1632946"/>
                <a:gd name="connsiteY196" fmla="*/ 878211 h 1632876"/>
                <a:gd name="connsiteX197" fmla="*/ 5208 w 1632946"/>
                <a:gd name="connsiteY197" fmla="*/ 820896 h 1632876"/>
                <a:gd name="connsiteX198" fmla="*/ 5208 w 1632946"/>
                <a:gd name="connsiteY198" fmla="*/ 820896 h 1632876"/>
                <a:gd name="connsiteX199" fmla="*/ 0 w 1632946"/>
                <a:gd name="connsiteY199" fmla="*/ 815688 h 1632876"/>
                <a:gd name="connsiteX200" fmla="*/ 1918 w 1632946"/>
                <a:gd name="connsiteY200" fmla="*/ 759984 h 1632876"/>
                <a:gd name="connsiteX201" fmla="*/ 7469 w 1632946"/>
                <a:gd name="connsiteY201" fmla="*/ 755131 h 1632876"/>
                <a:gd name="connsiteX202" fmla="*/ 12310 w 1632946"/>
                <a:gd name="connsiteY202" fmla="*/ 760694 h 1632876"/>
                <a:gd name="connsiteX203" fmla="*/ 10417 w 1632946"/>
                <a:gd name="connsiteY203" fmla="*/ 815688 h 1632876"/>
                <a:gd name="connsiteX204" fmla="*/ 5256 w 1632946"/>
                <a:gd name="connsiteY204" fmla="*/ 820896 h 1632876"/>
                <a:gd name="connsiteX205" fmla="*/ 5208 w 1632946"/>
                <a:gd name="connsiteY205" fmla="*/ 820896 h 1632876"/>
                <a:gd name="connsiteX206" fmla="*/ 1625892 w 1632946"/>
                <a:gd name="connsiteY206" fmla="*/ 767583 h 1632876"/>
                <a:gd name="connsiteX207" fmla="*/ 1620708 w 1632946"/>
                <a:gd name="connsiteY207" fmla="*/ 762848 h 1632876"/>
                <a:gd name="connsiteX208" fmla="*/ 1615215 w 1632946"/>
                <a:gd name="connsiteY208" fmla="*/ 708114 h 1632876"/>
                <a:gd name="connsiteX209" fmla="*/ 1619737 w 1632946"/>
                <a:gd name="connsiteY209" fmla="*/ 702314 h 1632876"/>
                <a:gd name="connsiteX210" fmla="*/ 1625537 w 1632946"/>
                <a:gd name="connsiteY210" fmla="*/ 706718 h 1632876"/>
                <a:gd name="connsiteX211" fmla="*/ 1631100 w 1632946"/>
                <a:gd name="connsiteY211" fmla="*/ 762162 h 1632876"/>
                <a:gd name="connsiteX212" fmla="*/ 1626247 w 1632946"/>
                <a:gd name="connsiteY212" fmla="*/ 767701 h 1632876"/>
                <a:gd name="connsiteX213" fmla="*/ 12784 w 1632946"/>
                <a:gd name="connsiteY213" fmla="*/ 710482 h 1632876"/>
                <a:gd name="connsiteX214" fmla="*/ 12050 w 1632946"/>
                <a:gd name="connsiteY214" fmla="*/ 710482 h 1632876"/>
                <a:gd name="connsiteX215" fmla="*/ 7599 w 1632946"/>
                <a:gd name="connsiteY215" fmla="*/ 704611 h 1632876"/>
                <a:gd name="connsiteX216" fmla="*/ 7599 w 1632946"/>
                <a:gd name="connsiteY216" fmla="*/ 704611 h 1632876"/>
                <a:gd name="connsiteX217" fmla="*/ 17069 w 1632946"/>
                <a:gd name="connsiteY217" fmla="*/ 649711 h 1632876"/>
                <a:gd name="connsiteX218" fmla="*/ 23236 w 1632946"/>
                <a:gd name="connsiteY218" fmla="*/ 645663 h 1632876"/>
                <a:gd name="connsiteX219" fmla="*/ 27272 w 1632946"/>
                <a:gd name="connsiteY219" fmla="*/ 651842 h 1632876"/>
                <a:gd name="connsiteX220" fmla="*/ 17803 w 1632946"/>
                <a:gd name="connsiteY220" fmla="*/ 706031 h 1632876"/>
                <a:gd name="connsiteX221" fmla="*/ 12784 w 1632946"/>
                <a:gd name="connsiteY221" fmla="*/ 710434 h 1632876"/>
                <a:gd name="connsiteX222" fmla="*/ 1611096 w 1632946"/>
                <a:gd name="connsiteY222" fmla="*/ 657926 h 1632876"/>
                <a:gd name="connsiteX223" fmla="*/ 1606006 w 1632946"/>
                <a:gd name="connsiteY223" fmla="*/ 653783 h 1632876"/>
                <a:gd name="connsiteX224" fmla="*/ 1593104 w 1632946"/>
                <a:gd name="connsiteY224" fmla="*/ 600304 h 1632876"/>
                <a:gd name="connsiteX225" fmla="*/ 1596726 w 1632946"/>
                <a:gd name="connsiteY225" fmla="*/ 593888 h 1632876"/>
                <a:gd name="connsiteX226" fmla="*/ 1603142 w 1632946"/>
                <a:gd name="connsiteY226" fmla="*/ 597511 h 1632876"/>
                <a:gd name="connsiteX227" fmla="*/ 1616209 w 1632946"/>
                <a:gd name="connsiteY227" fmla="*/ 651676 h 1632876"/>
                <a:gd name="connsiteX228" fmla="*/ 1612161 w 1632946"/>
                <a:gd name="connsiteY228" fmla="*/ 657831 h 1632876"/>
                <a:gd name="connsiteX229" fmla="*/ 1612161 w 1632946"/>
                <a:gd name="connsiteY229" fmla="*/ 657831 h 1632876"/>
                <a:gd name="connsiteX230" fmla="*/ 1611096 w 1632946"/>
                <a:gd name="connsiteY230" fmla="*/ 657879 h 1632876"/>
                <a:gd name="connsiteX231" fmla="*/ 35321 w 1632946"/>
                <a:gd name="connsiteY231" fmla="*/ 602103 h 1632876"/>
                <a:gd name="connsiteX232" fmla="*/ 33901 w 1632946"/>
                <a:gd name="connsiteY232" fmla="*/ 601914 h 1632876"/>
                <a:gd name="connsiteX233" fmla="*/ 30293 w 1632946"/>
                <a:gd name="connsiteY233" fmla="*/ 595522 h 1632876"/>
                <a:gd name="connsiteX234" fmla="*/ 30302 w 1632946"/>
                <a:gd name="connsiteY234" fmla="*/ 595498 h 1632876"/>
                <a:gd name="connsiteX235" fmla="*/ 47206 w 1632946"/>
                <a:gd name="connsiteY235" fmla="*/ 542398 h 1632876"/>
                <a:gd name="connsiteX236" fmla="*/ 53870 w 1632946"/>
                <a:gd name="connsiteY236" fmla="*/ 539249 h 1632876"/>
                <a:gd name="connsiteX237" fmla="*/ 57030 w 1632946"/>
                <a:gd name="connsiteY237" fmla="*/ 545902 h 1632876"/>
                <a:gd name="connsiteX238" fmla="*/ 40317 w 1632946"/>
                <a:gd name="connsiteY238" fmla="*/ 598315 h 1632876"/>
                <a:gd name="connsiteX239" fmla="*/ 35321 w 1632946"/>
                <a:gd name="connsiteY239" fmla="*/ 602103 h 1632876"/>
                <a:gd name="connsiteX240" fmla="*/ 1581433 w 1632946"/>
                <a:gd name="connsiteY240" fmla="*/ 551276 h 1632876"/>
                <a:gd name="connsiteX241" fmla="*/ 1576532 w 1632946"/>
                <a:gd name="connsiteY241" fmla="*/ 547819 h 1632876"/>
                <a:gd name="connsiteX242" fmla="*/ 1556362 w 1632946"/>
                <a:gd name="connsiteY242" fmla="*/ 496565 h 1632876"/>
                <a:gd name="connsiteX243" fmla="*/ 1558185 w 1632946"/>
                <a:gd name="connsiteY243" fmla="*/ 489416 h 1632876"/>
                <a:gd name="connsiteX244" fmla="*/ 1565311 w 1632946"/>
                <a:gd name="connsiteY244" fmla="*/ 491239 h 1632876"/>
                <a:gd name="connsiteX245" fmla="*/ 1565832 w 1632946"/>
                <a:gd name="connsiteY245" fmla="*/ 492423 h 1632876"/>
                <a:gd name="connsiteX246" fmla="*/ 1586262 w 1632946"/>
                <a:gd name="connsiteY246" fmla="*/ 544339 h 1632876"/>
                <a:gd name="connsiteX247" fmla="*/ 1583090 w 1632946"/>
                <a:gd name="connsiteY247" fmla="*/ 550992 h 1632876"/>
                <a:gd name="connsiteX248" fmla="*/ 1581433 w 1632946"/>
                <a:gd name="connsiteY248" fmla="*/ 551276 h 1632876"/>
                <a:gd name="connsiteX249" fmla="*/ 72465 w 1632946"/>
                <a:gd name="connsiteY249" fmla="*/ 497962 h 1632876"/>
                <a:gd name="connsiteX250" fmla="*/ 70382 w 1632946"/>
                <a:gd name="connsiteY250" fmla="*/ 497512 h 1632876"/>
                <a:gd name="connsiteX251" fmla="*/ 67700 w 1632946"/>
                <a:gd name="connsiteY251" fmla="*/ 490694 h 1632876"/>
                <a:gd name="connsiteX252" fmla="*/ 67707 w 1632946"/>
                <a:gd name="connsiteY252" fmla="*/ 490671 h 1632876"/>
                <a:gd name="connsiteX253" fmla="*/ 91689 w 1632946"/>
                <a:gd name="connsiteY253" fmla="*/ 440435 h 1632876"/>
                <a:gd name="connsiteX254" fmla="*/ 98821 w 1632946"/>
                <a:gd name="connsiteY254" fmla="*/ 438612 h 1632876"/>
                <a:gd name="connsiteX255" fmla="*/ 100945 w 1632946"/>
                <a:gd name="connsiteY255" fmla="*/ 445170 h 1632876"/>
                <a:gd name="connsiteX256" fmla="*/ 77271 w 1632946"/>
                <a:gd name="connsiteY256" fmla="*/ 494885 h 1632876"/>
                <a:gd name="connsiteX257" fmla="*/ 72465 w 1632946"/>
                <a:gd name="connsiteY257" fmla="*/ 497962 h 1632876"/>
                <a:gd name="connsiteX258" fmla="*/ 1537376 w 1632946"/>
                <a:gd name="connsiteY258" fmla="*/ 449620 h 1632876"/>
                <a:gd name="connsiteX259" fmla="*/ 1532759 w 1632946"/>
                <a:gd name="connsiteY259" fmla="*/ 446827 h 1632876"/>
                <a:gd name="connsiteX260" fmla="*/ 1505771 w 1632946"/>
                <a:gd name="connsiteY260" fmla="*/ 398816 h 1632876"/>
                <a:gd name="connsiteX261" fmla="*/ 1507523 w 1632946"/>
                <a:gd name="connsiteY261" fmla="*/ 391643 h 1632876"/>
                <a:gd name="connsiteX262" fmla="*/ 1514696 w 1632946"/>
                <a:gd name="connsiteY262" fmla="*/ 393419 h 1632876"/>
                <a:gd name="connsiteX263" fmla="*/ 1541992 w 1632946"/>
                <a:gd name="connsiteY263" fmla="*/ 442021 h 1632876"/>
                <a:gd name="connsiteX264" fmla="*/ 1539862 w 1632946"/>
                <a:gd name="connsiteY264" fmla="*/ 449076 h 1632876"/>
                <a:gd name="connsiteX265" fmla="*/ 1539767 w 1632946"/>
                <a:gd name="connsiteY265" fmla="*/ 449123 h 1632876"/>
                <a:gd name="connsiteX266" fmla="*/ 1537376 w 1632946"/>
                <a:gd name="connsiteY266" fmla="*/ 449620 h 1632876"/>
                <a:gd name="connsiteX267" fmla="*/ 123506 w 1632946"/>
                <a:gd name="connsiteY267" fmla="*/ 399906 h 1632876"/>
                <a:gd name="connsiteX268" fmla="*/ 118329 w 1632946"/>
                <a:gd name="connsiteY268" fmla="*/ 394626 h 1632876"/>
                <a:gd name="connsiteX269" fmla="*/ 119079 w 1632946"/>
                <a:gd name="connsiteY269" fmla="*/ 391975 h 1632876"/>
                <a:gd name="connsiteX270" fmla="*/ 149689 w 1632946"/>
                <a:gd name="connsiteY270" fmla="*/ 345456 h 1632876"/>
                <a:gd name="connsiteX271" fmla="*/ 156957 w 1632946"/>
                <a:gd name="connsiteY271" fmla="*/ 344225 h 1632876"/>
                <a:gd name="connsiteX272" fmla="*/ 158200 w 1632946"/>
                <a:gd name="connsiteY272" fmla="*/ 351445 h 1632876"/>
                <a:gd name="connsiteX273" fmla="*/ 158188 w 1632946"/>
                <a:gd name="connsiteY273" fmla="*/ 351469 h 1632876"/>
                <a:gd name="connsiteX274" fmla="*/ 127957 w 1632946"/>
                <a:gd name="connsiteY274" fmla="*/ 397396 h 1632876"/>
                <a:gd name="connsiteX275" fmla="*/ 123506 w 1632946"/>
                <a:gd name="connsiteY275" fmla="*/ 399882 h 1632876"/>
                <a:gd name="connsiteX276" fmla="*/ 1479872 w 1632946"/>
                <a:gd name="connsiteY276" fmla="*/ 354925 h 1632876"/>
                <a:gd name="connsiteX277" fmla="*/ 1475611 w 1632946"/>
                <a:gd name="connsiteY277" fmla="*/ 352700 h 1632876"/>
                <a:gd name="connsiteX278" fmla="*/ 1442468 w 1632946"/>
                <a:gd name="connsiteY278" fmla="*/ 308832 h 1632876"/>
                <a:gd name="connsiteX279" fmla="*/ 1442823 w 1632946"/>
                <a:gd name="connsiteY279" fmla="*/ 301470 h 1632876"/>
                <a:gd name="connsiteX280" fmla="*/ 1450185 w 1632946"/>
                <a:gd name="connsiteY280" fmla="*/ 301825 h 1632876"/>
                <a:gd name="connsiteX281" fmla="*/ 1450540 w 1632946"/>
                <a:gd name="connsiteY281" fmla="*/ 302275 h 1632876"/>
                <a:gd name="connsiteX282" fmla="*/ 1484204 w 1632946"/>
                <a:gd name="connsiteY282" fmla="*/ 346710 h 1632876"/>
                <a:gd name="connsiteX283" fmla="*/ 1482950 w 1632946"/>
                <a:gd name="connsiteY283" fmla="*/ 353955 h 1632876"/>
                <a:gd name="connsiteX284" fmla="*/ 1479872 w 1632946"/>
                <a:gd name="connsiteY284" fmla="*/ 354996 h 1632876"/>
                <a:gd name="connsiteX285" fmla="*/ 187449 w 1632946"/>
                <a:gd name="connsiteY285" fmla="*/ 309543 h 1632876"/>
                <a:gd name="connsiteX286" fmla="*/ 184158 w 1632946"/>
                <a:gd name="connsiteY286" fmla="*/ 308359 h 1632876"/>
                <a:gd name="connsiteX287" fmla="*/ 183401 w 1632946"/>
                <a:gd name="connsiteY287" fmla="*/ 301044 h 1632876"/>
                <a:gd name="connsiteX288" fmla="*/ 220048 w 1632946"/>
                <a:gd name="connsiteY288" fmla="*/ 259070 h 1632876"/>
                <a:gd name="connsiteX289" fmla="*/ 227410 w 1632946"/>
                <a:gd name="connsiteY289" fmla="*/ 258809 h 1632876"/>
                <a:gd name="connsiteX290" fmla="*/ 227671 w 1632946"/>
                <a:gd name="connsiteY290" fmla="*/ 266172 h 1632876"/>
                <a:gd name="connsiteX291" fmla="*/ 191474 w 1632946"/>
                <a:gd name="connsiteY291" fmla="*/ 307601 h 1632876"/>
                <a:gd name="connsiteX292" fmla="*/ 187449 w 1632946"/>
                <a:gd name="connsiteY292" fmla="*/ 309543 h 1632876"/>
                <a:gd name="connsiteX293" fmla="*/ 1410082 w 1632946"/>
                <a:gd name="connsiteY293" fmla="*/ 268989 h 1632876"/>
                <a:gd name="connsiteX294" fmla="*/ 1406270 w 1632946"/>
                <a:gd name="connsiteY294" fmla="*/ 267332 h 1632876"/>
                <a:gd name="connsiteX295" fmla="*/ 1367445 w 1632946"/>
                <a:gd name="connsiteY295" fmla="*/ 228365 h 1632876"/>
                <a:gd name="connsiteX296" fmla="*/ 1366806 w 1632946"/>
                <a:gd name="connsiteY296" fmla="*/ 221026 h 1632876"/>
                <a:gd name="connsiteX297" fmla="*/ 1374145 w 1632946"/>
                <a:gd name="connsiteY297" fmla="*/ 220387 h 1632876"/>
                <a:gd name="connsiteX298" fmla="*/ 1374548 w 1632946"/>
                <a:gd name="connsiteY298" fmla="*/ 220766 h 1632876"/>
                <a:gd name="connsiteX299" fmla="*/ 1413870 w 1632946"/>
                <a:gd name="connsiteY299" fmla="*/ 260230 h 1632876"/>
                <a:gd name="connsiteX300" fmla="*/ 1413609 w 1632946"/>
                <a:gd name="connsiteY300" fmla="*/ 267593 h 1632876"/>
                <a:gd name="connsiteX301" fmla="*/ 1413609 w 1632946"/>
                <a:gd name="connsiteY301" fmla="*/ 267593 h 1632876"/>
                <a:gd name="connsiteX302" fmla="*/ 1410082 w 1632946"/>
                <a:gd name="connsiteY302" fmla="*/ 269037 h 1632876"/>
                <a:gd name="connsiteX303" fmla="*/ 263016 w 1632946"/>
                <a:gd name="connsiteY303" fmla="*/ 228744 h 1632876"/>
                <a:gd name="connsiteX304" fmla="*/ 257805 w 1632946"/>
                <a:gd name="connsiteY304" fmla="*/ 223536 h 1632876"/>
                <a:gd name="connsiteX305" fmla="*/ 259465 w 1632946"/>
                <a:gd name="connsiteY305" fmla="*/ 219724 h 1632876"/>
                <a:gd name="connsiteX306" fmla="*/ 301438 w 1632946"/>
                <a:gd name="connsiteY306" fmla="*/ 183077 h 1632876"/>
                <a:gd name="connsiteX307" fmla="*/ 308775 w 1632946"/>
                <a:gd name="connsiteY307" fmla="*/ 183716 h 1632876"/>
                <a:gd name="connsiteX308" fmla="*/ 308129 w 1632946"/>
                <a:gd name="connsiteY308" fmla="*/ 191055 h 1632876"/>
                <a:gd name="connsiteX309" fmla="*/ 308020 w 1632946"/>
                <a:gd name="connsiteY309" fmla="*/ 191150 h 1632876"/>
                <a:gd name="connsiteX310" fmla="*/ 266567 w 1632946"/>
                <a:gd name="connsiteY310" fmla="*/ 227324 h 1632876"/>
                <a:gd name="connsiteX311" fmla="*/ 263016 w 1632946"/>
                <a:gd name="connsiteY311" fmla="*/ 228744 h 1632876"/>
                <a:gd name="connsiteX312" fmla="*/ 1329378 w 1632946"/>
                <a:gd name="connsiteY312" fmla="*/ 193233 h 1632876"/>
                <a:gd name="connsiteX313" fmla="*/ 1326087 w 1632946"/>
                <a:gd name="connsiteY313" fmla="*/ 192050 h 1632876"/>
                <a:gd name="connsiteX314" fmla="*/ 1282362 w 1632946"/>
                <a:gd name="connsiteY314" fmla="*/ 158693 h 1632876"/>
                <a:gd name="connsiteX315" fmla="*/ 1281131 w 1632946"/>
                <a:gd name="connsiteY315" fmla="*/ 151425 h 1632876"/>
                <a:gd name="connsiteX316" fmla="*/ 1288399 w 1632946"/>
                <a:gd name="connsiteY316" fmla="*/ 150194 h 1632876"/>
                <a:gd name="connsiteX317" fmla="*/ 1332669 w 1632946"/>
                <a:gd name="connsiteY317" fmla="*/ 183977 h 1632876"/>
                <a:gd name="connsiteX318" fmla="*/ 1333450 w 1632946"/>
                <a:gd name="connsiteY318" fmla="*/ 191292 h 1632876"/>
                <a:gd name="connsiteX319" fmla="*/ 1329378 w 1632946"/>
                <a:gd name="connsiteY319" fmla="*/ 193233 h 1632876"/>
                <a:gd name="connsiteX320" fmla="*/ 348762 w 1632946"/>
                <a:gd name="connsiteY320" fmla="*/ 158788 h 1632876"/>
                <a:gd name="connsiteX321" fmla="*/ 343542 w 1632946"/>
                <a:gd name="connsiteY321" fmla="*/ 153580 h 1632876"/>
                <a:gd name="connsiteX322" fmla="*/ 345756 w 1632946"/>
                <a:gd name="connsiteY322" fmla="*/ 149318 h 1632876"/>
                <a:gd name="connsiteX323" fmla="*/ 392322 w 1632946"/>
                <a:gd name="connsiteY323" fmla="*/ 118661 h 1632876"/>
                <a:gd name="connsiteX324" fmla="*/ 399483 w 1632946"/>
                <a:gd name="connsiteY324" fmla="*/ 120389 h 1632876"/>
                <a:gd name="connsiteX325" fmla="*/ 397743 w 1632946"/>
                <a:gd name="connsiteY325" fmla="*/ 127562 h 1632876"/>
                <a:gd name="connsiteX326" fmla="*/ 351769 w 1632946"/>
                <a:gd name="connsiteY326" fmla="*/ 157817 h 1632876"/>
                <a:gd name="connsiteX327" fmla="*/ 348762 w 1632946"/>
                <a:gd name="connsiteY327" fmla="*/ 158788 h 1632876"/>
                <a:gd name="connsiteX328" fmla="*/ 1239133 w 1632946"/>
                <a:gd name="connsiteY328" fmla="*/ 129219 h 1632876"/>
                <a:gd name="connsiteX329" fmla="*/ 1236411 w 1632946"/>
                <a:gd name="connsiteY329" fmla="*/ 128462 h 1632876"/>
                <a:gd name="connsiteX330" fmla="*/ 1188614 w 1632946"/>
                <a:gd name="connsiteY330" fmla="*/ 101332 h 1632876"/>
                <a:gd name="connsiteX331" fmla="*/ 1186980 w 1632946"/>
                <a:gd name="connsiteY331" fmla="*/ 94158 h 1632876"/>
                <a:gd name="connsiteX332" fmla="*/ 1193348 w 1632946"/>
                <a:gd name="connsiteY332" fmla="*/ 92099 h 1632876"/>
                <a:gd name="connsiteX333" fmla="*/ 1241785 w 1632946"/>
                <a:gd name="connsiteY333" fmla="*/ 119584 h 1632876"/>
                <a:gd name="connsiteX334" fmla="*/ 1243466 w 1632946"/>
                <a:gd name="connsiteY334" fmla="*/ 126757 h 1632876"/>
                <a:gd name="connsiteX335" fmla="*/ 1239062 w 1632946"/>
                <a:gd name="connsiteY335" fmla="*/ 129219 h 1632876"/>
                <a:gd name="connsiteX336" fmla="*/ 443457 w 1632946"/>
                <a:gd name="connsiteY336" fmla="*/ 101213 h 1632876"/>
                <a:gd name="connsiteX337" fmla="*/ 438320 w 1632946"/>
                <a:gd name="connsiteY337" fmla="*/ 95887 h 1632876"/>
                <a:gd name="connsiteX338" fmla="*/ 441090 w 1632946"/>
                <a:gd name="connsiteY338" fmla="*/ 91365 h 1632876"/>
                <a:gd name="connsiteX339" fmla="*/ 491444 w 1632946"/>
                <a:gd name="connsiteY339" fmla="*/ 67360 h 1632876"/>
                <a:gd name="connsiteX340" fmla="*/ 498584 w 1632946"/>
                <a:gd name="connsiteY340" fmla="*/ 69183 h 1632876"/>
                <a:gd name="connsiteX341" fmla="*/ 496771 w 1632946"/>
                <a:gd name="connsiteY341" fmla="*/ 76308 h 1632876"/>
                <a:gd name="connsiteX342" fmla="*/ 495587 w 1632946"/>
                <a:gd name="connsiteY342" fmla="*/ 76829 h 1632876"/>
                <a:gd name="connsiteX343" fmla="*/ 445872 w 1632946"/>
                <a:gd name="connsiteY343" fmla="*/ 100503 h 1632876"/>
                <a:gd name="connsiteX344" fmla="*/ 443457 w 1632946"/>
                <a:gd name="connsiteY344" fmla="*/ 101213 h 1632876"/>
                <a:gd name="connsiteX345" fmla="*/ 1141313 w 1632946"/>
                <a:gd name="connsiteY345" fmla="*/ 78084 h 1632876"/>
                <a:gd name="connsiteX346" fmla="*/ 1139230 w 1632946"/>
                <a:gd name="connsiteY346" fmla="*/ 77658 h 1632876"/>
                <a:gd name="connsiteX347" fmla="*/ 1088189 w 1632946"/>
                <a:gd name="connsiteY347" fmla="*/ 57322 h 1632876"/>
                <a:gd name="connsiteX348" fmla="*/ 1085088 w 1632946"/>
                <a:gd name="connsiteY348" fmla="*/ 50646 h 1632876"/>
                <a:gd name="connsiteX349" fmla="*/ 1091717 w 1632946"/>
                <a:gd name="connsiteY349" fmla="*/ 47521 h 1632876"/>
                <a:gd name="connsiteX350" fmla="*/ 1143420 w 1632946"/>
                <a:gd name="connsiteY350" fmla="*/ 68117 h 1632876"/>
                <a:gd name="connsiteX351" fmla="*/ 1146072 w 1632946"/>
                <a:gd name="connsiteY351" fmla="*/ 74983 h 1632876"/>
                <a:gd name="connsiteX352" fmla="*/ 1141313 w 1632946"/>
                <a:gd name="connsiteY352" fmla="*/ 78084 h 1632876"/>
                <a:gd name="connsiteX353" fmla="*/ 545018 w 1632946"/>
                <a:gd name="connsiteY353" fmla="*/ 56943 h 1632876"/>
                <a:gd name="connsiteX354" fmla="*/ 539822 w 1632946"/>
                <a:gd name="connsiteY354" fmla="*/ 51711 h 1632876"/>
                <a:gd name="connsiteX355" fmla="*/ 543266 w 1632946"/>
                <a:gd name="connsiteY355" fmla="*/ 46835 h 1632876"/>
                <a:gd name="connsiteX356" fmla="*/ 596366 w 1632946"/>
                <a:gd name="connsiteY356" fmla="*/ 29955 h 1632876"/>
                <a:gd name="connsiteX357" fmla="*/ 602967 w 1632946"/>
                <a:gd name="connsiteY357" fmla="*/ 33222 h 1632876"/>
                <a:gd name="connsiteX358" fmla="*/ 599697 w 1632946"/>
                <a:gd name="connsiteY358" fmla="*/ 39827 h 1632876"/>
                <a:gd name="connsiteX359" fmla="*/ 599184 w 1632946"/>
                <a:gd name="connsiteY359" fmla="*/ 39969 h 1632876"/>
                <a:gd name="connsiteX360" fmla="*/ 546770 w 1632946"/>
                <a:gd name="connsiteY360" fmla="*/ 56541 h 1632876"/>
                <a:gd name="connsiteX361" fmla="*/ 544923 w 1632946"/>
                <a:gd name="connsiteY361" fmla="*/ 56849 h 1632876"/>
                <a:gd name="connsiteX362" fmla="*/ 1037243 w 1632946"/>
                <a:gd name="connsiteY362" fmla="*/ 40727 h 1632876"/>
                <a:gd name="connsiteX363" fmla="*/ 1035823 w 1632946"/>
                <a:gd name="connsiteY363" fmla="*/ 40537 h 1632876"/>
                <a:gd name="connsiteX364" fmla="*/ 982415 w 1632946"/>
                <a:gd name="connsiteY364" fmla="*/ 27375 h 1632876"/>
                <a:gd name="connsiteX365" fmla="*/ 978059 w 1632946"/>
                <a:gd name="connsiteY365" fmla="*/ 21433 h 1632876"/>
                <a:gd name="connsiteX366" fmla="*/ 983977 w 1632946"/>
                <a:gd name="connsiteY366" fmla="*/ 17076 h 1632876"/>
                <a:gd name="connsiteX367" fmla="*/ 984546 w 1632946"/>
                <a:gd name="connsiteY367" fmla="*/ 17195 h 1632876"/>
                <a:gd name="connsiteX368" fmla="*/ 1038664 w 1632946"/>
                <a:gd name="connsiteY368" fmla="*/ 30500 h 1632876"/>
                <a:gd name="connsiteX369" fmla="*/ 1042286 w 1632946"/>
                <a:gd name="connsiteY369" fmla="*/ 36915 h 1632876"/>
                <a:gd name="connsiteX370" fmla="*/ 1037243 w 1632946"/>
                <a:gd name="connsiteY370" fmla="*/ 40727 h 1632876"/>
                <a:gd name="connsiteX371" fmla="*/ 651574 w 1632946"/>
                <a:gd name="connsiteY371" fmla="*/ 27067 h 1632876"/>
                <a:gd name="connsiteX372" fmla="*/ 646403 w 1632946"/>
                <a:gd name="connsiteY372" fmla="*/ 21811 h 1632876"/>
                <a:gd name="connsiteX373" fmla="*/ 650508 w 1632946"/>
                <a:gd name="connsiteY373" fmla="*/ 16769 h 1632876"/>
                <a:gd name="connsiteX374" fmla="*/ 705431 w 1632946"/>
                <a:gd name="connsiteY374" fmla="*/ 7299 h 1632876"/>
                <a:gd name="connsiteX375" fmla="*/ 711350 w 1632946"/>
                <a:gd name="connsiteY375" fmla="*/ 11702 h 1632876"/>
                <a:gd name="connsiteX376" fmla="*/ 706947 w 1632946"/>
                <a:gd name="connsiteY376" fmla="*/ 17598 h 1632876"/>
                <a:gd name="connsiteX377" fmla="*/ 706828 w 1632946"/>
                <a:gd name="connsiteY377" fmla="*/ 17621 h 1632876"/>
                <a:gd name="connsiteX378" fmla="*/ 652639 w 1632946"/>
                <a:gd name="connsiteY378" fmla="*/ 26949 h 1632876"/>
                <a:gd name="connsiteX379" fmla="*/ 651479 w 1632946"/>
                <a:gd name="connsiteY379" fmla="*/ 26972 h 1632876"/>
                <a:gd name="connsiteX380" fmla="*/ 928770 w 1632946"/>
                <a:gd name="connsiteY380" fmla="*/ 17882 h 1632876"/>
                <a:gd name="connsiteX381" fmla="*/ 928036 w 1632946"/>
                <a:gd name="connsiteY381" fmla="*/ 17882 h 1632876"/>
                <a:gd name="connsiteX382" fmla="*/ 873326 w 1632946"/>
                <a:gd name="connsiteY382" fmla="*/ 12176 h 1632876"/>
                <a:gd name="connsiteX383" fmla="*/ 868497 w 1632946"/>
                <a:gd name="connsiteY383" fmla="*/ 6613 h 1632876"/>
                <a:gd name="connsiteX384" fmla="*/ 874060 w 1632946"/>
                <a:gd name="connsiteY384" fmla="*/ 1783 h 1632876"/>
                <a:gd name="connsiteX385" fmla="*/ 929480 w 1632946"/>
                <a:gd name="connsiteY385" fmla="*/ 7560 h 1632876"/>
                <a:gd name="connsiteX386" fmla="*/ 933931 w 1632946"/>
                <a:gd name="connsiteY386" fmla="*/ 13431 h 1632876"/>
                <a:gd name="connsiteX387" fmla="*/ 928770 w 1632946"/>
                <a:gd name="connsiteY387" fmla="*/ 17929 h 1632876"/>
                <a:gd name="connsiteX388" fmla="*/ 761018 w 1632946"/>
                <a:gd name="connsiteY388" fmla="*/ 11987 h 1632876"/>
                <a:gd name="connsiteX389" fmla="*/ 755928 w 1632946"/>
                <a:gd name="connsiteY389" fmla="*/ 6660 h 1632876"/>
                <a:gd name="connsiteX390" fmla="*/ 760662 w 1632946"/>
                <a:gd name="connsiteY390" fmla="*/ 1594 h 1632876"/>
                <a:gd name="connsiteX391" fmla="*/ 816343 w 1632946"/>
                <a:gd name="connsiteY391" fmla="*/ -300 h 1632876"/>
                <a:gd name="connsiteX392" fmla="*/ 818379 w 1632946"/>
                <a:gd name="connsiteY392" fmla="*/ -300 h 1632876"/>
                <a:gd name="connsiteX393" fmla="*/ 823587 w 1632946"/>
                <a:gd name="connsiteY393" fmla="*/ 4908 h 1632876"/>
                <a:gd name="connsiteX394" fmla="*/ 818379 w 1632946"/>
                <a:gd name="connsiteY394" fmla="*/ 10117 h 1632876"/>
                <a:gd name="connsiteX395" fmla="*/ 816367 w 1632946"/>
                <a:gd name="connsiteY395" fmla="*/ 10117 h 1632876"/>
                <a:gd name="connsiteX396" fmla="*/ 761396 w 1632946"/>
                <a:gd name="connsiteY396" fmla="*/ 11987 h 1632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</a:cxnLst>
              <a:rect l="l" t="t" r="r" b="b"/>
              <a:pathLst>
                <a:path w="1632946" h="1632876">
                  <a:moveTo>
                    <a:pt x="816438" y="1632576"/>
                  </a:moveTo>
                  <a:lnTo>
                    <a:pt x="815420" y="1632576"/>
                  </a:lnTo>
                  <a:cubicBezTo>
                    <a:pt x="812556" y="1632576"/>
                    <a:pt x="810212" y="1630256"/>
                    <a:pt x="810212" y="1627367"/>
                  </a:cubicBezTo>
                  <a:cubicBezTo>
                    <a:pt x="810212" y="1624503"/>
                    <a:pt x="812556" y="1622159"/>
                    <a:pt x="815420" y="1622159"/>
                  </a:cubicBezTo>
                  <a:lnTo>
                    <a:pt x="816462" y="1622159"/>
                  </a:lnTo>
                  <a:cubicBezTo>
                    <a:pt x="834406" y="1622159"/>
                    <a:pt x="852564" y="1621567"/>
                    <a:pt x="870390" y="1620384"/>
                  </a:cubicBezTo>
                  <a:cubicBezTo>
                    <a:pt x="873255" y="1620194"/>
                    <a:pt x="875741" y="1622349"/>
                    <a:pt x="875930" y="1625213"/>
                  </a:cubicBezTo>
                  <a:cubicBezTo>
                    <a:pt x="876143" y="1628101"/>
                    <a:pt x="873965" y="1630587"/>
                    <a:pt x="871101" y="1630777"/>
                  </a:cubicBezTo>
                  <a:cubicBezTo>
                    <a:pt x="853014" y="1631961"/>
                    <a:pt x="834619" y="1632576"/>
                    <a:pt x="816438" y="1632576"/>
                  </a:cubicBezTo>
                  <a:close/>
                  <a:moveTo>
                    <a:pt x="760094" y="1630635"/>
                  </a:moveTo>
                  <a:lnTo>
                    <a:pt x="759715" y="1630635"/>
                  </a:lnTo>
                  <a:cubicBezTo>
                    <a:pt x="741250" y="1629356"/>
                    <a:pt x="722619" y="1627439"/>
                    <a:pt x="704319" y="1624906"/>
                  </a:cubicBezTo>
                  <a:cubicBezTo>
                    <a:pt x="701478" y="1624503"/>
                    <a:pt x="699466" y="1621876"/>
                    <a:pt x="699868" y="1619034"/>
                  </a:cubicBezTo>
                  <a:cubicBezTo>
                    <a:pt x="700271" y="1616193"/>
                    <a:pt x="702899" y="1614182"/>
                    <a:pt x="705739" y="1614584"/>
                  </a:cubicBezTo>
                  <a:cubicBezTo>
                    <a:pt x="723802" y="1617093"/>
                    <a:pt x="742197" y="1618987"/>
                    <a:pt x="760449" y="1620242"/>
                  </a:cubicBezTo>
                  <a:cubicBezTo>
                    <a:pt x="763314" y="1620502"/>
                    <a:pt x="765421" y="1623036"/>
                    <a:pt x="765161" y="1625900"/>
                  </a:cubicBezTo>
                  <a:cubicBezTo>
                    <a:pt x="764900" y="1628527"/>
                    <a:pt x="762746" y="1630564"/>
                    <a:pt x="760094" y="1630635"/>
                  </a:cubicBezTo>
                  <a:close/>
                  <a:moveTo>
                    <a:pt x="925811" y="1625237"/>
                  </a:moveTo>
                  <a:cubicBezTo>
                    <a:pt x="922946" y="1625237"/>
                    <a:pt x="920603" y="1622893"/>
                    <a:pt x="920626" y="1620005"/>
                  </a:cubicBezTo>
                  <a:cubicBezTo>
                    <a:pt x="920626" y="1617425"/>
                    <a:pt x="922544" y="1615223"/>
                    <a:pt x="925124" y="1614868"/>
                  </a:cubicBezTo>
                  <a:cubicBezTo>
                    <a:pt x="943235" y="1612500"/>
                    <a:pt x="961464" y="1609305"/>
                    <a:pt x="979337" y="1605611"/>
                  </a:cubicBezTo>
                  <a:cubicBezTo>
                    <a:pt x="982155" y="1605020"/>
                    <a:pt x="984900" y="1606842"/>
                    <a:pt x="985492" y="1609660"/>
                  </a:cubicBezTo>
                  <a:cubicBezTo>
                    <a:pt x="986084" y="1612477"/>
                    <a:pt x="984261" y="1615223"/>
                    <a:pt x="981444" y="1615815"/>
                  </a:cubicBezTo>
                  <a:cubicBezTo>
                    <a:pt x="963334" y="1619556"/>
                    <a:pt x="944868" y="1622704"/>
                    <a:pt x="926521" y="1625284"/>
                  </a:cubicBezTo>
                  <a:close/>
                  <a:moveTo>
                    <a:pt x="650485" y="1615507"/>
                  </a:moveTo>
                  <a:cubicBezTo>
                    <a:pt x="650130" y="1615531"/>
                    <a:pt x="649775" y="1615531"/>
                    <a:pt x="649419" y="1615507"/>
                  </a:cubicBezTo>
                  <a:cubicBezTo>
                    <a:pt x="631309" y="1611719"/>
                    <a:pt x="613104" y="1607268"/>
                    <a:pt x="595301" y="1602250"/>
                  </a:cubicBezTo>
                  <a:cubicBezTo>
                    <a:pt x="592529" y="1601468"/>
                    <a:pt x="590912" y="1598604"/>
                    <a:pt x="591691" y="1595811"/>
                  </a:cubicBezTo>
                  <a:cubicBezTo>
                    <a:pt x="592470" y="1593040"/>
                    <a:pt x="595346" y="1591431"/>
                    <a:pt x="598118" y="1592212"/>
                  </a:cubicBezTo>
                  <a:cubicBezTo>
                    <a:pt x="615708" y="1597183"/>
                    <a:pt x="633629" y="1601682"/>
                    <a:pt x="651526" y="1605304"/>
                  </a:cubicBezTo>
                  <a:cubicBezTo>
                    <a:pt x="654339" y="1605919"/>
                    <a:pt x="656124" y="1608689"/>
                    <a:pt x="655513" y="1611506"/>
                  </a:cubicBezTo>
                  <a:cubicBezTo>
                    <a:pt x="654999" y="1613874"/>
                    <a:pt x="652914" y="1615578"/>
                    <a:pt x="650485" y="1615602"/>
                  </a:cubicBezTo>
                  <a:close/>
                  <a:moveTo>
                    <a:pt x="1034189" y="1602889"/>
                  </a:moveTo>
                  <a:cubicBezTo>
                    <a:pt x="1031325" y="1602889"/>
                    <a:pt x="1028981" y="1600569"/>
                    <a:pt x="1028981" y="1597681"/>
                  </a:cubicBezTo>
                  <a:cubicBezTo>
                    <a:pt x="1028981" y="1595337"/>
                    <a:pt x="1030544" y="1593277"/>
                    <a:pt x="1032793" y="1592662"/>
                  </a:cubicBezTo>
                  <a:cubicBezTo>
                    <a:pt x="1050382" y="1587761"/>
                    <a:pt x="1068019" y="1582175"/>
                    <a:pt x="1085254" y="1576090"/>
                  </a:cubicBezTo>
                  <a:cubicBezTo>
                    <a:pt x="1087976" y="1575120"/>
                    <a:pt x="1090936" y="1576540"/>
                    <a:pt x="1091906" y="1579263"/>
                  </a:cubicBezTo>
                  <a:cubicBezTo>
                    <a:pt x="1092877" y="1581985"/>
                    <a:pt x="1091456" y="1584944"/>
                    <a:pt x="1088734" y="1585915"/>
                  </a:cubicBezTo>
                  <a:cubicBezTo>
                    <a:pt x="1071286" y="1592094"/>
                    <a:pt x="1053413" y="1597752"/>
                    <a:pt x="1035610" y="1602723"/>
                  </a:cubicBezTo>
                  <a:cubicBezTo>
                    <a:pt x="1035136" y="1602842"/>
                    <a:pt x="1034663" y="1602913"/>
                    <a:pt x="1034189" y="1602889"/>
                  </a:cubicBezTo>
                  <a:close/>
                  <a:moveTo>
                    <a:pt x="543953" y="1585560"/>
                  </a:moveTo>
                  <a:cubicBezTo>
                    <a:pt x="543356" y="1585560"/>
                    <a:pt x="542762" y="1585465"/>
                    <a:pt x="542201" y="1585252"/>
                  </a:cubicBezTo>
                  <a:cubicBezTo>
                    <a:pt x="524824" y="1579026"/>
                    <a:pt x="507424" y="1572137"/>
                    <a:pt x="490497" y="1564727"/>
                  </a:cubicBezTo>
                  <a:cubicBezTo>
                    <a:pt x="487746" y="1563875"/>
                    <a:pt x="486203" y="1560963"/>
                    <a:pt x="487046" y="1558216"/>
                  </a:cubicBezTo>
                  <a:cubicBezTo>
                    <a:pt x="487891" y="1555470"/>
                    <a:pt x="490805" y="1553931"/>
                    <a:pt x="493554" y="1554760"/>
                  </a:cubicBezTo>
                  <a:cubicBezTo>
                    <a:pt x="493942" y="1554879"/>
                    <a:pt x="494313" y="1555044"/>
                    <a:pt x="494664" y="1555257"/>
                  </a:cubicBezTo>
                  <a:cubicBezTo>
                    <a:pt x="511377" y="1562549"/>
                    <a:pt x="528541" y="1569461"/>
                    <a:pt x="545728" y="1575522"/>
                  </a:cubicBezTo>
                  <a:cubicBezTo>
                    <a:pt x="548434" y="1576493"/>
                    <a:pt x="549838" y="1579475"/>
                    <a:pt x="548865" y="1582175"/>
                  </a:cubicBezTo>
                  <a:cubicBezTo>
                    <a:pt x="548119" y="1584258"/>
                    <a:pt x="546154" y="1585631"/>
                    <a:pt x="543953" y="1585631"/>
                  </a:cubicBezTo>
                  <a:close/>
                  <a:moveTo>
                    <a:pt x="1138567" y="1565910"/>
                  </a:moveTo>
                  <a:cubicBezTo>
                    <a:pt x="1135703" y="1565887"/>
                    <a:pt x="1133383" y="1563543"/>
                    <a:pt x="1133383" y="1560679"/>
                  </a:cubicBezTo>
                  <a:cubicBezTo>
                    <a:pt x="1133406" y="1558619"/>
                    <a:pt x="1134614" y="1556773"/>
                    <a:pt x="1136484" y="1555944"/>
                  </a:cubicBezTo>
                  <a:cubicBezTo>
                    <a:pt x="1153245" y="1548652"/>
                    <a:pt x="1169982" y="1540698"/>
                    <a:pt x="1186199" y="1532270"/>
                  </a:cubicBezTo>
                  <a:cubicBezTo>
                    <a:pt x="1188827" y="1531110"/>
                    <a:pt x="1191904" y="1532317"/>
                    <a:pt x="1193064" y="1534969"/>
                  </a:cubicBezTo>
                  <a:cubicBezTo>
                    <a:pt x="1194106" y="1537360"/>
                    <a:pt x="1193206" y="1540177"/>
                    <a:pt x="1190934" y="1541526"/>
                  </a:cubicBezTo>
                  <a:cubicBezTo>
                    <a:pt x="1174504" y="1550049"/>
                    <a:pt x="1157554" y="1558098"/>
                    <a:pt x="1140556" y="1565484"/>
                  </a:cubicBezTo>
                  <a:cubicBezTo>
                    <a:pt x="1139916" y="1565745"/>
                    <a:pt x="1139254" y="1565863"/>
                    <a:pt x="1138567" y="1565863"/>
                  </a:cubicBezTo>
                  <a:close/>
                  <a:moveTo>
                    <a:pt x="442676" y="1541290"/>
                  </a:moveTo>
                  <a:cubicBezTo>
                    <a:pt x="441852" y="1541290"/>
                    <a:pt x="441040" y="1541077"/>
                    <a:pt x="440309" y="1540698"/>
                  </a:cubicBezTo>
                  <a:cubicBezTo>
                    <a:pt x="423927" y="1532152"/>
                    <a:pt x="407639" y="1522943"/>
                    <a:pt x="391849" y="1513284"/>
                  </a:cubicBezTo>
                  <a:cubicBezTo>
                    <a:pt x="389367" y="1511840"/>
                    <a:pt x="388537" y="1508644"/>
                    <a:pt x="389990" y="1506158"/>
                  </a:cubicBezTo>
                  <a:cubicBezTo>
                    <a:pt x="391446" y="1503672"/>
                    <a:pt x="394637" y="1502844"/>
                    <a:pt x="397118" y="1504287"/>
                  </a:cubicBezTo>
                  <a:cubicBezTo>
                    <a:pt x="397177" y="1504335"/>
                    <a:pt x="397237" y="1504359"/>
                    <a:pt x="397294" y="1504406"/>
                  </a:cubicBezTo>
                  <a:cubicBezTo>
                    <a:pt x="412871" y="1513875"/>
                    <a:pt x="428969" y="1523037"/>
                    <a:pt x="445138" y="1531465"/>
                  </a:cubicBezTo>
                  <a:cubicBezTo>
                    <a:pt x="447688" y="1532791"/>
                    <a:pt x="448675" y="1535940"/>
                    <a:pt x="447345" y="1538497"/>
                  </a:cubicBezTo>
                  <a:cubicBezTo>
                    <a:pt x="446452" y="1540201"/>
                    <a:pt x="444696" y="1541266"/>
                    <a:pt x="442771" y="1541290"/>
                  </a:cubicBezTo>
                  <a:close/>
                  <a:moveTo>
                    <a:pt x="1236908" y="1514941"/>
                  </a:moveTo>
                  <a:cubicBezTo>
                    <a:pt x="1234043" y="1514941"/>
                    <a:pt x="1231700" y="1512621"/>
                    <a:pt x="1231676" y="1509756"/>
                  </a:cubicBezTo>
                  <a:cubicBezTo>
                    <a:pt x="1231676" y="1507933"/>
                    <a:pt x="1232623" y="1506229"/>
                    <a:pt x="1234186" y="1505282"/>
                  </a:cubicBezTo>
                  <a:cubicBezTo>
                    <a:pt x="1249787" y="1495813"/>
                    <a:pt x="1265269" y="1485633"/>
                    <a:pt x="1280207" y="1475074"/>
                  </a:cubicBezTo>
                  <a:cubicBezTo>
                    <a:pt x="1282551" y="1473417"/>
                    <a:pt x="1285818" y="1473985"/>
                    <a:pt x="1287475" y="1476329"/>
                  </a:cubicBezTo>
                  <a:cubicBezTo>
                    <a:pt x="1289132" y="1478673"/>
                    <a:pt x="1288564" y="1481940"/>
                    <a:pt x="1286221" y="1483597"/>
                  </a:cubicBezTo>
                  <a:cubicBezTo>
                    <a:pt x="1271069" y="1494273"/>
                    <a:pt x="1255445" y="1504572"/>
                    <a:pt x="1239607" y="1514184"/>
                  </a:cubicBezTo>
                  <a:cubicBezTo>
                    <a:pt x="1238778" y="1514657"/>
                    <a:pt x="1237855" y="1514893"/>
                    <a:pt x="1236908" y="1514893"/>
                  </a:cubicBezTo>
                  <a:close/>
                  <a:moveTo>
                    <a:pt x="348312" y="1483597"/>
                  </a:moveTo>
                  <a:cubicBezTo>
                    <a:pt x="347233" y="1483597"/>
                    <a:pt x="346179" y="1483265"/>
                    <a:pt x="345306" y="1482626"/>
                  </a:cubicBezTo>
                  <a:cubicBezTo>
                    <a:pt x="330226" y="1471949"/>
                    <a:pt x="315311" y="1460586"/>
                    <a:pt x="300989" y="1448891"/>
                  </a:cubicBezTo>
                  <a:cubicBezTo>
                    <a:pt x="298735" y="1447092"/>
                    <a:pt x="298356" y="1443825"/>
                    <a:pt x="300143" y="1441576"/>
                  </a:cubicBezTo>
                  <a:cubicBezTo>
                    <a:pt x="301931" y="1439327"/>
                    <a:pt x="305207" y="1438948"/>
                    <a:pt x="307461" y="1440724"/>
                  </a:cubicBezTo>
                  <a:cubicBezTo>
                    <a:pt x="307499" y="1440747"/>
                    <a:pt x="307534" y="1440795"/>
                    <a:pt x="307570" y="1440818"/>
                  </a:cubicBezTo>
                  <a:cubicBezTo>
                    <a:pt x="321774" y="1452371"/>
                    <a:pt x="336428" y="1463592"/>
                    <a:pt x="351319" y="1474151"/>
                  </a:cubicBezTo>
                  <a:cubicBezTo>
                    <a:pt x="353672" y="1475808"/>
                    <a:pt x="354240" y="1479051"/>
                    <a:pt x="352586" y="1481395"/>
                  </a:cubicBezTo>
                  <a:cubicBezTo>
                    <a:pt x="351608" y="1482792"/>
                    <a:pt x="350012" y="1483620"/>
                    <a:pt x="348312" y="1483620"/>
                  </a:cubicBezTo>
                  <a:close/>
                  <a:moveTo>
                    <a:pt x="1327366" y="1451093"/>
                  </a:moveTo>
                  <a:cubicBezTo>
                    <a:pt x="1324501" y="1451093"/>
                    <a:pt x="1322157" y="1448773"/>
                    <a:pt x="1322134" y="1445908"/>
                  </a:cubicBezTo>
                  <a:cubicBezTo>
                    <a:pt x="1322134" y="1444322"/>
                    <a:pt x="1322844" y="1442830"/>
                    <a:pt x="1324075" y="1441836"/>
                  </a:cubicBezTo>
                  <a:cubicBezTo>
                    <a:pt x="1338279" y="1430307"/>
                    <a:pt x="1352199" y="1418162"/>
                    <a:pt x="1365575" y="1405686"/>
                  </a:cubicBezTo>
                  <a:cubicBezTo>
                    <a:pt x="1367682" y="1403721"/>
                    <a:pt x="1370973" y="1403840"/>
                    <a:pt x="1372938" y="1405946"/>
                  </a:cubicBezTo>
                  <a:cubicBezTo>
                    <a:pt x="1374902" y="1408054"/>
                    <a:pt x="1374784" y="1411344"/>
                    <a:pt x="1372677" y="1413309"/>
                  </a:cubicBezTo>
                  <a:cubicBezTo>
                    <a:pt x="1359136" y="1425928"/>
                    <a:pt x="1345002" y="1438238"/>
                    <a:pt x="1330633" y="1449909"/>
                  </a:cubicBezTo>
                  <a:cubicBezTo>
                    <a:pt x="1329709" y="1450667"/>
                    <a:pt x="1328549" y="1451069"/>
                    <a:pt x="1327366" y="1451045"/>
                  </a:cubicBezTo>
                  <a:close/>
                  <a:moveTo>
                    <a:pt x="262590" y="1413594"/>
                  </a:moveTo>
                  <a:cubicBezTo>
                    <a:pt x="261266" y="1413594"/>
                    <a:pt x="259995" y="1413096"/>
                    <a:pt x="259039" y="1412173"/>
                  </a:cubicBezTo>
                  <a:cubicBezTo>
                    <a:pt x="245521" y="1399531"/>
                    <a:pt x="232287" y="1386274"/>
                    <a:pt x="219669" y="1372756"/>
                  </a:cubicBezTo>
                  <a:cubicBezTo>
                    <a:pt x="217595" y="1370768"/>
                    <a:pt x="217529" y="1367477"/>
                    <a:pt x="219522" y="1365394"/>
                  </a:cubicBezTo>
                  <a:cubicBezTo>
                    <a:pt x="221516" y="1363311"/>
                    <a:pt x="224811" y="1363263"/>
                    <a:pt x="226887" y="1365251"/>
                  </a:cubicBezTo>
                  <a:cubicBezTo>
                    <a:pt x="227020" y="1365370"/>
                    <a:pt x="227148" y="1365512"/>
                    <a:pt x="227268" y="1365654"/>
                  </a:cubicBezTo>
                  <a:cubicBezTo>
                    <a:pt x="239744" y="1379006"/>
                    <a:pt x="252812" y="1392098"/>
                    <a:pt x="266164" y="1404574"/>
                  </a:cubicBezTo>
                  <a:cubicBezTo>
                    <a:pt x="268269" y="1406538"/>
                    <a:pt x="268387" y="1409829"/>
                    <a:pt x="266427" y="1411936"/>
                  </a:cubicBezTo>
                  <a:cubicBezTo>
                    <a:pt x="265435" y="1413002"/>
                    <a:pt x="264043" y="1413594"/>
                    <a:pt x="262590" y="1413594"/>
                  </a:cubicBezTo>
                  <a:close/>
                  <a:moveTo>
                    <a:pt x="1408401" y="1375573"/>
                  </a:moveTo>
                  <a:cubicBezTo>
                    <a:pt x="1405513" y="1375550"/>
                    <a:pt x="1403193" y="1373206"/>
                    <a:pt x="1403193" y="1370318"/>
                  </a:cubicBezTo>
                  <a:cubicBezTo>
                    <a:pt x="1403217" y="1369016"/>
                    <a:pt x="1403714" y="1367761"/>
                    <a:pt x="1404589" y="1366790"/>
                  </a:cubicBezTo>
                  <a:cubicBezTo>
                    <a:pt x="1417066" y="1353462"/>
                    <a:pt x="1429258" y="1339542"/>
                    <a:pt x="1440834" y="1325409"/>
                  </a:cubicBezTo>
                  <a:cubicBezTo>
                    <a:pt x="1442515" y="1323065"/>
                    <a:pt x="1445782" y="1322544"/>
                    <a:pt x="1448102" y="1324225"/>
                  </a:cubicBezTo>
                  <a:cubicBezTo>
                    <a:pt x="1450446" y="1325906"/>
                    <a:pt x="1450966" y="1329173"/>
                    <a:pt x="1449286" y="1331493"/>
                  </a:cubicBezTo>
                  <a:cubicBezTo>
                    <a:pt x="1449167" y="1331682"/>
                    <a:pt x="1449025" y="1331824"/>
                    <a:pt x="1448883" y="1331990"/>
                  </a:cubicBezTo>
                  <a:cubicBezTo>
                    <a:pt x="1437188" y="1346312"/>
                    <a:pt x="1424831" y="1360398"/>
                    <a:pt x="1412189" y="1373916"/>
                  </a:cubicBezTo>
                  <a:cubicBezTo>
                    <a:pt x="1411195" y="1374982"/>
                    <a:pt x="1409798" y="1375597"/>
                    <a:pt x="1408330" y="1375573"/>
                  </a:cubicBezTo>
                  <a:close/>
                  <a:moveTo>
                    <a:pt x="187070" y="1332652"/>
                  </a:moveTo>
                  <a:cubicBezTo>
                    <a:pt x="185505" y="1332676"/>
                    <a:pt x="184021" y="1331966"/>
                    <a:pt x="183046" y="1330735"/>
                  </a:cubicBezTo>
                  <a:cubicBezTo>
                    <a:pt x="171351" y="1316413"/>
                    <a:pt x="160011" y="1301474"/>
                    <a:pt x="149334" y="1286347"/>
                  </a:cubicBezTo>
                  <a:cubicBezTo>
                    <a:pt x="147597" y="1284050"/>
                    <a:pt x="148049" y="1280783"/>
                    <a:pt x="150343" y="1279055"/>
                  </a:cubicBezTo>
                  <a:cubicBezTo>
                    <a:pt x="152634" y="1277303"/>
                    <a:pt x="155901" y="1277777"/>
                    <a:pt x="157639" y="1280049"/>
                  </a:cubicBezTo>
                  <a:cubicBezTo>
                    <a:pt x="157705" y="1280144"/>
                    <a:pt x="157772" y="1280239"/>
                    <a:pt x="157833" y="1280334"/>
                  </a:cubicBezTo>
                  <a:cubicBezTo>
                    <a:pt x="168392" y="1295271"/>
                    <a:pt x="179589" y="1309997"/>
                    <a:pt x="191118" y="1324154"/>
                  </a:cubicBezTo>
                  <a:cubicBezTo>
                    <a:pt x="192937" y="1326379"/>
                    <a:pt x="192601" y="1329670"/>
                    <a:pt x="190373" y="1331493"/>
                  </a:cubicBezTo>
                  <a:cubicBezTo>
                    <a:pt x="189440" y="1332250"/>
                    <a:pt x="188273" y="1332652"/>
                    <a:pt x="187070" y="1332652"/>
                  </a:cubicBezTo>
                  <a:close/>
                  <a:moveTo>
                    <a:pt x="1478333" y="1289874"/>
                  </a:moveTo>
                  <a:cubicBezTo>
                    <a:pt x="1475469" y="1289898"/>
                    <a:pt x="1473125" y="1287578"/>
                    <a:pt x="1473125" y="1284713"/>
                  </a:cubicBezTo>
                  <a:cubicBezTo>
                    <a:pt x="1473102" y="1283624"/>
                    <a:pt x="1473456" y="1282559"/>
                    <a:pt x="1474096" y="1281659"/>
                  </a:cubicBezTo>
                  <a:cubicBezTo>
                    <a:pt x="1484654" y="1266769"/>
                    <a:pt x="1494858" y="1251333"/>
                    <a:pt x="1504375" y="1235780"/>
                  </a:cubicBezTo>
                  <a:cubicBezTo>
                    <a:pt x="1505748" y="1233246"/>
                    <a:pt x="1508896" y="1232300"/>
                    <a:pt x="1511429" y="1233673"/>
                  </a:cubicBezTo>
                  <a:cubicBezTo>
                    <a:pt x="1513962" y="1235046"/>
                    <a:pt x="1514909" y="1238194"/>
                    <a:pt x="1513536" y="1240728"/>
                  </a:cubicBezTo>
                  <a:cubicBezTo>
                    <a:pt x="1513442" y="1240893"/>
                    <a:pt x="1513347" y="1241059"/>
                    <a:pt x="1513252" y="1241201"/>
                  </a:cubicBezTo>
                  <a:cubicBezTo>
                    <a:pt x="1503617" y="1256967"/>
                    <a:pt x="1493295" y="1272616"/>
                    <a:pt x="1482476" y="1287696"/>
                  </a:cubicBezTo>
                  <a:cubicBezTo>
                    <a:pt x="1481506" y="1289022"/>
                    <a:pt x="1479990" y="1289851"/>
                    <a:pt x="1478333" y="1289874"/>
                  </a:cubicBezTo>
                  <a:close/>
                  <a:moveTo>
                    <a:pt x="123175" y="1242290"/>
                  </a:moveTo>
                  <a:cubicBezTo>
                    <a:pt x="121359" y="1242290"/>
                    <a:pt x="119669" y="1241367"/>
                    <a:pt x="118724" y="1239804"/>
                  </a:cubicBezTo>
                  <a:cubicBezTo>
                    <a:pt x="109089" y="1223990"/>
                    <a:pt x="99785" y="1207632"/>
                    <a:pt x="91334" y="1191225"/>
                  </a:cubicBezTo>
                  <a:cubicBezTo>
                    <a:pt x="90183" y="1188598"/>
                    <a:pt x="91386" y="1185520"/>
                    <a:pt x="94021" y="1184360"/>
                  </a:cubicBezTo>
                  <a:cubicBezTo>
                    <a:pt x="96433" y="1183319"/>
                    <a:pt x="99250" y="1184218"/>
                    <a:pt x="100590" y="1186491"/>
                  </a:cubicBezTo>
                  <a:cubicBezTo>
                    <a:pt x="108994" y="1202707"/>
                    <a:pt x="118085" y="1218829"/>
                    <a:pt x="127602" y="1234454"/>
                  </a:cubicBezTo>
                  <a:cubicBezTo>
                    <a:pt x="129105" y="1236892"/>
                    <a:pt x="128350" y="1240088"/>
                    <a:pt x="125911" y="1241580"/>
                  </a:cubicBezTo>
                  <a:cubicBezTo>
                    <a:pt x="125090" y="1242100"/>
                    <a:pt x="124141" y="1242361"/>
                    <a:pt x="123175" y="1242361"/>
                  </a:cubicBezTo>
                  <a:close/>
                  <a:moveTo>
                    <a:pt x="1536074" y="1195605"/>
                  </a:moveTo>
                  <a:cubicBezTo>
                    <a:pt x="1535245" y="1195605"/>
                    <a:pt x="1534440" y="1195392"/>
                    <a:pt x="1533706" y="1195013"/>
                  </a:cubicBezTo>
                  <a:cubicBezTo>
                    <a:pt x="1531149" y="1193711"/>
                    <a:pt x="1530132" y="1190586"/>
                    <a:pt x="1531434" y="1188053"/>
                  </a:cubicBezTo>
                  <a:cubicBezTo>
                    <a:pt x="1531457" y="1188006"/>
                    <a:pt x="1531481" y="1187959"/>
                    <a:pt x="1531505" y="1187911"/>
                  </a:cubicBezTo>
                  <a:cubicBezTo>
                    <a:pt x="1539933" y="1171718"/>
                    <a:pt x="1547934" y="1155052"/>
                    <a:pt x="1555178" y="1138362"/>
                  </a:cubicBezTo>
                  <a:cubicBezTo>
                    <a:pt x="1556646" y="1135876"/>
                    <a:pt x="1559819" y="1135047"/>
                    <a:pt x="1562304" y="1136516"/>
                  </a:cubicBezTo>
                  <a:cubicBezTo>
                    <a:pt x="1564388" y="1137723"/>
                    <a:pt x="1565358" y="1140232"/>
                    <a:pt x="1564648" y="1142529"/>
                  </a:cubicBezTo>
                  <a:cubicBezTo>
                    <a:pt x="1557238" y="1159455"/>
                    <a:pt x="1549142" y="1176334"/>
                    <a:pt x="1540595" y="1192741"/>
                  </a:cubicBezTo>
                  <a:cubicBezTo>
                    <a:pt x="1539719" y="1194445"/>
                    <a:pt x="1537991" y="1195510"/>
                    <a:pt x="1536074" y="1195558"/>
                  </a:cubicBezTo>
                  <a:close/>
                  <a:moveTo>
                    <a:pt x="72134" y="1143996"/>
                  </a:moveTo>
                  <a:cubicBezTo>
                    <a:pt x="70079" y="1143973"/>
                    <a:pt x="68228" y="1142741"/>
                    <a:pt x="67399" y="1140871"/>
                  </a:cubicBezTo>
                  <a:cubicBezTo>
                    <a:pt x="60013" y="1123874"/>
                    <a:pt x="53195" y="1106426"/>
                    <a:pt x="46898" y="1088978"/>
                  </a:cubicBezTo>
                  <a:cubicBezTo>
                    <a:pt x="45930" y="1086256"/>
                    <a:pt x="47345" y="1083273"/>
                    <a:pt x="50058" y="1082326"/>
                  </a:cubicBezTo>
                  <a:cubicBezTo>
                    <a:pt x="52771" y="1081355"/>
                    <a:pt x="55754" y="1082752"/>
                    <a:pt x="56722" y="1085475"/>
                  </a:cubicBezTo>
                  <a:cubicBezTo>
                    <a:pt x="62854" y="1102709"/>
                    <a:pt x="69648" y="1119944"/>
                    <a:pt x="76940" y="1136705"/>
                  </a:cubicBezTo>
                  <a:cubicBezTo>
                    <a:pt x="78093" y="1139333"/>
                    <a:pt x="76890" y="1142410"/>
                    <a:pt x="74255" y="1143570"/>
                  </a:cubicBezTo>
                  <a:cubicBezTo>
                    <a:pt x="74250" y="1143570"/>
                    <a:pt x="74246" y="1143570"/>
                    <a:pt x="74241" y="1143570"/>
                  </a:cubicBezTo>
                  <a:cubicBezTo>
                    <a:pt x="73571" y="1143830"/>
                    <a:pt x="72854" y="1143973"/>
                    <a:pt x="72134" y="1143949"/>
                  </a:cubicBezTo>
                  <a:close/>
                  <a:moveTo>
                    <a:pt x="1580415" y="1094281"/>
                  </a:moveTo>
                  <a:cubicBezTo>
                    <a:pt x="1577550" y="1094281"/>
                    <a:pt x="1575207" y="1091938"/>
                    <a:pt x="1575207" y="1089073"/>
                  </a:cubicBezTo>
                  <a:cubicBezTo>
                    <a:pt x="1575207" y="1088481"/>
                    <a:pt x="1575325" y="1087889"/>
                    <a:pt x="1575514" y="1087321"/>
                  </a:cubicBezTo>
                  <a:cubicBezTo>
                    <a:pt x="1581670" y="1070110"/>
                    <a:pt x="1587351" y="1052497"/>
                    <a:pt x="1592275" y="1034931"/>
                  </a:cubicBezTo>
                  <a:cubicBezTo>
                    <a:pt x="1593056" y="1032161"/>
                    <a:pt x="1595921" y="1030552"/>
                    <a:pt x="1598691" y="1031332"/>
                  </a:cubicBezTo>
                  <a:cubicBezTo>
                    <a:pt x="1601484" y="1032090"/>
                    <a:pt x="1603094" y="1034978"/>
                    <a:pt x="1602313" y="1037749"/>
                  </a:cubicBezTo>
                  <a:cubicBezTo>
                    <a:pt x="1597270" y="1055551"/>
                    <a:pt x="1591565" y="1073401"/>
                    <a:pt x="1585315" y="1090825"/>
                  </a:cubicBezTo>
                  <a:cubicBezTo>
                    <a:pt x="1584581" y="1092908"/>
                    <a:pt x="1582616" y="1094305"/>
                    <a:pt x="1580415" y="1094305"/>
                  </a:cubicBezTo>
                  <a:close/>
                  <a:moveTo>
                    <a:pt x="35037" y="1039595"/>
                  </a:moveTo>
                  <a:cubicBezTo>
                    <a:pt x="32698" y="1039595"/>
                    <a:pt x="30646" y="1038032"/>
                    <a:pt x="30018" y="1035783"/>
                  </a:cubicBezTo>
                  <a:cubicBezTo>
                    <a:pt x="25023" y="1017981"/>
                    <a:pt x="20549" y="999752"/>
                    <a:pt x="16856" y="981641"/>
                  </a:cubicBezTo>
                  <a:cubicBezTo>
                    <a:pt x="16273" y="978824"/>
                    <a:pt x="18087" y="976078"/>
                    <a:pt x="20904" y="975486"/>
                  </a:cubicBezTo>
                  <a:cubicBezTo>
                    <a:pt x="23721" y="974894"/>
                    <a:pt x="26477" y="976717"/>
                    <a:pt x="27059" y="979534"/>
                  </a:cubicBezTo>
                  <a:cubicBezTo>
                    <a:pt x="30752" y="997408"/>
                    <a:pt x="35132" y="1015400"/>
                    <a:pt x="40056" y="1032966"/>
                  </a:cubicBezTo>
                  <a:cubicBezTo>
                    <a:pt x="40816" y="1035736"/>
                    <a:pt x="39201" y="1038624"/>
                    <a:pt x="36434" y="1039406"/>
                  </a:cubicBezTo>
                  <a:cubicBezTo>
                    <a:pt x="35979" y="1039524"/>
                    <a:pt x="35511" y="1039595"/>
                    <a:pt x="35037" y="1039618"/>
                  </a:cubicBezTo>
                  <a:close/>
                  <a:moveTo>
                    <a:pt x="1610575" y="987820"/>
                  </a:moveTo>
                  <a:cubicBezTo>
                    <a:pt x="1610220" y="987820"/>
                    <a:pt x="1609841" y="987773"/>
                    <a:pt x="1609486" y="987702"/>
                  </a:cubicBezTo>
                  <a:cubicBezTo>
                    <a:pt x="1606693" y="987086"/>
                    <a:pt x="1604893" y="984364"/>
                    <a:pt x="1605461" y="981547"/>
                  </a:cubicBezTo>
                  <a:cubicBezTo>
                    <a:pt x="1609202" y="963673"/>
                    <a:pt x="1612374" y="945444"/>
                    <a:pt x="1614931" y="927357"/>
                  </a:cubicBezTo>
                  <a:cubicBezTo>
                    <a:pt x="1615334" y="924517"/>
                    <a:pt x="1617961" y="922504"/>
                    <a:pt x="1620802" y="922907"/>
                  </a:cubicBezTo>
                  <a:cubicBezTo>
                    <a:pt x="1623643" y="923309"/>
                    <a:pt x="1625655" y="925937"/>
                    <a:pt x="1625253" y="928778"/>
                  </a:cubicBezTo>
                  <a:cubicBezTo>
                    <a:pt x="1622696" y="947101"/>
                    <a:pt x="1619500" y="965591"/>
                    <a:pt x="1615783" y="983677"/>
                  </a:cubicBezTo>
                  <a:cubicBezTo>
                    <a:pt x="1615262" y="986116"/>
                    <a:pt x="1613085" y="987868"/>
                    <a:pt x="1610575" y="987820"/>
                  </a:cubicBezTo>
                  <a:close/>
                  <a:moveTo>
                    <a:pt x="12594" y="931240"/>
                  </a:moveTo>
                  <a:cubicBezTo>
                    <a:pt x="9995" y="931240"/>
                    <a:pt x="7798" y="929322"/>
                    <a:pt x="7434" y="926742"/>
                  </a:cubicBezTo>
                  <a:cubicBezTo>
                    <a:pt x="4948" y="908442"/>
                    <a:pt x="3054" y="889787"/>
                    <a:pt x="1823" y="871322"/>
                  </a:cubicBezTo>
                  <a:cubicBezTo>
                    <a:pt x="1626" y="868457"/>
                    <a:pt x="3795" y="865971"/>
                    <a:pt x="6664" y="865782"/>
                  </a:cubicBezTo>
                  <a:cubicBezTo>
                    <a:pt x="9533" y="865569"/>
                    <a:pt x="12019" y="867747"/>
                    <a:pt x="12216" y="870611"/>
                  </a:cubicBezTo>
                  <a:cubicBezTo>
                    <a:pt x="13447" y="888864"/>
                    <a:pt x="15317" y="907258"/>
                    <a:pt x="17755" y="925345"/>
                  </a:cubicBezTo>
                  <a:cubicBezTo>
                    <a:pt x="18146" y="928186"/>
                    <a:pt x="16164" y="930790"/>
                    <a:pt x="13328" y="931192"/>
                  </a:cubicBezTo>
                  <a:cubicBezTo>
                    <a:pt x="13321" y="931192"/>
                    <a:pt x="13312" y="931192"/>
                    <a:pt x="13305" y="931192"/>
                  </a:cubicBezTo>
                  <a:cubicBezTo>
                    <a:pt x="13070" y="931240"/>
                    <a:pt x="12831" y="931240"/>
                    <a:pt x="12594" y="931240"/>
                  </a:cubicBezTo>
                  <a:close/>
                  <a:moveTo>
                    <a:pt x="1625679" y="878211"/>
                  </a:moveTo>
                  <a:lnTo>
                    <a:pt x="1625300" y="878211"/>
                  </a:lnTo>
                  <a:cubicBezTo>
                    <a:pt x="1622483" y="877974"/>
                    <a:pt x="1620352" y="875512"/>
                    <a:pt x="1620565" y="872671"/>
                  </a:cubicBezTo>
                  <a:cubicBezTo>
                    <a:pt x="1621820" y="854466"/>
                    <a:pt x="1622483" y="835977"/>
                    <a:pt x="1622530" y="817677"/>
                  </a:cubicBezTo>
                  <a:cubicBezTo>
                    <a:pt x="1622530" y="814812"/>
                    <a:pt x="1624850" y="812492"/>
                    <a:pt x="1627715" y="812492"/>
                  </a:cubicBezTo>
                  <a:cubicBezTo>
                    <a:pt x="1627715" y="812492"/>
                    <a:pt x="1627739" y="812492"/>
                    <a:pt x="1627739" y="812492"/>
                  </a:cubicBezTo>
                  <a:lnTo>
                    <a:pt x="1627739" y="812492"/>
                  </a:lnTo>
                  <a:cubicBezTo>
                    <a:pt x="1630603" y="812468"/>
                    <a:pt x="1632923" y="814789"/>
                    <a:pt x="1632947" y="817653"/>
                  </a:cubicBezTo>
                  <a:cubicBezTo>
                    <a:pt x="1632947" y="817677"/>
                    <a:pt x="1632947" y="817677"/>
                    <a:pt x="1632947" y="817700"/>
                  </a:cubicBezTo>
                  <a:cubicBezTo>
                    <a:pt x="1632947" y="836237"/>
                    <a:pt x="1632237" y="854963"/>
                    <a:pt x="1630958" y="873381"/>
                  </a:cubicBezTo>
                  <a:cubicBezTo>
                    <a:pt x="1630769" y="876127"/>
                    <a:pt x="1628449" y="878234"/>
                    <a:pt x="1625703" y="878211"/>
                  </a:cubicBezTo>
                  <a:close/>
                  <a:moveTo>
                    <a:pt x="5208" y="820896"/>
                  </a:moveTo>
                  <a:lnTo>
                    <a:pt x="5208" y="820896"/>
                  </a:lnTo>
                  <a:cubicBezTo>
                    <a:pt x="2337" y="820873"/>
                    <a:pt x="12" y="818553"/>
                    <a:pt x="0" y="815688"/>
                  </a:cubicBezTo>
                  <a:cubicBezTo>
                    <a:pt x="0" y="797152"/>
                    <a:pt x="663" y="778402"/>
                    <a:pt x="1918" y="759984"/>
                  </a:cubicBezTo>
                  <a:cubicBezTo>
                    <a:pt x="2114" y="757119"/>
                    <a:pt x="4600" y="754941"/>
                    <a:pt x="7469" y="755131"/>
                  </a:cubicBezTo>
                  <a:cubicBezTo>
                    <a:pt x="10338" y="755344"/>
                    <a:pt x="12507" y="757829"/>
                    <a:pt x="12310" y="760694"/>
                  </a:cubicBezTo>
                  <a:cubicBezTo>
                    <a:pt x="11056" y="778875"/>
                    <a:pt x="10440" y="797388"/>
                    <a:pt x="10417" y="815688"/>
                  </a:cubicBezTo>
                  <a:cubicBezTo>
                    <a:pt x="10431" y="818553"/>
                    <a:pt x="8120" y="820873"/>
                    <a:pt x="5256" y="820896"/>
                  </a:cubicBezTo>
                  <a:cubicBezTo>
                    <a:pt x="5239" y="820896"/>
                    <a:pt x="5225" y="820896"/>
                    <a:pt x="5208" y="820896"/>
                  </a:cubicBezTo>
                  <a:close/>
                  <a:moveTo>
                    <a:pt x="1625892" y="767583"/>
                  </a:moveTo>
                  <a:cubicBezTo>
                    <a:pt x="1623193" y="767583"/>
                    <a:pt x="1620944" y="765523"/>
                    <a:pt x="1620708" y="762848"/>
                  </a:cubicBezTo>
                  <a:cubicBezTo>
                    <a:pt x="1619500" y="744596"/>
                    <a:pt x="1617654" y="726178"/>
                    <a:pt x="1615215" y="708114"/>
                  </a:cubicBezTo>
                  <a:cubicBezTo>
                    <a:pt x="1614860" y="705250"/>
                    <a:pt x="1616896" y="702670"/>
                    <a:pt x="1619737" y="702314"/>
                  </a:cubicBezTo>
                  <a:cubicBezTo>
                    <a:pt x="1622554" y="701959"/>
                    <a:pt x="1625135" y="703924"/>
                    <a:pt x="1625537" y="706718"/>
                  </a:cubicBezTo>
                  <a:cubicBezTo>
                    <a:pt x="1627904" y="725041"/>
                    <a:pt x="1629869" y="743673"/>
                    <a:pt x="1631100" y="762162"/>
                  </a:cubicBezTo>
                  <a:cubicBezTo>
                    <a:pt x="1631290" y="765026"/>
                    <a:pt x="1629112" y="767512"/>
                    <a:pt x="1626247" y="767701"/>
                  </a:cubicBezTo>
                  <a:close/>
                  <a:moveTo>
                    <a:pt x="12784" y="710482"/>
                  </a:moveTo>
                  <a:cubicBezTo>
                    <a:pt x="12540" y="710506"/>
                    <a:pt x="12294" y="710506"/>
                    <a:pt x="12050" y="710482"/>
                  </a:cubicBezTo>
                  <a:cubicBezTo>
                    <a:pt x="9200" y="710079"/>
                    <a:pt x="7209" y="707451"/>
                    <a:pt x="7599" y="704611"/>
                  </a:cubicBezTo>
                  <a:cubicBezTo>
                    <a:pt x="7599" y="704611"/>
                    <a:pt x="7599" y="704611"/>
                    <a:pt x="7599" y="704611"/>
                  </a:cubicBezTo>
                  <a:cubicBezTo>
                    <a:pt x="10132" y="686287"/>
                    <a:pt x="13305" y="667798"/>
                    <a:pt x="17069" y="649711"/>
                  </a:cubicBezTo>
                  <a:cubicBezTo>
                    <a:pt x="17658" y="646894"/>
                    <a:pt x="20419" y="645095"/>
                    <a:pt x="23236" y="645663"/>
                  </a:cubicBezTo>
                  <a:cubicBezTo>
                    <a:pt x="26053" y="646255"/>
                    <a:pt x="27862" y="649025"/>
                    <a:pt x="27272" y="651842"/>
                  </a:cubicBezTo>
                  <a:cubicBezTo>
                    <a:pt x="23555" y="669692"/>
                    <a:pt x="20407" y="687944"/>
                    <a:pt x="17803" y="706031"/>
                  </a:cubicBezTo>
                  <a:cubicBezTo>
                    <a:pt x="17414" y="708517"/>
                    <a:pt x="15300" y="710364"/>
                    <a:pt x="12784" y="710434"/>
                  </a:cubicBezTo>
                  <a:close/>
                  <a:moveTo>
                    <a:pt x="1611096" y="657926"/>
                  </a:moveTo>
                  <a:cubicBezTo>
                    <a:pt x="1608634" y="657926"/>
                    <a:pt x="1606503" y="656198"/>
                    <a:pt x="1606006" y="653783"/>
                  </a:cubicBezTo>
                  <a:cubicBezTo>
                    <a:pt x="1602337" y="635886"/>
                    <a:pt x="1597981" y="617894"/>
                    <a:pt x="1593104" y="600304"/>
                  </a:cubicBezTo>
                  <a:cubicBezTo>
                    <a:pt x="1592323" y="597534"/>
                    <a:pt x="1593956" y="594670"/>
                    <a:pt x="1596726" y="593888"/>
                  </a:cubicBezTo>
                  <a:cubicBezTo>
                    <a:pt x="1599496" y="593107"/>
                    <a:pt x="1602360" y="594741"/>
                    <a:pt x="1603142" y="597511"/>
                  </a:cubicBezTo>
                  <a:cubicBezTo>
                    <a:pt x="1608089" y="615337"/>
                    <a:pt x="1612611" y="633566"/>
                    <a:pt x="1616209" y="651676"/>
                  </a:cubicBezTo>
                  <a:cubicBezTo>
                    <a:pt x="1616801" y="654493"/>
                    <a:pt x="1614978" y="657239"/>
                    <a:pt x="1612161" y="657831"/>
                  </a:cubicBezTo>
                  <a:cubicBezTo>
                    <a:pt x="1612161" y="657831"/>
                    <a:pt x="1612161" y="657831"/>
                    <a:pt x="1612161" y="657831"/>
                  </a:cubicBezTo>
                  <a:cubicBezTo>
                    <a:pt x="1611806" y="657879"/>
                    <a:pt x="1611451" y="657902"/>
                    <a:pt x="1611096" y="657879"/>
                  </a:cubicBezTo>
                  <a:close/>
                  <a:moveTo>
                    <a:pt x="35321" y="602103"/>
                  </a:moveTo>
                  <a:cubicBezTo>
                    <a:pt x="34841" y="602103"/>
                    <a:pt x="34363" y="602056"/>
                    <a:pt x="33901" y="601914"/>
                  </a:cubicBezTo>
                  <a:cubicBezTo>
                    <a:pt x="31143" y="601156"/>
                    <a:pt x="29526" y="598292"/>
                    <a:pt x="30293" y="595522"/>
                  </a:cubicBezTo>
                  <a:cubicBezTo>
                    <a:pt x="30295" y="595522"/>
                    <a:pt x="30300" y="595498"/>
                    <a:pt x="30302" y="595498"/>
                  </a:cubicBezTo>
                  <a:cubicBezTo>
                    <a:pt x="35298" y="577696"/>
                    <a:pt x="40979" y="559822"/>
                    <a:pt x="47206" y="542398"/>
                  </a:cubicBezTo>
                  <a:cubicBezTo>
                    <a:pt x="48174" y="539675"/>
                    <a:pt x="51157" y="538279"/>
                    <a:pt x="53870" y="539249"/>
                  </a:cubicBezTo>
                  <a:cubicBezTo>
                    <a:pt x="56583" y="540196"/>
                    <a:pt x="57998" y="543179"/>
                    <a:pt x="57030" y="545902"/>
                  </a:cubicBezTo>
                  <a:cubicBezTo>
                    <a:pt x="50875" y="563112"/>
                    <a:pt x="45193" y="580726"/>
                    <a:pt x="40317" y="598315"/>
                  </a:cubicBezTo>
                  <a:cubicBezTo>
                    <a:pt x="39689" y="600565"/>
                    <a:pt x="37648" y="602103"/>
                    <a:pt x="35321" y="602103"/>
                  </a:cubicBezTo>
                  <a:close/>
                  <a:moveTo>
                    <a:pt x="1581433" y="551276"/>
                  </a:moveTo>
                  <a:cubicBezTo>
                    <a:pt x="1579231" y="551276"/>
                    <a:pt x="1577266" y="549879"/>
                    <a:pt x="1576532" y="547819"/>
                  </a:cubicBezTo>
                  <a:cubicBezTo>
                    <a:pt x="1570448" y="530585"/>
                    <a:pt x="1563654" y="513350"/>
                    <a:pt x="1556362" y="496565"/>
                  </a:cubicBezTo>
                  <a:cubicBezTo>
                    <a:pt x="1554894" y="494103"/>
                    <a:pt x="1555699" y="490907"/>
                    <a:pt x="1558185" y="489416"/>
                  </a:cubicBezTo>
                  <a:cubicBezTo>
                    <a:pt x="1560647" y="487948"/>
                    <a:pt x="1563843" y="488777"/>
                    <a:pt x="1565311" y="491239"/>
                  </a:cubicBezTo>
                  <a:cubicBezTo>
                    <a:pt x="1565524" y="491618"/>
                    <a:pt x="1565713" y="492020"/>
                    <a:pt x="1565832" y="492423"/>
                  </a:cubicBezTo>
                  <a:cubicBezTo>
                    <a:pt x="1573218" y="509420"/>
                    <a:pt x="1580036" y="526892"/>
                    <a:pt x="1586262" y="544339"/>
                  </a:cubicBezTo>
                  <a:cubicBezTo>
                    <a:pt x="1587185" y="547062"/>
                    <a:pt x="1585789" y="550021"/>
                    <a:pt x="1583090" y="550992"/>
                  </a:cubicBezTo>
                  <a:cubicBezTo>
                    <a:pt x="1582545" y="551181"/>
                    <a:pt x="1582001" y="551276"/>
                    <a:pt x="1581433" y="551276"/>
                  </a:cubicBezTo>
                  <a:close/>
                  <a:moveTo>
                    <a:pt x="72465" y="497962"/>
                  </a:moveTo>
                  <a:cubicBezTo>
                    <a:pt x="71748" y="497962"/>
                    <a:pt x="71038" y="497797"/>
                    <a:pt x="70382" y="497512"/>
                  </a:cubicBezTo>
                  <a:cubicBezTo>
                    <a:pt x="67757" y="496376"/>
                    <a:pt x="66557" y="493322"/>
                    <a:pt x="67700" y="490694"/>
                  </a:cubicBezTo>
                  <a:cubicBezTo>
                    <a:pt x="67702" y="490694"/>
                    <a:pt x="67705" y="490671"/>
                    <a:pt x="67707" y="490671"/>
                  </a:cubicBezTo>
                  <a:cubicBezTo>
                    <a:pt x="75093" y="473720"/>
                    <a:pt x="83166" y="456841"/>
                    <a:pt x="91689" y="440435"/>
                  </a:cubicBezTo>
                  <a:cubicBezTo>
                    <a:pt x="93152" y="437949"/>
                    <a:pt x="96345" y="437144"/>
                    <a:pt x="98821" y="438612"/>
                  </a:cubicBezTo>
                  <a:cubicBezTo>
                    <a:pt x="101087" y="439938"/>
                    <a:pt x="101999" y="442755"/>
                    <a:pt x="100945" y="445170"/>
                  </a:cubicBezTo>
                  <a:cubicBezTo>
                    <a:pt x="92517" y="461363"/>
                    <a:pt x="84539" y="478053"/>
                    <a:pt x="77271" y="494885"/>
                  </a:cubicBezTo>
                  <a:cubicBezTo>
                    <a:pt x="76419" y="496778"/>
                    <a:pt x="74535" y="497986"/>
                    <a:pt x="72465" y="497962"/>
                  </a:cubicBezTo>
                  <a:close/>
                  <a:moveTo>
                    <a:pt x="1537376" y="449620"/>
                  </a:moveTo>
                  <a:cubicBezTo>
                    <a:pt x="1535435" y="449620"/>
                    <a:pt x="1533659" y="448555"/>
                    <a:pt x="1532759" y="446827"/>
                  </a:cubicBezTo>
                  <a:cubicBezTo>
                    <a:pt x="1524355" y="430610"/>
                    <a:pt x="1515288" y="414465"/>
                    <a:pt x="1505771" y="398816"/>
                  </a:cubicBezTo>
                  <a:cubicBezTo>
                    <a:pt x="1504280" y="396354"/>
                    <a:pt x="1505061" y="393135"/>
                    <a:pt x="1507523" y="391643"/>
                  </a:cubicBezTo>
                  <a:cubicBezTo>
                    <a:pt x="1510009" y="390176"/>
                    <a:pt x="1513205" y="390957"/>
                    <a:pt x="1514696" y="393419"/>
                  </a:cubicBezTo>
                  <a:cubicBezTo>
                    <a:pt x="1524308" y="409257"/>
                    <a:pt x="1533493" y="425615"/>
                    <a:pt x="1541992" y="442021"/>
                  </a:cubicBezTo>
                  <a:cubicBezTo>
                    <a:pt x="1543342" y="444554"/>
                    <a:pt x="1542394" y="447703"/>
                    <a:pt x="1539862" y="449076"/>
                  </a:cubicBezTo>
                  <a:cubicBezTo>
                    <a:pt x="1539838" y="449099"/>
                    <a:pt x="1539790" y="449099"/>
                    <a:pt x="1539767" y="449123"/>
                  </a:cubicBezTo>
                  <a:cubicBezTo>
                    <a:pt x="1539033" y="449478"/>
                    <a:pt x="1538204" y="449644"/>
                    <a:pt x="1537376" y="449620"/>
                  </a:cubicBezTo>
                  <a:close/>
                  <a:moveTo>
                    <a:pt x="123506" y="399906"/>
                  </a:moveTo>
                  <a:cubicBezTo>
                    <a:pt x="120618" y="399882"/>
                    <a:pt x="118300" y="397514"/>
                    <a:pt x="118329" y="394626"/>
                  </a:cubicBezTo>
                  <a:cubicBezTo>
                    <a:pt x="118338" y="393679"/>
                    <a:pt x="118599" y="392780"/>
                    <a:pt x="119079" y="391975"/>
                  </a:cubicBezTo>
                  <a:cubicBezTo>
                    <a:pt x="128691" y="376208"/>
                    <a:pt x="139013" y="360560"/>
                    <a:pt x="149689" y="345456"/>
                  </a:cubicBezTo>
                  <a:cubicBezTo>
                    <a:pt x="151363" y="343112"/>
                    <a:pt x="154609" y="342567"/>
                    <a:pt x="156957" y="344225"/>
                  </a:cubicBezTo>
                  <a:cubicBezTo>
                    <a:pt x="159296" y="345882"/>
                    <a:pt x="159853" y="349101"/>
                    <a:pt x="158200" y="351445"/>
                  </a:cubicBezTo>
                  <a:cubicBezTo>
                    <a:pt x="158198" y="351445"/>
                    <a:pt x="158193" y="351469"/>
                    <a:pt x="158188" y="351469"/>
                  </a:cubicBezTo>
                  <a:cubicBezTo>
                    <a:pt x="147630" y="366383"/>
                    <a:pt x="137474" y="381842"/>
                    <a:pt x="127957" y="397396"/>
                  </a:cubicBezTo>
                  <a:cubicBezTo>
                    <a:pt x="127012" y="398958"/>
                    <a:pt x="125322" y="399882"/>
                    <a:pt x="123506" y="399882"/>
                  </a:cubicBezTo>
                  <a:close/>
                  <a:moveTo>
                    <a:pt x="1479872" y="354925"/>
                  </a:moveTo>
                  <a:cubicBezTo>
                    <a:pt x="1478168" y="354925"/>
                    <a:pt x="1476582" y="354096"/>
                    <a:pt x="1475611" y="352700"/>
                  </a:cubicBezTo>
                  <a:cubicBezTo>
                    <a:pt x="1465076" y="337786"/>
                    <a:pt x="1453902" y="323013"/>
                    <a:pt x="1442468" y="308832"/>
                  </a:cubicBezTo>
                  <a:cubicBezTo>
                    <a:pt x="1440526" y="306702"/>
                    <a:pt x="1440692" y="303411"/>
                    <a:pt x="1442823" y="301470"/>
                  </a:cubicBezTo>
                  <a:cubicBezTo>
                    <a:pt x="1444953" y="299552"/>
                    <a:pt x="1448244" y="299694"/>
                    <a:pt x="1450185" y="301825"/>
                  </a:cubicBezTo>
                  <a:cubicBezTo>
                    <a:pt x="1450304" y="301967"/>
                    <a:pt x="1450422" y="302109"/>
                    <a:pt x="1450540" y="302275"/>
                  </a:cubicBezTo>
                  <a:cubicBezTo>
                    <a:pt x="1462211" y="316621"/>
                    <a:pt x="1473528" y="331583"/>
                    <a:pt x="1484204" y="346710"/>
                  </a:cubicBezTo>
                  <a:cubicBezTo>
                    <a:pt x="1485861" y="349054"/>
                    <a:pt x="1485293" y="352298"/>
                    <a:pt x="1482950" y="353955"/>
                  </a:cubicBezTo>
                  <a:cubicBezTo>
                    <a:pt x="1482074" y="354618"/>
                    <a:pt x="1480985" y="354996"/>
                    <a:pt x="1479872" y="354996"/>
                  </a:cubicBezTo>
                  <a:close/>
                  <a:moveTo>
                    <a:pt x="187449" y="309543"/>
                  </a:moveTo>
                  <a:cubicBezTo>
                    <a:pt x="186246" y="309543"/>
                    <a:pt x="185082" y="309116"/>
                    <a:pt x="184158" y="308359"/>
                  </a:cubicBezTo>
                  <a:cubicBezTo>
                    <a:pt x="181933" y="306536"/>
                    <a:pt x="181595" y="303269"/>
                    <a:pt x="183401" y="301044"/>
                  </a:cubicBezTo>
                  <a:cubicBezTo>
                    <a:pt x="195096" y="286839"/>
                    <a:pt x="207406" y="272635"/>
                    <a:pt x="220048" y="259070"/>
                  </a:cubicBezTo>
                  <a:cubicBezTo>
                    <a:pt x="222008" y="256963"/>
                    <a:pt x="225306" y="256845"/>
                    <a:pt x="227410" y="258809"/>
                  </a:cubicBezTo>
                  <a:cubicBezTo>
                    <a:pt x="229515" y="260775"/>
                    <a:pt x="229631" y="264065"/>
                    <a:pt x="227671" y="266172"/>
                  </a:cubicBezTo>
                  <a:cubicBezTo>
                    <a:pt x="215195" y="279501"/>
                    <a:pt x="203026" y="293444"/>
                    <a:pt x="191474" y="307601"/>
                  </a:cubicBezTo>
                  <a:cubicBezTo>
                    <a:pt x="190496" y="308832"/>
                    <a:pt x="189016" y="309543"/>
                    <a:pt x="187449" y="309543"/>
                  </a:cubicBezTo>
                  <a:close/>
                  <a:moveTo>
                    <a:pt x="1410082" y="268989"/>
                  </a:moveTo>
                  <a:cubicBezTo>
                    <a:pt x="1408638" y="268989"/>
                    <a:pt x="1407265" y="268398"/>
                    <a:pt x="1406270" y="267332"/>
                  </a:cubicBezTo>
                  <a:cubicBezTo>
                    <a:pt x="1393841" y="253980"/>
                    <a:pt x="1380774" y="240865"/>
                    <a:pt x="1367445" y="228365"/>
                  </a:cubicBezTo>
                  <a:cubicBezTo>
                    <a:pt x="1365244" y="226519"/>
                    <a:pt x="1364960" y="223228"/>
                    <a:pt x="1366806" y="221026"/>
                  </a:cubicBezTo>
                  <a:cubicBezTo>
                    <a:pt x="1368653" y="218825"/>
                    <a:pt x="1371943" y="218541"/>
                    <a:pt x="1374145" y="220387"/>
                  </a:cubicBezTo>
                  <a:cubicBezTo>
                    <a:pt x="1374287" y="220505"/>
                    <a:pt x="1374429" y="220624"/>
                    <a:pt x="1374548" y="220766"/>
                  </a:cubicBezTo>
                  <a:cubicBezTo>
                    <a:pt x="1388042" y="233431"/>
                    <a:pt x="1401275" y="246807"/>
                    <a:pt x="1413870" y="260230"/>
                  </a:cubicBezTo>
                  <a:cubicBezTo>
                    <a:pt x="1415835" y="262337"/>
                    <a:pt x="1415716" y="265628"/>
                    <a:pt x="1413609" y="267593"/>
                  </a:cubicBezTo>
                  <a:cubicBezTo>
                    <a:pt x="1413609" y="267593"/>
                    <a:pt x="1413609" y="267593"/>
                    <a:pt x="1413609" y="267593"/>
                  </a:cubicBezTo>
                  <a:cubicBezTo>
                    <a:pt x="1412662" y="268516"/>
                    <a:pt x="1411408" y="269037"/>
                    <a:pt x="1410082" y="269037"/>
                  </a:cubicBezTo>
                  <a:close/>
                  <a:moveTo>
                    <a:pt x="263016" y="228744"/>
                  </a:moveTo>
                  <a:cubicBezTo>
                    <a:pt x="260139" y="228744"/>
                    <a:pt x="257808" y="226424"/>
                    <a:pt x="257805" y="223536"/>
                  </a:cubicBezTo>
                  <a:cubicBezTo>
                    <a:pt x="257805" y="222092"/>
                    <a:pt x="258407" y="220718"/>
                    <a:pt x="259465" y="219724"/>
                  </a:cubicBezTo>
                  <a:cubicBezTo>
                    <a:pt x="272982" y="207082"/>
                    <a:pt x="287116" y="194748"/>
                    <a:pt x="301438" y="183077"/>
                  </a:cubicBezTo>
                  <a:cubicBezTo>
                    <a:pt x="303642" y="181231"/>
                    <a:pt x="306928" y="181515"/>
                    <a:pt x="308775" y="183716"/>
                  </a:cubicBezTo>
                  <a:cubicBezTo>
                    <a:pt x="310624" y="185918"/>
                    <a:pt x="310333" y="189209"/>
                    <a:pt x="308129" y="191055"/>
                  </a:cubicBezTo>
                  <a:cubicBezTo>
                    <a:pt x="308093" y="191103"/>
                    <a:pt x="308055" y="191126"/>
                    <a:pt x="308020" y="191150"/>
                  </a:cubicBezTo>
                  <a:cubicBezTo>
                    <a:pt x="293815" y="202679"/>
                    <a:pt x="279919" y="214824"/>
                    <a:pt x="266567" y="227324"/>
                  </a:cubicBezTo>
                  <a:cubicBezTo>
                    <a:pt x="265610" y="228247"/>
                    <a:pt x="264339" y="228744"/>
                    <a:pt x="263016" y="228744"/>
                  </a:cubicBezTo>
                  <a:close/>
                  <a:moveTo>
                    <a:pt x="1329378" y="193233"/>
                  </a:moveTo>
                  <a:cubicBezTo>
                    <a:pt x="1328170" y="193233"/>
                    <a:pt x="1327010" y="192807"/>
                    <a:pt x="1326087" y="192050"/>
                  </a:cubicBezTo>
                  <a:cubicBezTo>
                    <a:pt x="1311883" y="180497"/>
                    <a:pt x="1297229" y="169252"/>
                    <a:pt x="1282362" y="158693"/>
                  </a:cubicBezTo>
                  <a:cubicBezTo>
                    <a:pt x="1280018" y="157036"/>
                    <a:pt x="1279474" y="153769"/>
                    <a:pt x="1281131" y="151425"/>
                  </a:cubicBezTo>
                  <a:cubicBezTo>
                    <a:pt x="1282788" y="149082"/>
                    <a:pt x="1286055" y="148537"/>
                    <a:pt x="1288399" y="150194"/>
                  </a:cubicBezTo>
                  <a:cubicBezTo>
                    <a:pt x="1303455" y="160895"/>
                    <a:pt x="1318369" y="172282"/>
                    <a:pt x="1332669" y="183977"/>
                  </a:cubicBezTo>
                  <a:cubicBezTo>
                    <a:pt x="1334894" y="185776"/>
                    <a:pt x="1335249" y="189067"/>
                    <a:pt x="1333450" y="191292"/>
                  </a:cubicBezTo>
                  <a:cubicBezTo>
                    <a:pt x="1332456" y="192523"/>
                    <a:pt x="1330964" y="193233"/>
                    <a:pt x="1329378" y="193233"/>
                  </a:cubicBezTo>
                  <a:close/>
                  <a:moveTo>
                    <a:pt x="348762" y="158788"/>
                  </a:moveTo>
                  <a:cubicBezTo>
                    <a:pt x="345886" y="158788"/>
                    <a:pt x="343549" y="156468"/>
                    <a:pt x="343542" y="153580"/>
                  </a:cubicBezTo>
                  <a:cubicBezTo>
                    <a:pt x="343538" y="151899"/>
                    <a:pt x="344364" y="150289"/>
                    <a:pt x="345756" y="149318"/>
                  </a:cubicBezTo>
                  <a:cubicBezTo>
                    <a:pt x="360860" y="138618"/>
                    <a:pt x="376532" y="128296"/>
                    <a:pt x="392322" y="118661"/>
                  </a:cubicBezTo>
                  <a:cubicBezTo>
                    <a:pt x="394779" y="117169"/>
                    <a:pt x="397987" y="117950"/>
                    <a:pt x="399483" y="120389"/>
                  </a:cubicBezTo>
                  <a:cubicBezTo>
                    <a:pt x="400980" y="122851"/>
                    <a:pt x="400201" y="126071"/>
                    <a:pt x="397743" y="127562"/>
                  </a:cubicBezTo>
                  <a:cubicBezTo>
                    <a:pt x="382166" y="137032"/>
                    <a:pt x="366683" y="147259"/>
                    <a:pt x="351769" y="157817"/>
                  </a:cubicBezTo>
                  <a:cubicBezTo>
                    <a:pt x="350890" y="158433"/>
                    <a:pt x="349839" y="158788"/>
                    <a:pt x="348762" y="158788"/>
                  </a:cubicBezTo>
                  <a:close/>
                  <a:moveTo>
                    <a:pt x="1239133" y="129219"/>
                  </a:moveTo>
                  <a:cubicBezTo>
                    <a:pt x="1238163" y="129219"/>
                    <a:pt x="1237240" y="128959"/>
                    <a:pt x="1236411" y="128462"/>
                  </a:cubicBezTo>
                  <a:cubicBezTo>
                    <a:pt x="1220857" y="118992"/>
                    <a:pt x="1204759" y="109783"/>
                    <a:pt x="1188614" y="101332"/>
                  </a:cubicBezTo>
                  <a:cubicBezTo>
                    <a:pt x="1186175" y="99793"/>
                    <a:pt x="1185441" y="96573"/>
                    <a:pt x="1186980" y="94158"/>
                  </a:cubicBezTo>
                  <a:cubicBezTo>
                    <a:pt x="1188329" y="92004"/>
                    <a:pt x="1191005" y="91152"/>
                    <a:pt x="1193348" y="92099"/>
                  </a:cubicBezTo>
                  <a:cubicBezTo>
                    <a:pt x="1209731" y="100669"/>
                    <a:pt x="1226018" y="109902"/>
                    <a:pt x="1241785" y="119584"/>
                  </a:cubicBezTo>
                  <a:cubicBezTo>
                    <a:pt x="1244223" y="121099"/>
                    <a:pt x="1244981" y="124319"/>
                    <a:pt x="1243466" y="126757"/>
                  </a:cubicBezTo>
                  <a:cubicBezTo>
                    <a:pt x="1242519" y="128272"/>
                    <a:pt x="1240861" y="129219"/>
                    <a:pt x="1239062" y="129219"/>
                  </a:cubicBezTo>
                  <a:close/>
                  <a:moveTo>
                    <a:pt x="443457" y="101213"/>
                  </a:moveTo>
                  <a:cubicBezTo>
                    <a:pt x="440569" y="101166"/>
                    <a:pt x="438268" y="98775"/>
                    <a:pt x="438320" y="95887"/>
                  </a:cubicBezTo>
                  <a:cubicBezTo>
                    <a:pt x="438353" y="93993"/>
                    <a:pt x="439414" y="92264"/>
                    <a:pt x="441090" y="91365"/>
                  </a:cubicBezTo>
                  <a:cubicBezTo>
                    <a:pt x="457520" y="82842"/>
                    <a:pt x="474446" y="74793"/>
                    <a:pt x="491444" y="67360"/>
                  </a:cubicBezTo>
                  <a:cubicBezTo>
                    <a:pt x="493916" y="65892"/>
                    <a:pt x="497112" y="66697"/>
                    <a:pt x="498584" y="69183"/>
                  </a:cubicBezTo>
                  <a:cubicBezTo>
                    <a:pt x="500054" y="71645"/>
                    <a:pt x="499242" y="74841"/>
                    <a:pt x="496771" y="76308"/>
                  </a:cubicBezTo>
                  <a:cubicBezTo>
                    <a:pt x="496399" y="76521"/>
                    <a:pt x="496001" y="76711"/>
                    <a:pt x="495587" y="76829"/>
                  </a:cubicBezTo>
                  <a:cubicBezTo>
                    <a:pt x="478826" y="84145"/>
                    <a:pt x="462112" y="92123"/>
                    <a:pt x="445872" y="100503"/>
                  </a:cubicBezTo>
                  <a:cubicBezTo>
                    <a:pt x="445138" y="100929"/>
                    <a:pt x="444310" y="101190"/>
                    <a:pt x="443457" y="101213"/>
                  </a:cubicBezTo>
                  <a:close/>
                  <a:moveTo>
                    <a:pt x="1141313" y="78084"/>
                  </a:moveTo>
                  <a:cubicBezTo>
                    <a:pt x="1140603" y="78084"/>
                    <a:pt x="1139893" y="77942"/>
                    <a:pt x="1139230" y="77658"/>
                  </a:cubicBezTo>
                  <a:cubicBezTo>
                    <a:pt x="1122658" y="70343"/>
                    <a:pt x="1105353" y="63454"/>
                    <a:pt x="1088189" y="57322"/>
                  </a:cubicBezTo>
                  <a:cubicBezTo>
                    <a:pt x="1085490" y="56328"/>
                    <a:pt x="1084094" y="53345"/>
                    <a:pt x="1085088" y="50646"/>
                  </a:cubicBezTo>
                  <a:cubicBezTo>
                    <a:pt x="1086059" y="47947"/>
                    <a:pt x="1089018" y="46574"/>
                    <a:pt x="1091717" y="47521"/>
                  </a:cubicBezTo>
                  <a:cubicBezTo>
                    <a:pt x="1109117" y="53771"/>
                    <a:pt x="1126494" y="60707"/>
                    <a:pt x="1143420" y="68117"/>
                  </a:cubicBezTo>
                  <a:cubicBezTo>
                    <a:pt x="1146048" y="69277"/>
                    <a:pt x="1147232" y="72355"/>
                    <a:pt x="1146072" y="74983"/>
                  </a:cubicBezTo>
                  <a:cubicBezTo>
                    <a:pt x="1145220" y="76876"/>
                    <a:pt x="1143373" y="78084"/>
                    <a:pt x="1141313" y="78084"/>
                  </a:cubicBezTo>
                  <a:close/>
                  <a:moveTo>
                    <a:pt x="545018" y="56943"/>
                  </a:moveTo>
                  <a:cubicBezTo>
                    <a:pt x="542142" y="56943"/>
                    <a:pt x="539815" y="54600"/>
                    <a:pt x="539822" y="51711"/>
                  </a:cubicBezTo>
                  <a:cubicBezTo>
                    <a:pt x="539826" y="49533"/>
                    <a:pt x="541204" y="47568"/>
                    <a:pt x="543266" y="46835"/>
                  </a:cubicBezTo>
                  <a:cubicBezTo>
                    <a:pt x="560690" y="40632"/>
                    <a:pt x="578540" y="34998"/>
                    <a:pt x="596366" y="29955"/>
                  </a:cubicBezTo>
                  <a:cubicBezTo>
                    <a:pt x="599091" y="29032"/>
                    <a:pt x="602048" y="30500"/>
                    <a:pt x="602967" y="33222"/>
                  </a:cubicBezTo>
                  <a:cubicBezTo>
                    <a:pt x="603888" y="35945"/>
                    <a:pt x="602424" y="38904"/>
                    <a:pt x="599697" y="39827"/>
                  </a:cubicBezTo>
                  <a:cubicBezTo>
                    <a:pt x="599529" y="39874"/>
                    <a:pt x="599359" y="39922"/>
                    <a:pt x="599184" y="39969"/>
                  </a:cubicBezTo>
                  <a:cubicBezTo>
                    <a:pt x="581594" y="44917"/>
                    <a:pt x="563957" y="50528"/>
                    <a:pt x="546770" y="56541"/>
                  </a:cubicBezTo>
                  <a:cubicBezTo>
                    <a:pt x="546178" y="56754"/>
                    <a:pt x="545553" y="56872"/>
                    <a:pt x="544923" y="56849"/>
                  </a:cubicBezTo>
                  <a:close/>
                  <a:moveTo>
                    <a:pt x="1037243" y="40727"/>
                  </a:moveTo>
                  <a:cubicBezTo>
                    <a:pt x="1036770" y="40727"/>
                    <a:pt x="1036296" y="40656"/>
                    <a:pt x="1035823" y="40537"/>
                  </a:cubicBezTo>
                  <a:cubicBezTo>
                    <a:pt x="1018233" y="35566"/>
                    <a:pt x="1000312" y="31068"/>
                    <a:pt x="982415" y="27375"/>
                  </a:cubicBezTo>
                  <a:cubicBezTo>
                    <a:pt x="979574" y="26949"/>
                    <a:pt x="977609" y="24297"/>
                    <a:pt x="978059" y="21433"/>
                  </a:cubicBezTo>
                  <a:cubicBezTo>
                    <a:pt x="978485" y="18592"/>
                    <a:pt x="981136" y="16651"/>
                    <a:pt x="983977" y="17076"/>
                  </a:cubicBezTo>
                  <a:cubicBezTo>
                    <a:pt x="984167" y="17100"/>
                    <a:pt x="984356" y="17148"/>
                    <a:pt x="984546" y="17195"/>
                  </a:cubicBezTo>
                  <a:cubicBezTo>
                    <a:pt x="1002632" y="20983"/>
                    <a:pt x="1020837" y="25457"/>
                    <a:pt x="1038664" y="30500"/>
                  </a:cubicBezTo>
                  <a:cubicBezTo>
                    <a:pt x="1041434" y="31257"/>
                    <a:pt x="1043067" y="34145"/>
                    <a:pt x="1042286" y="36915"/>
                  </a:cubicBezTo>
                  <a:cubicBezTo>
                    <a:pt x="1041670" y="39164"/>
                    <a:pt x="1039587" y="40750"/>
                    <a:pt x="1037243" y="40727"/>
                  </a:cubicBezTo>
                  <a:close/>
                  <a:moveTo>
                    <a:pt x="651574" y="27067"/>
                  </a:moveTo>
                  <a:cubicBezTo>
                    <a:pt x="648697" y="27043"/>
                    <a:pt x="646382" y="24700"/>
                    <a:pt x="646403" y="21811"/>
                  </a:cubicBezTo>
                  <a:cubicBezTo>
                    <a:pt x="646422" y="19373"/>
                    <a:pt x="648127" y="17290"/>
                    <a:pt x="650508" y="16769"/>
                  </a:cubicBezTo>
                  <a:cubicBezTo>
                    <a:pt x="668595" y="13028"/>
                    <a:pt x="687061" y="9856"/>
                    <a:pt x="705431" y="7299"/>
                  </a:cubicBezTo>
                  <a:cubicBezTo>
                    <a:pt x="708272" y="6873"/>
                    <a:pt x="710924" y="8862"/>
                    <a:pt x="711350" y="11702"/>
                  </a:cubicBezTo>
                  <a:cubicBezTo>
                    <a:pt x="711752" y="14544"/>
                    <a:pt x="709788" y="17195"/>
                    <a:pt x="706947" y="17598"/>
                  </a:cubicBezTo>
                  <a:cubicBezTo>
                    <a:pt x="706899" y="17621"/>
                    <a:pt x="706876" y="17621"/>
                    <a:pt x="706828" y="17621"/>
                  </a:cubicBezTo>
                  <a:cubicBezTo>
                    <a:pt x="688718" y="19988"/>
                    <a:pt x="670465" y="23232"/>
                    <a:pt x="652639" y="26949"/>
                  </a:cubicBezTo>
                  <a:cubicBezTo>
                    <a:pt x="652255" y="26996"/>
                    <a:pt x="651865" y="26996"/>
                    <a:pt x="651479" y="26972"/>
                  </a:cubicBezTo>
                  <a:close/>
                  <a:moveTo>
                    <a:pt x="928770" y="17882"/>
                  </a:moveTo>
                  <a:cubicBezTo>
                    <a:pt x="928533" y="17905"/>
                    <a:pt x="928273" y="17905"/>
                    <a:pt x="928036" y="17882"/>
                  </a:cubicBezTo>
                  <a:cubicBezTo>
                    <a:pt x="909973" y="15372"/>
                    <a:pt x="891555" y="13455"/>
                    <a:pt x="873326" y="12176"/>
                  </a:cubicBezTo>
                  <a:cubicBezTo>
                    <a:pt x="870461" y="11963"/>
                    <a:pt x="868283" y="9477"/>
                    <a:pt x="868497" y="6613"/>
                  </a:cubicBezTo>
                  <a:cubicBezTo>
                    <a:pt x="868710" y="3748"/>
                    <a:pt x="871196" y="1570"/>
                    <a:pt x="874060" y="1783"/>
                  </a:cubicBezTo>
                  <a:cubicBezTo>
                    <a:pt x="892525" y="3062"/>
                    <a:pt x="911180" y="5027"/>
                    <a:pt x="929480" y="7560"/>
                  </a:cubicBezTo>
                  <a:cubicBezTo>
                    <a:pt x="932321" y="7938"/>
                    <a:pt x="934333" y="10566"/>
                    <a:pt x="933931" y="13431"/>
                  </a:cubicBezTo>
                  <a:cubicBezTo>
                    <a:pt x="933600" y="16011"/>
                    <a:pt x="931374" y="17929"/>
                    <a:pt x="928770" y="17929"/>
                  </a:cubicBezTo>
                  <a:close/>
                  <a:moveTo>
                    <a:pt x="761018" y="11987"/>
                  </a:moveTo>
                  <a:cubicBezTo>
                    <a:pt x="758153" y="11916"/>
                    <a:pt x="755857" y="9525"/>
                    <a:pt x="755928" y="6660"/>
                  </a:cubicBezTo>
                  <a:cubicBezTo>
                    <a:pt x="755999" y="4009"/>
                    <a:pt x="758035" y="1831"/>
                    <a:pt x="760662" y="1594"/>
                  </a:cubicBezTo>
                  <a:cubicBezTo>
                    <a:pt x="779081" y="339"/>
                    <a:pt x="797807" y="-300"/>
                    <a:pt x="816343" y="-300"/>
                  </a:cubicBezTo>
                  <a:lnTo>
                    <a:pt x="818379" y="-300"/>
                  </a:lnTo>
                  <a:cubicBezTo>
                    <a:pt x="821244" y="-300"/>
                    <a:pt x="823587" y="2020"/>
                    <a:pt x="823587" y="4908"/>
                  </a:cubicBezTo>
                  <a:cubicBezTo>
                    <a:pt x="823587" y="7773"/>
                    <a:pt x="821244" y="10117"/>
                    <a:pt x="818379" y="10117"/>
                  </a:cubicBezTo>
                  <a:lnTo>
                    <a:pt x="816367" y="10117"/>
                  </a:lnTo>
                  <a:cubicBezTo>
                    <a:pt x="798067" y="10117"/>
                    <a:pt x="779578" y="10756"/>
                    <a:pt x="761396" y="11987"/>
                  </a:cubicBezTo>
                  <a:close/>
                </a:path>
              </a:pathLst>
            </a:custGeom>
            <a:solidFill>
              <a:srgbClr val="485259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ECCA6BD-4DDF-EEAC-E007-1FD41395187A}"/>
                </a:ext>
              </a:extLst>
            </p:cNvPr>
            <p:cNvSpPr/>
            <p:nvPr/>
          </p:nvSpPr>
          <p:spPr>
            <a:xfrm>
              <a:off x="4252499" y="4253591"/>
              <a:ext cx="1632875" cy="1632781"/>
            </a:xfrm>
            <a:custGeom>
              <a:avLst/>
              <a:gdLst>
                <a:gd name="connsiteX0" fmla="*/ 816438 w 1632875"/>
                <a:gd name="connsiteY0" fmla="*/ 1632481 h 1632781"/>
                <a:gd name="connsiteX1" fmla="*/ 815420 w 1632875"/>
                <a:gd name="connsiteY1" fmla="*/ 1632481 h 1632781"/>
                <a:gd name="connsiteX2" fmla="*/ 810212 w 1632875"/>
                <a:gd name="connsiteY2" fmla="*/ 1627273 h 1632781"/>
                <a:gd name="connsiteX3" fmla="*/ 815420 w 1632875"/>
                <a:gd name="connsiteY3" fmla="*/ 1622065 h 1632781"/>
                <a:gd name="connsiteX4" fmla="*/ 816438 w 1632875"/>
                <a:gd name="connsiteY4" fmla="*/ 1622065 h 1632781"/>
                <a:gd name="connsiteX5" fmla="*/ 870414 w 1632875"/>
                <a:gd name="connsiteY5" fmla="*/ 1620289 h 1632781"/>
                <a:gd name="connsiteX6" fmla="*/ 876025 w 1632875"/>
                <a:gd name="connsiteY6" fmla="*/ 1625071 h 1632781"/>
                <a:gd name="connsiteX7" fmla="*/ 871243 w 1632875"/>
                <a:gd name="connsiteY7" fmla="*/ 1630682 h 1632781"/>
                <a:gd name="connsiteX8" fmla="*/ 871101 w 1632875"/>
                <a:gd name="connsiteY8" fmla="*/ 1630682 h 1632781"/>
                <a:gd name="connsiteX9" fmla="*/ 816438 w 1632875"/>
                <a:gd name="connsiteY9" fmla="*/ 1632481 h 1632781"/>
                <a:gd name="connsiteX10" fmla="*/ 760094 w 1632875"/>
                <a:gd name="connsiteY10" fmla="*/ 1630540 h 1632781"/>
                <a:gd name="connsiteX11" fmla="*/ 759739 w 1632875"/>
                <a:gd name="connsiteY11" fmla="*/ 1630540 h 1632781"/>
                <a:gd name="connsiteX12" fmla="*/ 704319 w 1632875"/>
                <a:gd name="connsiteY12" fmla="*/ 1624811 h 1632781"/>
                <a:gd name="connsiteX13" fmla="*/ 699868 w 1632875"/>
                <a:gd name="connsiteY13" fmla="*/ 1618939 h 1632781"/>
                <a:gd name="connsiteX14" fmla="*/ 705740 w 1632875"/>
                <a:gd name="connsiteY14" fmla="*/ 1614489 h 1632781"/>
                <a:gd name="connsiteX15" fmla="*/ 760450 w 1632875"/>
                <a:gd name="connsiteY15" fmla="*/ 1620147 h 1632781"/>
                <a:gd name="connsiteX16" fmla="*/ 765161 w 1632875"/>
                <a:gd name="connsiteY16" fmla="*/ 1625805 h 1632781"/>
                <a:gd name="connsiteX17" fmla="*/ 760094 w 1632875"/>
                <a:gd name="connsiteY17" fmla="*/ 1630540 h 1632781"/>
                <a:gd name="connsiteX18" fmla="*/ 925811 w 1632875"/>
                <a:gd name="connsiteY18" fmla="*/ 1625142 h 1632781"/>
                <a:gd name="connsiteX19" fmla="*/ 920603 w 1632875"/>
                <a:gd name="connsiteY19" fmla="*/ 1619934 h 1632781"/>
                <a:gd name="connsiteX20" fmla="*/ 925101 w 1632875"/>
                <a:gd name="connsiteY20" fmla="*/ 1614773 h 1632781"/>
                <a:gd name="connsiteX21" fmla="*/ 979337 w 1632875"/>
                <a:gd name="connsiteY21" fmla="*/ 1605517 h 1632781"/>
                <a:gd name="connsiteX22" fmla="*/ 985492 w 1632875"/>
                <a:gd name="connsiteY22" fmla="*/ 1609565 h 1632781"/>
                <a:gd name="connsiteX23" fmla="*/ 981444 w 1632875"/>
                <a:gd name="connsiteY23" fmla="*/ 1615720 h 1632781"/>
                <a:gd name="connsiteX24" fmla="*/ 926498 w 1632875"/>
                <a:gd name="connsiteY24" fmla="*/ 1625190 h 1632781"/>
                <a:gd name="connsiteX25" fmla="*/ 650461 w 1632875"/>
                <a:gd name="connsiteY25" fmla="*/ 1615412 h 1632781"/>
                <a:gd name="connsiteX26" fmla="*/ 649396 w 1632875"/>
                <a:gd name="connsiteY26" fmla="*/ 1615412 h 1632781"/>
                <a:gd name="connsiteX27" fmla="*/ 595278 w 1632875"/>
                <a:gd name="connsiteY27" fmla="*/ 1602155 h 1632781"/>
                <a:gd name="connsiteX28" fmla="*/ 591655 w 1632875"/>
                <a:gd name="connsiteY28" fmla="*/ 1595716 h 1632781"/>
                <a:gd name="connsiteX29" fmla="*/ 598095 w 1632875"/>
                <a:gd name="connsiteY29" fmla="*/ 1592117 h 1632781"/>
                <a:gd name="connsiteX30" fmla="*/ 651527 w 1632875"/>
                <a:gd name="connsiteY30" fmla="*/ 1605209 h 1632781"/>
                <a:gd name="connsiteX31" fmla="*/ 655504 w 1632875"/>
                <a:gd name="connsiteY31" fmla="*/ 1611411 h 1632781"/>
                <a:gd name="connsiteX32" fmla="*/ 650461 w 1632875"/>
                <a:gd name="connsiteY32" fmla="*/ 1615507 h 1632781"/>
                <a:gd name="connsiteX33" fmla="*/ 1034190 w 1632875"/>
                <a:gd name="connsiteY33" fmla="*/ 1602794 h 1632781"/>
                <a:gd name="connsiteX34" fmla="*/ 1028981 w 1632875"/>
                <a:gd name="connsiteY34" fmla="*/ 1597586 h 1632781"/>
                <a:gd name="connsiteX35" fmla="*/ 1032793 w 1632875"/>
                <a:gd name="connsiteY35" fmla="*/ 1592567 h 1632781"/>
                <a:gd name="connsiteX36" fmla="*/ 1085230 w 1632875"/>
                <a:gd name="connsiteY36" fmla="*/ 1575995 h 1632781"/>
                <a:gd name="connsiteX37" fmla="*/ 1091883 w 1632875"/>
                <a:gd name="connsiteY37" fmla="*/ 1579168 h 1632781"/>
                <a:gd name="connsiteX38" fmla="*/ 1088710 w 1632875"/>
                <a:gd name="connsiteY38" fmla="*/ 1585820 h 1632781"/>
                <a:gd name="connsiteX39" fmla="*/ 1035586 w 1632875"/>
                <a:gd name="connsiteY39" fmla="*/ 1602628 h 1632781"/>
                <a:gd name="connsiteX40" fmla="*/ 1034213 w 1632875"/>
                <a:gd name="connsiteY40" fmla="*/ 1602794 h 1632781"/>
                <a:gd name="connsiteX41" fmla="*/ 543976 w 1632875"/>
                <a:gd name="connsiteY41" fmla="*/ 1585465 h 1632781"/>
                <a:gd name="connsiteX42" fmla="*/ 542225 w 1632875"/>
                <a:gd name="connsiteY42" fmla="*/ 1585157 h 1632781"/>
                <a:gd name="connsiteX43" fmla="*/ 490497 w 1632875"/>
                <a:gd name="connsiteY43" fmla="*/ 1564632 h 1632781"/>
                <a:gd name="connsiteX44" fmla="*/ 487041 w 1632875"/>
                <a:gd name="connsiteY44" fmla="*/ 1558122 h 1632781"/>
                <a:gd name="connsiteX45" fmla="*/ 493551 w 1632875"/>
                <a:gd name="connsiteY45" fmla="*/ 1554665 h 1632781"/>
                <a:gd name="connsiteX46" fmla="*/ 494664 w 1632875"/>
                <a:gd name="connsiteY46" fmla="*/ 1555162 h 1632781"/>
                <a:gd name="connsiteX47" fmla="*/ 545728 w 1632875"/>
                <a:gd name="connsiteY47" fmla="*/ 1575427 h 1632781"/>
                <a:gd name="connsiteX48" fmla="*/ 548853 w 1632875"/>
                <a:gd name="connsiteY48" fmla="*/ 1582080 h 1632781"/>
                <a:gd name="connsiteX49" fmla="*/ 543976 w 1632875"/>
                <a:gd name="connsiteY49" fmla="*/ 1585536 h 1632781"/>
                <a:gd name="connsiteX50" fmla="*/ 1138567 w 1632875"/>
                <a:gd name="connsiteY50" fmla="*/ 1565816 h 1632781"/>
                <a:gd name="connsiteX51" fmla="*/ 1133335 w 1632875"/>
                <a:gd name="connsiteY51" fmla="*/ 1560679 h 1632781"/>
                <a:gd name="connsiteX52" fmla="*/ 1136508 w 1632875"/>
                <a:gd name="connsiteY52" fmla="*/ 1555849 h 1632781"/>
                <a:gd name="connsiteX53" fmla="*/ 1186223 w 1632875"/>
                <a:gd name="connsiteY53" fmla="*/ 1532175 h 1632781"/>
                <a:gd name="connsiteX54" fmla="*/ 1193088 w 1632875"/>
                <a:gd name="connsiteY54" fmla="*/ 1534874 h 1632781"/>
                <a:gd name="connsiteX55" fmla="*/ 1190957 w 1632875"/>
                <a:gd name="connsiteY55" fmla="*/ 1541431 h 1632781"/>
                <a:gd name="connsiteX56" fmla="*/ 1140603 w 1632875"/>
                <a:gd name="connsiteY56" fmla="*/ 1565390 h 1632781"/>
                <a:gd name="connsiteX57" fmla="*/ 1138567 w 1632875"/>
                <a:gd name="connsiteY57" fmla="*/ 1565768 h 1632781"/>
                <a:gd name="connsiteX58" fmla="*/ 442558 w 1632875"/>
                <a:gd name="connsiteY58" fmla="*/ 1541195 h 1632781"/>
                <a:gd name="connsiteX59" fmla="*/ 440191 w 1632875"/>
                <a:gd name="connsiteY59" fmla="*/ 1540603 h 1632781"/>
                <a:gd name="connsiteX60" fmla="*/ 391730 w 1632875"/>
                <a:gd name="connsiteY60" fmla="*/ 1513189 h 1632781"/>
                <a:gd name="connsiteX61" fmla="*/ 390381 w 1632875"/>
                <a:gd name="connsiteY61" fmla="*/ 1505945 h 1632781"/>
                <a:gd name="connsiteX62" fmla="*/ 397151 w 1632875"/>
                <a:gd name="connsiteY62" fmla="*/ 1504311 h 1632781"/>
                <a:gd name="connsiteX63" fmla="*/ 444996 w 1632875"/>
                <a:gd name="connsiteY63" fmla="*/ 1531370 h 1632781"/>
                <a:gd name="connsiteX64" fmla="*/ 447198 w 1632875"/>
                <a:gd name="connsiteY64" fmla="*/ 1538402 h 1632781"/>
                <a:gd name="connsiteX65" fmla="*/ 442629 w 1632875"/>
                <a:gd name="connsiteY65" fmla="*/ 1541195 h 1632781"/>
                <a:gd name="connsiteX66" fmla="*/ 1236790 w 1632875"/>
                <a:gd name="connsiteY66" fmla="*/ 1514846 h 1632781"/>
                <a:gd name="connsiteX67" fmla="*/ 1231558 w 1632875"/>
                <a:gd name="connsiteY67" fmla="*/ 1509661 h 1632781"/>
                <a:gd name="connsiteX68" fmla="*/ 1234067 w 1632875"/>
                <a:gd name="connsiteY68" fmla="*/ 1505187 h 1632781"/>
                <a:gd name="connsiteX69" fmla="*/ 1280089 w 1632875"/>
                <a:gd name="connsiteY69" fmla="*/ 1474980 h 1632781"/>
                <a:gd name="connsiteX70" fmla="*/ 1287357 w 1632875"/>
                <a:gd name="connsiteY70" fmla="*/ 1476234 h 1632781"/>
                <a:gd name="connsiteX71" fmla="*/ 1286102 w 1632875"/>
                <a:gd name="connsiteY71" fmla="*/ 1483502 h 1632781"/>
                <a:gd name="connsiteX72" fmla="*/ 1239489 w 1632875"/>
                <a:gd name="connsiteY72" fmla="*/ 1514089 h 1632781"/>
                <a:gd name="connsiteX73" fmla="*/ 1236908 w 1632875"/>
                <a:gd name="connsiteY73" fmla="*/ 1514798 h 1632781"/>
                <a:gd name="connsiteX74" fmla="*/ 348194 w 1632875"/>
                <a:gd name="connsiteY74" fmla="*/ 1483502 h 1632781"/>
                <a:gd name="connsiteX75" fmla="*/ 345188 w 1632875"/>
                <a:gd name="connsiteY75" fmla="*/ 1482531 h 1632781"/>
                <a:gd name="connsiteX76" fmla="*/ 300870 w 1632875"/>
                <a:gd name="connsiteY76" fmla="*/ 1448796 h 1632781"/>
                <a:gd name="connsiteX77" fmla="*/ 300231 w 1632875"/>
                <a:gd name="connsiteY77" fmla="*/ 1441457 h 1632781"/>
                <a:gd name="connsiteX78" fmla="*/ 307452 w 1632875"/>
                <a:gd name="connsiteY78" fmla="*/ 1440724 h 1632781"/>
                <a:gd name="connsiteX79" fmla="*/ 351225 w 1632875"/>
                <a:gd name="connsiteY79" fmla="*/ 1474056 h 1632781"/>
                <a:gd name="connsiteX80" fmla="*/ 352503 w 1632875"/>
                <a:gd name="connsiteY80" fmla="*/ 1481300 h 1632781"/>
                <a:gd name="connsiteX81" fmla="*/ 348194 w 1632875"/>
                <a:gd name="connsiteY81" fmla="*/ 1483525 h 1632781"/>
                <a:gd name="connsiteX82" fmla="*/ 1327248 w 1632875"/>
                <a:gd name="connsiteY82" fmla="*/ 1450998 h 1632781"/>
                <a:gd name="connsiteX83" fmla="*/ 1322016 w 1632875"/>
                <a:gd name="connsiteY83" fmla="*/ 1445813 h 1632781"/>
                <a:gd name="connsiteX84" fmla="*/ 1323957 w 1632875"/>
                <a:gd name="connsiteY84" fmla="*/ 1441741 h 1632781"/>
                <a:gd name="connsiteX85" fmla="*/ 1365457 w 1632875"/>
                <a:gd name="connsiteY85" fmla="*/ 1405592 h 1632781"/>
                <a:gd name="connsiteX86" fmla="*/ 1372820 w 1632875"/>
                <a:gd name="connsiteY86" fmla="*/ 1405852 h 1632781"/>
                <a:gd name="connsiteX87" fmla="*/ 1372559 w 1632875"/>
                <a:gd name="connsiteY87" fmla="*/ 1413214 h 1632781"/>
                <a:gd name="connsiteX88" fmla="*/ 1330538 w 1632875"/>
                <a:gd name="connsiteY88" fmla="*/ 1449814 h 1632781"/>
                <a:gd name="connsiteX89" fmla="*/ 1327365 w 1632875"/>
                <a:gd name="connsiteY89" fmla="*/ 1450950 h 1632781"/>
                <a:gd name="connsiteX90" fmla="*/ 262495 w 1632875"/>
                <a:gd name="connsiteY90" fmla="*/ 1413546 h 1632781"/>
                <a:gd name="connsiteX91" fmla="*/ 258920 w 1632875"/>
                <a:gd name="connsiteY91" fmla="*/ 1412126 h 1632781"/>
                <a:gd name="connsiteX92" fmla="*/ 219551 w 1632875"/>
                <a:gd name="connsiteY92" fmla="*/ 1372708 h 1632781"/>
                <a:gd name="connsiteX93" fmla="*/ 219811 w 1632875"/>
                <a:gd name="connsiteY93" fmla="*/ 1365346 h 1632781"/>
                <a:gd name="connsiteX94" fmla="*/ 227174 w 1632875"/>
                <a:gd name="connsiteY94" fmla="*/ 1365606 h 1632781"/>
                <a:gd name="connsiteX95" fmla="*/ 266046 w 1632875"/>
                <a:gd name="connsiteY95" fmla="*/ 1404526 h 1632781"/>
                <a:gd name="connsiteX96" fmla="*/ 266307 w 1632875"/>
                <a:gd name="connsiteY96" fmla="*/ 1411889 h 1632781"/>
                <a:gd name="connsiteX97" fmla="*/ 262495 w 1632875"/>
                <a:gd name="connsiteY97" fmla="*/ 1413546 h 1632781"/>
                <a:gd name="connsiteX98" fmla="*/ 1408307 w 1632875"/>
                <a:gd name="connsiteY98" fmla="*/ 1375526 h 1632781"/>
                <a:gd name="connsiteX99" fmla="*/ 1404756 w 1632875"/>
                <a:gd name="connsiteY99" fmla="*/ 1374105 h 1632781"/>
                <a:gd name="connsiteX100" fmla="*/ 1404495 w 1632875"/>
                <a:gd name="connsiteY100" fmla="*/ 1366743 h 1632781"/>
                <a:gd name="connsiteX101" fmla="*/ 1404495 w 1632875"/>
                <a:gd name="connsiteY101" fmla="*/ 1366743 h 1632781"/>
                <a:gd name="connsiteX102" fmla="*/ 1440740 w 1632875"/>
                <a:gd name="connsiteY102" fmla="*/ 1325361 h 1632781"/>
                <a:gd name="connsiteX103" fmla="*/ 1448008 w 1632875"/>
                <a:gd name="connsiteY103" fmla="*/ 1324177 h 1632781"/>
                <a:gd name="connsiteX104" fmla="*/ 1449191 w 1632875"/>
                <a:gd name="connsiteY104" fmla="*/ 1331445 h 1632781"/>
                <a:gd name="connsiteX105" fmla="*/ 1448788 w 1632875"/>
                <a:gd name="connsiteY105" fmla="*/ 1331942 h 1632781"/>
                <a:gd name="connsiteX106" fmla="*/ 1412118 w 1632875"/>
                <a:gd name="connsiteY106" fmla="*/ 1373869 h 1632781"/>
                <a:gd name="connsiteX107" fmla="*/ 1408330 w 1632875"/>
                <a:gd name="connsiteY107" fmla="*/ 1375479 h 1632781"/>
                <a:gd name="connsiteX108" fmla="*/ 187070 w 1632875"/>
                <a:gd name="connsiteY108" fmla="*/ 1332605 h 1632781"/>
                <a:gd name="connsiteX109" fmla="*/ 183022 w 1632875"/>
                <a:gd name="connsiteY109" fmla="*/ 1330687 h 1632781"/>
                <a:gd name="connsiteX110" fmla="*/ 149311 w 1632875"/>
                <a:gd name="connsiteY110" fmla="*/ 1286299 h 1632781"/>
                <a:gd name="connsiteX111" fmla="*/ 150566 w 1632875"/>
                <a:gd name="connsiteY111" fmla="*/ 1279032 h 1632781"/>
                <a:gd name="connsiteX112" fmla="*/ 157833 w 1632875"/>
                <a:gd name="connsiteY112" fmla="*/ 1280286 h 1632781"/>
                <a:gd name="connsiteX113" fmla="*/ 191095 w 1632875"/>
                <a:gd name="connsiteY113" fmla="*/ 1324107 h 1632781"/>
                <a:gd name="connsiteX114" fmla="*/ 190337 w 1632875"/>
                <a:gd name="connsiteY114" fmla="*/ 1331445 h 1632781"/>
                <a:gd name="connsiteX115" fmla="*/ 187070 w 1632875"/>
                <a:gd name="connsiteY115" fmla="*/ 1332605 h 1632781"/>
                <a:gd name="connsiteX116" fmla="*/ 1478310 w 1632875"/>
                <a:gd name="connsiteY116" fmla="*/ 1289827 h 1632781"/>
                <a:gd name="connsiteX117" fmla="*/ 1473101 w 1632875"/>
                <a:gd name="connsiteY117" fmla="*/ 1284666 h 1632781"/>
                <a:gd name="connsiteX118" fmla="*/ 1474072 w 1632875"/>
                <a:gd name="connsiteY118" fmla="*/ 1281612 h 1632781"/>
                <a:gd name="connsiteX119" fmla="*/ 1504374 w 1632875"/>
                <a:gd name="connsiteY119" fmla="*/ 1235732 h 1632781"/>
                <a:gd name="connsiteX120" fmla="*/ 1511619 w 1632875"/>
                <a:gd name="connsiteY120" fmla="*/ 1234383 h 1632781"/>
                <a:gd name="connsiteX121" fmla="*/ 1513252 w 1632875"/>
                <a:gd name="connsiteY121" fmla="*/ 1241154 h 1632781"/>
                <a:gd name="connsiteX122" fmla="*/ 1482476 w 1632875"/>
                <a:gd name="connsiteY122" fmla="*/ 1287649 h 1632781"/>
                <a:gd name="connsiteX123" fmla="*/ 1478333 w 1632875"/>
                <a:gd name="connsiteY123" fmla="*/ 1289780 h 1632781"/>
                <a:gd name="connsiteX124" fmla="*/ 123175 w 1632875"/>
                <a:gd name="connsiteY124" fmla="*/ 1242195 h 1632781"/>
                <a:gd name="connsiteX125" fmla="*/ 118724 w 1632875"/>
                <a:gd name="connsiteY125" fmla="*/ 1239709 h 1632781"/>
                <a:gd name="connsiteX126" fmla="*/ 91357 w 1632875"/>
                <a:gd name="connsiteY126" fmla="*/ 1191131 h 1632781"/>
                <a:gd name="connsiteX127" fmla="*/ 92991 w 1632875"/>
                <a:gd name="connsiteY127" fmla="*/ 1183957 h 1632781"/>
                <a:gd name="connsiteX128" fmla="*/ 100164 w 1632875"/>
                <a:gd name="connsiteY128" fmla="*/ 1185591 h 1632781"/>
                <a:gd name="connsiteX129" fmla="*/ 100590 w 1632875"/>
                <a:gd name="connsiteY129" fmla="*/ 1186396 h 1632781"/>
                <a:gd name="connsiteX130" fmla="*/ 127625 w 1632875"/>
                <a:gd name="connsiteY130" fmla="*/ 1234359 h 1632781"/>
                <a:gd name="connsiteX131" fmla="*/ 125874 w 1632875"/>
                <a:gd name="connsiteY131" fmla="*/ 1241461 h 1632781"/>
                <a:gd name="connsiteX132" fmla="*/ 123175 w 1632875"/>
                <a:gd name="connsiteY132" fmla="*/ 1242195 h 1632781"/>
                <a:gd name="connsiteX133" fmla="*/ 1536098 w 1632875"/>
                <a:gd name="connsiteY133" fmla="*/ 1195510 h 1632781"/>
                <a:gd name="connsiteX134" fmla="*/ 1533730 w 1632875"/>
                <a:gd name="connsiteY134" fmla="*/ 1194919 h 1632781"/>
                <a:gd name="connsiteX135" fmla="*/ 1531481 w 1632875"/>
                <a:gd name="connsiteY135" fmla="*/ 1187911 h 1632781"/>
                <a:gd name="connsiteX136" fmla="*/ 1531529 w 1632875"/>
                <a:gd name="connsiteY136" fmla="*/ 1187816 h 1632781"/>
                <a:gd name="connsiteX137" fmla="*/ 1555203 w 1632875"/>
                <a:gd name="connsiteY137" fmla="*/ 1138267 h 1632781"/>
                <a:gd name="connsiteX138" fmla="*/ 1562328 w 1632875"/>
                <a:gd name="connsiteY138" fmla="*/ 1136421 h 1632781"/>
                <a:gd name="connsiteX139" fmla="*/ 1564672 w 1632875"/>
                <a:gd name="connsiteY139" fmla="*/ 1142434 h 1632781"/>
                <a:gd name="connsiteX140" fmla="*/ 1540619 w 1632875"/>
                <a:gd name="connsiteY140" fmla="*/ 1192646 h 1632781"/>
                <a:gd name="connsiteX141" fmla="*/ 1536098 w 1632875"/>
                <a:gd name="connsiteY141" fmla="*/ 1195463 h 1632781"/>
                <a:gd name="connsiteX142" fmla="*/ 72134 w 1632875"/>
                <a:gd name="connsiteY142" fmla="*/ 1143901 h 1632781"/>
                <a:gd name="connsiteX143" fmla="*/ 67399 w 1632875"/>
                <a:gd name="connsiteY143" fmla="*/ 1140776 h 1632781"/>
                <a:gd name="connsiteX144" fmla="*/ 46922 w 1632875"/>
                <a:gd name="connsiteY144" fmla="*/ 1088884 h 1632781"/>
                <a:gd name="connsiteX145" fmla="*/ 49810 w 1632875"/>
                <a:gd name="connsiteY145" fmla="*/ 1082113 h 1632781"/>
                <a:gd name="connsiteX146" fmla="*/ 56580 w 1632875"/>
                <a:gd name="connsiteY146" fmla="*/ 1085001 h 1632781"/>
                <a:gd name="connsiteX147" fmla="*/ 56723 w 1632875"/>
                <a:gd name="connsiteY147" fmla="*/ 1085380 h 1632781"/>
                <a:gd name="connsiteX148" fmla="*/ 76964 w 1632875"/>
                <a:gd name="connsiteY148" fmla="*/ 1136610 h 1632781"/>
                <a:gd name="connsiteX149" fmla="*/ 74265 w 1632875"/>
                <a:gd name="connsiteY149" fmla="*/ 1143475 h 1632781"/>
                <a:gd name="connsiteX150" fmla="*/ 72134 w 1632875"/>
                <a:gd name="connsiteY150" fmla="*/ 1143854 h 1632781"/>
                <a:gd name="connsiteX151" fmla="*/ 1580439 w 1632875"/>
                <a:gd name="connsiteY151" fmla="*/ 1094186 h 1632781"/>
                <a:gd name="connsiteX152" fmla="*/ 1575207 w 1632875"/>
                <a:gd name="connsiteY152" fmla="*/ 1089002 h 1632781"/>
                <a:gd name="connsiteX153" fmla="*/ 1575514 w 1632875"/>
                <a:gd name="connsiteY153" fmla="*/ 1087227 h 1632781"/>
                <a:gd name="connsiteX154" fmla="*/ 1592299 w 1632875"/>
                <a:gd name="connsiteY154" fmla="*/ 1034836 h 1632781"/>
                <a:gd name="connsiteX155" fmla="*/ 1598525 w 1632875"/>
                <a:gd name="connsiteY155" fmla="*/ 1030906 h 1632781"/>
                <a:gd name="connsiteX156" fmla="*/ 1602455 w 1632875"/>
                <a:gd name="connsiteY156" fmla="*/ 1037132 h 1632781"/>
                <a:gd name="connsiteX157" fmla="*/ 1602313 w 1632875"/>
                <a:gd name="connsiteY157" fmla="*/ 1037654 h 1632781"/>
                <a:gd name="connsiteX158" fmla="*/ 1585339 w 1632875"/>
                <a:gd name="connsiteY158" fmla="*/ 1090730 h 1632781"/>
                <a:gd name="connsiteX159" fmla="*/ 1580367 w 1632875"/>
                <a:gd name="connsiteY159" fmla="*/ 1094210 h 1632781"/>
                <a:gd name="connsiteX160" fmla="*/ 35037 w 1632875"/>
                <a:gd name="connsiteY160" fmla="*/ 1039500 h 1632781"/>
                <a:gd name="connsiteX161" fmla="*/ 30018 w 1632875"/>
                <a:gd name="connsiteY161" fmla="*/ 1035689 h 1632781"/>
                <a:gd name="connsiteX162" fmla="*/ 16879 w 1632875"/>
                <a:gd name="connsiteY162" fmla="*/ 981546 h 1632781"/>
                <a:gd name="connsiteX163" fmla="*/ 20525 w 1632875"/>
                <a:gd name="connsiteY163" fmla="*/ 975155 h 1632781"/>
                <a:gd name="connsiteX164" fmla="*/ 26917 w 1632875"/>
                <a:gd name="connsiteY164" fmla="*/ 978800 h 1632781"/>
                <a:gd name="connsiteX165" fmla="*/ 27059 w 1632875"/>
                <a:gd name="connsiteY165" fmla="*/ 979440 h 1632781"/>
                <a:gd name="connsiteX166" fmla="*/ 40056 w 1632875"/>
                <a:gd name="connsiteY166" fmla="*/ 1032872 h 1632781"/>
                <a:gd name="connsiteX167" fmla="*/ 36434 w 1632875"/>
                <a:gd name="connsiteY167" fmla="*/ 1039311 h 1632781"/>
                <a:gd name="connsiteX168" fmla="*/ 35037 w 1632875"/>
                <a:gd name="connsiteY168" fmla="*/ 1039523 h 1632781"/>
                <a:gd name="connsiteX169" fmla="*/ 1610504 w 1632875"/>
                <a:gd name="connsiteY169" fmla="*/ 987702 h 1632781"/>
                <a:gd name="connsiteX170" fmla="*/ 1609439 w 1632875"/>
                <a:gd name="connsiteY170" fmla="*/ 987583 h 1632781"/>
                <a:gd name="connsiteX171" fmla="*/ 1605415 w 1632875"/>
                <a:gd name="connsiteY171" fmla="*/ 981405 h 1632781"/>
                <a:gd name="connsiteX172" fmla="*/ 1605415 w 1632875"/>
                <a:gd name="connsiteY172" fmla="*/ 981405 h 1632781"/>
                <a:gd name="connsiteX173" fmla="*/ 1614884 w 1632875"/>
                <a:gd name="connsiteY173" fmla="*/ 927215 h 1632781"/>
                <a:gd name="connsiteX174" fmla="*/ 1620779 w 1632875"/>
                <a:gd name="connsiteY174" fmla="*/ 922764 h 1632781"/>
                <a:gd name="connsiteX175" fmla="*/ 1625205 w 1632875"/>
                <a:gd name="connsiteY175" fmla="*/ 928660 h 1632781"/>
                <a:gd name="connsiteX176" fmla="*/ 1615736 w 1632875"/>
                <a:gd name="connsiteY176" fmla="*/ 983559 h 1632781"/>
                <a:gd name="connsiteX177" fmla="*/ 1610504 w 1632875"/>
                <a:gd name="connsiteY177" fmla="*/ 987725 h 1632781"/>
                <a:gd name="connsiteX178" fmla="*/ 12524 w 1632875"/>
                <a:gd name="connsiteY178" fmla="*/ 931121 h 1632781"/>
                <a:gd name="connsiteX179" fmla="*/ 7386 w 1632875"/>
                <a:gd name="connsiteY179" fmla="*/ 926623 h 1632781"/>
                <a:gd name="connsiteX180" fmla="*/ 1752 w 1632875"/>
                <a:gd name="connsiteY180" fmla="*/ 871203 h 1632781"/>
                <a:gd name="connsiteX181" fmla="*/ 6605 w 1632875"/>
                <a:gd name="connsiteY181" fmla="*/ 865663 h 1632781"/>
                <a:gd name="connsiteX182" fmla="*/ 12145 w 1632875"/>
                <a:gd name="connsiteY182" fmla="*/ 870493 h 1632781"/>
                <a:gd name="connsiteX183" fmla="*/ 17708 w 1632875"/>
                <a:gd name="connsiteY183" fmla="*/ 925227 h 1632781"/>
                <a:gd name="connsiteX184" fmla="*/ 13234 w 1632875"/>
                <a:gd name="connsiteY184" fmla="*/ 931074 h 1632781"/>
                <a:gd name="connsiteX185" fmla="*/ 12618 w 1632875"/>
                <a:gd name="connsiteY185" fmla="*/ 931145 h 1632781"/>
                <a:gd name="connsiteX186" fmla="*/ 1625608 w 1632875"/>
                <a:gd name="connsiteY186" fmla="*/ 878092 h 1632781"/>
                <a:gd name="connsiteX187" fmla="*/ 1625348 w 1632875"/>
                <a:gd name="connsiteY187" fmla="*/ 878092 h 1632781"/>
                <a:gd name="connsiteX188" fmla="*/ 1620494 w 1632875"/>
                <a:gd name="connsiteY188" fmla="*/ 872552 h 1632781"/>
                <a:gd name="connsiteX189" fmla="*/ 1622460 w 1632875"/>
                <a:gd name="connsiteY189" fmla="*/ 817558 h 1632781"/>
                <a:gd name="connsiteX190" fmla="*/ 1627668 w 1632875"/>
                <a:gd name="connsiteY190" fmla="*/ 812374 h 1632781"/>
                <a:gd name="connsiteX191" fmla="*/ 1627668 w 1632875"/>
                <a:gd name="connsiteY191" fmla="*/ 812374 h 1632781"/>
                <a:gd name="connsiteX192" fmla="*/ 1632876 w 1632875"/>
                <a:gd name="connsiteY192" fmla="*/ 817535 h 1632781"/>
                <a:gd name="connsiteX193" fmla="*/ 1632876 w 1632875"/>
                <a:gd name="connsiteY193" fmla="*/ 817582 h 1632781"/>
                <a:gd name="connsiteX194" fmla="*/ 1630888 w 1632875"/>
                <a:gd name="connsiteY194" fmla="*/ 873263 h 1632781"/>
                <a:gd name="connsiteX195" fmla="*/ 1625703 w 1632875"/>
                <a:gd name="connsiteY195" fmla="*/ 878116 h 1632781"/>
                <a:gd name="connsiteX196" fmla="*/ 5208 w 1632875"/>
                <a:gd name="connsiteY196" fmla="*/ 820802 h 1632781"/>
                <a:gd name="connsiteX197" fmla="*/ 5208 w 1632875"/>
                <a:gd name="connsiteY197" fmla="*/ 820802 h 1632781"/>
                <a:gd name="connsiteX198" fmla="*/ 0 w 1632875"/>
                <a:gd name="connsiteY198" fmla="*/ 815593 h 1632781"/>
                <a:gd name="connsiteX199" fmla="*/ 1918 w 1632875"/>
                <a:gd name="connsiteY199" fmla="*/ 759889 h 1632781"/>
                <a:gd name="connsiteX200" fmla="*/ 7481 w 1632875"/>
                <a:gd name="connsiteY200" fmla="*/ 755154 h 1632781"/>
                <a:gd name="connsiteX201" fmla="*/ 12216 w 1632875"/>
                <a:gd name="connsiteY201" fmla="*/ 760694 h 1632781"/>
                <a:gd name="connsiteX202" fmla="*/ 10346 w 1632875"/>
                <a:gd name="connsiteY202" fmla="*/ 815688 h 1632781"/>
                <a:gd name="connsiteX203" fmla="*/ 5208 w 1632875"/>
                <a:gd name="connsiteY203" fmla="*/ 820802 h 1632781"/>
                <a:gd name="connsiteX204" fmla="*/ 1625892 w 1632875"/>
                <a:gd name="connsiteY204" fmla="*/ 767488 h 1632781"/>
                <a:gd name="connsiteX205" fmla="*/ 1620708 w 1632875"/>
                <a:gd name="connsiteY205" fmla="*/ 762753 h 1632781"/>
                <a:gd name="connsiteX206" fmla="*/ 1615215 w 1632875"/>
                <a:gd name="connsiteY206" fmla="*/ 708020 h 1632781"/>
                <a:gd name="connsiteX207" fmla="*/ 1619690 w 1632875"/>
                <a:gd name="connsiteY207" fmla="*/ 702149 h 1632781"/>
                <a:gd name="connsiteX208" fmla="*/ 1625561 w 1632875"/>
                <a:gd name="connsiteY208" fmla="*/ 706623 h 1632781"/>
                <a:gd name="connsiteX209" fmla="*/ 1631100 w 1632875"/>
                <a:gd name="connsiteY209" fmla="*/ 762067 h 1632781"/>
                <a:gd name="connsiteX210" fmla="*/ 1626365 w 1632875"/>
                <a:gd name="connsiteY210" fmla="*/ 767607 h 1632781"/>
                <a:gd name="connsiteX211" fmla="*/ 12784 w 1632875"/>
                <a:gd name="connsiteY211" fmla="*/ 710387 h 1632781"/>
                <a:gd name="connsiteX212" fmla="*/ 12074 w 1632875"/>
                <a:gd name="connsiteY212" fmla="*/ 710387 h 1632781"/>
                <a:gd name="connsiteX213" fmla="*/ 7623 w 1632875"/>
                <a:gd name="connsiteY213" fmla="*/ 704563 h 1632781"/>
                <a:gd name="connsiteX214" fmla="*/ 7623 w 1632875"/>
                <a:gd name="connsiteY214" fmla="*/ 704516 h 1632781"/>
                <a:gd name="connsiteX215" fmla="*/ 17093 w 1632875"/>
                <a:gd name="connsiteY215" fmla="*/ 649616 h 1632781"/>
                <a:gd name="connsiteX216" fmla="*/ 23035 w 1632875"/>
                <a:gd name="connsiteY216" fmla="*/ 645237 h 1632781"/>
                <a:gd name="connsiteX217" fmla="*/ 27391 w 1632875"/>
                <a:gd name="connsiteY217" fmla="*/ 651179 h 1632781"/>
                <a:gd name="connsiteX218" fmla="*/ 27272 w 1632875"/>
                <a:gd name="connsiteY218" fmla="*/ 651747 h 1632781"/>
                <a:gd name="connsiteX219" fmla="*/ 17945 w 1632875"/>
                <a:gd name="connsiteY219" fmla="*/ 705936 h 1632781"/>
                <a:gd name="connsiteX220" fmla="*/ 12784 w 1632875"/>
                <a:gd name="connsiteY220" fmla="*/ 710340 h 1632781"/>
                <a:gd name="connsiteX221" fmla="*/ 1611120 w 1632875"/>
                <a:gd name="connsiteY221" fmla="*/ 657831 h 1632781"/>
                <a:gd name="connsiteX222" fmla="*/ 1606030 w 1632875"/>
                <a:gd name="connsiteY222" fmla="*/ 653688 h 1632781"/>
                <a:gd name="connsiteX223" fmla="*/ 1593104 w 1632875"/>
                <a:gd name="connsiteY223" fmla="*/ 600209 h 1632781"/>
                <a:gd name="connsiteX224" fmla="*/ 1596726 w 1632875"/>
                <a:gd name="connsiteY224" fmla="*/ 593794 h 1632781"/>
                <a:gd name="connsiteX225" fmla="*/ 1603142 w 1632875"/>
                <a:gd name="connsiteY225" fmla="*/ 597416 h 1632781"/>
                <a:gd name="connsiteX226" fmla="*/ 1616233 w 1632875"/>
                <a:gd name="connsiteY226" fmla="*/ 651581 h 1632781"/>
                <a:gd name="connsiteX227" fmla="*/ 1612161 w 1632875"/>
                <a:gd name="connsiteY227" fmla="*/ 657737 h 1632781"/>
                <a:gd name="connsiteX228" fmla="*/ 1611143 w 1632875"/>
                <a:gd name="connsiteY228" fmla="*/ 657784 h 1632781"/>
                <a:gd name="connsiteX229" fmla="*/ 35321 w 1632875"/>
                <a:gd name="connsiteY229" fmla="*/ 602056 h 1632781"/>
                <a:gd name="connsiteX230" fmla="*/ 33901 w 1632875"/>
                <a:gd name="connsiteY230" fmla="*/ 601866 h 1632781"/>
                <a:gd name="connsiteX231" fmla="*/ 30303 w 1632875"/>
                <a:gd name="connsiteY231" fmla="*/ 595474 h 1632781"/>
                <a:gd name="connsiteX232" fmla="*/ 30303 w 1632875"/>
                <a:gd name="connsiteY232" fmla="*/ 595451 h 1632781"/>
                <a:gd name="connsiteX233" fmla="*/ 47206 w 1632875"/>
                <a:gd name="connsiteY233" fmla="*/ 542351 h 1632781"/>
                <a:gd name="connsiteX234" fmla="*/ 53858 w 1632875"/>
                <a:gd name="connsiteY234" fmla="*/ 539202 h 1632781"/>
                <a:gd name="connsiteX235" fmla="*/ 57030 w 1632875"/>
                <a:gd name="connsiteY235" fmla="*/ 545854 h 1632781"/>
                <a:gd name="connsiteX236" fmla="*/ 40459 w 1632875"/>
                <a:gd name="connsiteY236" fmla="*/ 598268 h 1632781"/>
                <a:gd name="connsiteX237" fmla="*/ 35321 w 1632875"/>
                <a:gd name="connsiteY237" fmla="*/ 602008 h 1632781"/>
                <a:gd name="connsiteX238" fmla="*/ 1581456 w 1632875"/>
                <a:gd name="connsiteY238" fmla="*/ 551228 h 1632781"/>
                <a:gd name="connsiteX239" fmla="*/ 1576532 w 1632875"/>
                <a:gd name="connsiteY239" fmla="*/ 547772 h 1632781"/>
                <a:gd name="connsiteX240" fmla="*/ 1556386 w 1632875"/>
                <a:gd name="connsiteY240" fmla="*/ 496518 h 1632781"/>
                <a:gd name="connsiteX241" fmla="*/ 1558209 w 1632875"/>
                <a:gd name="connsiteY241" fmla="*/ 489369 h 1632781"/>
                <a:gd name="connsiteX242" fmla="*/ 1565334 w 1632875"/>
                <a:gd name="connsiteY242" fmla="*/ 491191 h 1632781"/>
                <a:gd name="connsiteX243" fmla="*/ 1565856 w 1632875"/>
                <a:gd name="connsiteY243" fmla="*/ 492375 h 1632781"/>
                <a:gd name="connsiteX244" fmla="*/ 1586262 w 1632875"/>
                <a:gd name="connsiteY244" fmla="*/ 544292 h 1632781"/>
                <a:gd name="connsiteX245" fmla="*/ 1583090 w 1632875"/>
                <a:gd name="connsiteY245" fmla="*/ 550944 h 1632781"/>
                <a:gd name="connsiteX246" fmla="*/ 1583090 w 1632875"/>
                <a:gd name="connsiteY246" fmla="*/ 550944 h 1632781"/>
                <a:gd name="connsiteX247" fmla="*/ 1581456 w 1632875"/>
                <a:gd name="connsiteY247" fmla="*/ 551181 h 1632781"/>
                <a:gd name="connsiteX248" fmla="*/ 72489 w 1632875"/>
                <a:gd name="connsiteY248" fmla="*/ 497915 h 1632781"/>
                <a:gd name="connsiteX249" fmla="*/ 70406 w 1632875"/>
                <a:gd name="connsiteY249" fmla="*/ 497465 h 1632781"/>
                <a:gd name="connsiteX250" fmla="*/ 67684 w 1632875"/>
                <a:gd name="connsiteY250" fmla="*/ 490647 h 1632781"/>
                <a:gd name="connsiteX251" fmla="*/ 67707 w 1632875"/>
                <a:gd name="connsiteY251" fmla="*/ 490623 h 1632781"/>
                <a:gd name="connsiteX252" fmla="*/ 91713 w 1632875"/>
                <a:gd name="connsiteY252" fmla="*/ 440388 h 1632781"/>
                <a:gd name="connsiteX253" fmla="*/ 98885 w 1632875"/>
                <a:gd name="connsiteY253" fmla="*/ 438754 h 1632781"/>
                <a:gd name="connsiteX254" fmla="*/ 100945 w 1632875"/>
                <a:gd name="connsiteY254" fmla="*/ 445122 h 1632781"/>
                <a:gd name="connsiteX255" fmla="*/ 77271 w 1632875"/>
                <a:gd name="connsiteY255" fmla="*/ 494837 h 1632781"/>
                <a:gd name="connsiteX256" fmla="*/ 72489 w 1632875"/>
                <a:gd name="connsiteY256" fmla="*/ 497867 h 1632781"/>
                <a:gd name="connsiteX257" fmla="*/ 1537400 w 1632875"/>
                <a:gd name="connsiteY257" fmla="*/ 449573 h 1632781"/>
                <a:gd name="connsiteX258" fmla="*/ 1532665 w 1632875"/>
                <a:gd name="connsiteY258" fmla="*/ 446779 h 1632781"/>
                <a:gd name="connsiteX259" fmla="*/ 1505700 w 1632875"/>
                <a:gd name="connsiteY259" fmla="*/ 398769 h 1632781"/>
                <a:gd name="connsiteX260" fmla="*/ 1507192 w 1632875"/>
                <a:gd name="connsiteY260" fmla="*/ 391549 h 1632781"/>
                <a:gd name="connsiteX261" fmla="*/ 1514412 w 1632875"/>
                <a:gd name="connsiteY261" fmla="*/ 393063 h 1632781"/>
                <a:gd name="connsiteX262" fmla="*/ 1514602 w 1632875"/>
                <a:gd name="connsiteY262" fmla="*/ 393371 h 1632781"/>
                <a:gd name="connsiteX263" fmla="*/ 1541921 w 1632875"/>
                <a:gd name="connsiteY263" fmla="*/ 441974 h 1632781"/>
                <a:gd name="connsiteX264" fmla="*/ 1539672 w 1632875"/>
                <a:gd name="connsiteY264" fmla="*/ 449028 h 1632781"/>
                <a:gd name="connsiteX265" fmla="*/ 1539554 w 1632875"/>
                <a:gd name="connsiteY265" fmla="*/ 449076 h 1632781"/>
                <a:gd name="connsiteX266" fmla="*/ 1537400 w 1632875"/>
                <a:gd name="connsiteY266" fmla="*/ 449526 h 1632781"/>
                <a:gd name="connsiteX267" fmla="*/ 123530 w 1632875"/>
                <a:gd name="connsiteY267" fmla="*/ 399858 h 1632781"/>
                <a:gd name="connsiteX268" fmla="*/ 118322 w 1632875"/>
                <a:gd name="connsiteY268" fmla="*/ 394602 h 1632781"/>
                <a:gd name="connsiteX269" fmla="*/ 119079 w 1632875"/>
                <a:gd name="connsiteY269" fmla="*/ 391927 h 1632781"/>
                <a:gd name="connsiteX270" fmla="*/ 149713 w 1632875"/>
                <a:gd name="connsiteY270" fmla="*/ 345408 h 1632781"/>
                <a:gd name="connsiteX271" fmla="*/ 157005 w 1632875"/>
                <a:gd name="connsiteY271" fmla="*/ 344390 h 1632781"/>
                <a:gd name="connsiteX272" fmla="*/ 158212 w 1632875"/>
                <a:gd name="connsiteY272" fmla="*/ 351421 h 1632781"/>
                <a:gd name="connsiteX273" fmla="*/ 127981 w 1632875"/>
                <a:gd name="connsiteY273" fmla="*/ 397349 h 1632781"/>
                <a:gd name="connsiteX274" fmla="*/ 123530 w 1632875"/>
                <a:gd name="connsiteY274" fmla="*/ 399787 h 1632781"/>
                <a:gd name="connsiteX275" fmla="*/ 1479872 w 1632875"/>
                <a:gd name="connsiteY275" fmla="*/ 354878 h 1632781"/>
                <a:gd name="connsiteX276" fmla="*/ 1475611 w 1632875"/>
                <a:gd name="connsiteY276" fmla="*/ 352652 h 1632781"/>
                <a:gd name="connsiteX277" fmla="*/ 1442468 w 1632875"/>
                <a:gd name="connsiteY277" fmla="*/ 308785 h 1632781"/>
                <a:gd name="connsiteX278" fmla="*/ 1443225 w 1632875"/>
                <a:gd name="connsiteY278" fmla="*/ 301446 h 1632781"/>
                <a:gd name="connsiteX279" fmla="*/ 1450564 w 1632875"/>
                <a:gd name="connsiteY279" fmla="*/ 302227 h 1632781"/>
                <a:gd name="connsiteX280" fmla="*/ 1484204 w 1632875"/>
                <a:gd name="connsiteY280" fmla="*/ 346663 h 1632781"/>
                <a:gd name="connsiteX281" fmla="*/ 1482950 w 1632875"/>
                <a:gd name="connsiteY281" fmla="*/ 353907 h 1632781"/>
                <a:gd name="connsiteX282" fmla="*/ 1479872 w 1632875"/>
                <a:gd name="connsiteY282" fmla="*/ 354901 h 1632781"/>
                <a:gd name="connsiteX283" fmla="*/ 187449 w 1632875"/>
                <a:gd name="connsiteY283" fmla="*/ 309448 h 1632781"/>
                <a:gd name="connsiteX284" fmla="*/ 184158 w 1632875"/>
                <a:gd name="connsiteY284" fmla="*/ 308264 h 1632781"/>
                <a:gd name="connsiteX285" fmla="*/ 183401 w 1632875"/>
                <a:gd name="connsiteY285" fmla="*/ 300973 h 1632781"/>
                <a:gd name="connsiteX286" fmla="*/ 183425 w 1632875"/>
                <a:gd name="connsiteY286" fmla="*/ 300949 h 1632781"/>
                <a:gd name="connsiteX287" fmla="*/ 220048 w 1632875"/>
                <a:gd name="connsiteY287" fmla="*/ 258975 h 1632781"/>
                <a:gd name="connsiteX288" fmla="*/ 227411 w 1632875"/>
                <a:gd name="connsiteY288" fmla="*/ 258715 h 1632781"/>
                <a:gd name="connsiteX289" fmla="*/ 227671 w 1632875"/>
                <a:gd name="connsiteY289" fmla="*/ 266078 h 1632781"/>
                <a:gd name="connsiteX290" fmla="*/ 191497 w 1632875"/>
                <a:gd name="connsiteY290" fmla="*/ 307507 h 1632781"/>
                <a:gd name="connsiteX291" fmla="*/ 187449 w 1632875"/>
                <a:gd name="connsiteY291" fmla="*/ 309448 h 1632781"/>
                <a:gd name="connsiteX292" fmla="*/ 1410106 w 1632875"/>
                <a:gd name="connsiteY292" fmla="*/ 268895 h 1632781"/>
                <a:gd name="connsiteX293" fmla="*/ 1406294 w 1632875"/>
                <a:gd name="connsiteY293" fmla="*/ 267238 h 1632781"/>
                <a:gd name="connsiteX294" fmla="*/ 1367469 w 1632875"/>
                <a:gd name="connsiteY294" fmla="*/ 228270 h 1632781"/>
                <a:gd name="connsiteX295" fmla="*/ 1367611 w 1632875"/>
                <a:gd name="connsiteY295" fmla="*/ 220908 h 1632781"/>
                <a:gd name="connsiteX296" fmla="*/ 1374571 w 1632875"/>
                <a:gd name="connsiteY296" fmla="*/ 220671 h 1632781"/>
                <a:gd name="connsiteX297" fmla="*/ 1413893 w 1632875"/>
                <a:gd name="connsiteY297" fmla="*/ 260135 h 1632781"/>
                <a:gd name="connsiteX298" fmla="*/ 1413633 w 1632875"/>
                <a:gd name="connsiteY298" fmla="*/ 267498 h 1632781"/>
                <a:gd name="connsiteX299" fmla="*/ 1410082 w 1632875"/>
                <a:gd name="connsiteY299" fmla="*/ 268895 h 1632781"/>
                <a:gd name="connsiteX300" fmla="*/ 263016 w 1632875"/>
                <a:gd name="connsiteY300" fmla="*/ 228649 h 1632781"/>
                <a:gd name="connsiteX301" fmla="*/ 259205 w 1632875"/>
                <a:gd name="connsiteY301" fmla="*/ 226992 h 1632781"/>
                <a:gd name="connsiteX302" fmla="*/ 259465 w 1632875"/>
                <a:gd name="connsiteY302" fmla="*/ 219630 h 1632781"/>
                <a:gd name="connsiteX303" fmla="*/ 259465 w 1632875"/>
                <a:gd name="connsiteY303" fmla="*/ 219630 h 1632781"/>
                <a:gd name="connsiteX304" fmla="*/ 301439 w 1632875"/>
                <a:gd name="connsiteY304" fmla="*/ 182982 h 1632781"/>
                <a:gd name="connsiteX305" fmla="*/ 308777 w 1632875"/>
                <a:gd name="connsiteY305" fmla="*/ 183622 h 1632781"/>
                <a:gd name="connsiteX306" fmla="*/ 308138 w 1632875"/>
                <a:gd name="connsiteY306" fmla="*/ 190960 h 1632781"/>
                <a:gd name="connsiteX307" fmla="*/ 308020 w 1632875"/>
                <a:gd name="connsiteY307" fmla="*/ 191055 h 1632781"/>
                <a:gd name="connsiteX308" fmla="*/ 266567 w 1632875"/>
                <a:gd name="connsiteY308" fmla="*/ 227229 h 1632781"/>
                <a:gd name="connsiteX309" fmla="*/ 263016 w 1632875"/>
                <a:gd name="connsiteY309" fmla="*/ 228649 h 1632781"/>
                <a:gd name="connsiteX310" fmla="*/ 1329378 w 1632875"/>
                <a:gd name="connsiteY310" fmla="*/ 193138 h 1632781"/>
                <a:gd name="connsiteX311" fmla="*/ 1326088 w 1632875"/>
                <a:gd name="connsiteY311" fmla="*/ 191955 h 1632781"/>
                <a:gd name="connsiteX312" fmla="*/ 1282362 w 1632875"/>
                <a:gd name="connsiteY312" fmla="*/ 158575 h 1632781"/>
                <a:gd name="connsiteX313" fmla="*/ 1280799 w 1632875"/>
                <a:gd name="connsiteY313" fmla="*/ 151378 h 1632781"/>
                <a:gd name="connsiteX314" fmla="*/ 1288020 w 1632875"/>
                <a:gd name="connsiteY314" fmla="*/ 149815 h 1632781"/>
                <a:gd name="connsiteX315" fmla="*/ 1288398 w 1632875"/>
                <a:gd name="connsiteY315" fmla="*/ 150099 h 1632781"/>
                <a:gd name="connsiteX316" fmla="*/ 1332692 w 1632875"/>
                <a:gd name="connsiteY316" fmla="*/ 183882 h 1632781"/>
                <a:gd name="connsiteX317" fmla="*/ 1333379 w 1632875"/>
                <a:gd name="connsiteY317" fmla="*/ 191244 h 1632781"/>
                <a:gd name="connsiteX318" fmla="*/ 1329378 w 1632875"/>
                <a:gd name="connsiteY318" fmla="*/ 193138 h 1632781"/>
                <a:gd name="connsiteX319" fmla="*/ 348833 w 1632875"/>
                <a:gd name="connsiteY319" fmla="*/ 158598 h 1632781"/>
                <a:gd name="connsiteX320" fmla="*/ 343601 w 1632875"/>
                <a:gd name="connsiteY320" fmla="*/ 153414 h 1632781"/>
                <a:gd name="connsiteX321" fmla="*/ 345827 w 1632875"/>
                <a:gd name="connsiteY321" fmla="*/ 149129 h 1632781"/>
                <a:gd name="connsiteX322" fmla="*/ 392393 w 1632875"/>
                <a:gd name="connsiteY322" fmla="*/ 118471 h 1632781"/>
                <a:gd name="connsiteX323" fmla="*/ 399566 w 1632875"/>
                <a:gd name="connsiteY323" fmla="*/ 120200 h 1632781"/>
                <a:gd name="connsiteX324" fmla="*/ 397838 w 1632875"/>
                <a:gd name="connsiteY324" fmla="*/ 127373 h 1632781"/>
                <a:gd name="connsiteX325" fmla="*/ 351840 w 1632875"/>
                <a:gd name="connsiteY325" fmla="*/ 157628 h 1632781"/>
                <a:gd name="connsiteX326" fmla="*/ 348833 w 1632875"/>
                <a:gd name="connsiteY326" fmla="*/ 158693 h 1632781"/>
                <a:gd name="connsiteX327" fmla="*/ 1239204 w 1632875"/>
                <a:gd name="connsiteY327" fmla="*/ 129030 h 1632781"/>
                <a:gd name="connsiteX328" fmla="*/ 1236506 w 1632875"/>
                <a:gd name="connsiteY328" fmla="*/ 128272 h 1632781"/>
                <a:gd name="connsiteX329" fmla="*/ 1188685 w 1632875"/>
                <a:gd name="connsiteY329" fmla="*/ 101142 h 1632781"/>
                <a:gd name="connsiteX330" fmla="*/ 1185820 w 1632875"/>
                <a:gd name="connsiteY330" fmla="*/ 94348 h 1632781"/>
                <a:gd name="connsiteX331" fmla="*/ 1192614 w 1632875"/>
                <a:gd name="connsiteY331" fmla="*/ 91483 h 1632781"/>
                <a:gd name="connsiteX332" fmla="*/ 1193420 w 1632875"/>
                <a:gd name="connsiteY332" fmla="*/ 91909 h 1632781"/>
                <a:gd name="connsiteX333" fmla="*/ 1241856 w 1632875"/>
                <a:gd name="connsiteY333" fmla="*/ 119395 h 1632781"/>
                <a:gd name="connsiteX334" fmla="*/ 1243537 w 1632875"/>
                <a:gd name="connsiteY334" fmla="*/ 126568 h 1632781"/>
                <a:gd name="connsiteX335" fmla="*/ 1239110 w 1632875"/>
                <a:gd name="connsiteY335" fmla="*/ 129030 h 1632781"/>
                <a:gd name="connsiteX336" fmla="*/ 443363 w 1632875"/>
                <a:gd name="connsiteY336" fmla="*/ 101118 h 1632781"/>
                <a:gd name="connsiteX337" fmla="*/ 438155 w 1632875"/>
                <a:gd name="connsiteY337" fmla="*/ 95910 h 1632781"/>
                <a:gd name="connsiteX338" fmla="*/ 440995 w 1632875"/>
                <a:gd name="connsiteY338" fmla="*/ 91270 h 1632781"/>
                <a:gd name="connsiteX339" fmla="*/ 491326 w 1632875"/>
                <a:gd name="connsiteY339" fmla="*/ 67265 h 1632781"/>
                <a:gd name="connsiteX340" fmla="*/ 498452 w 1632875"/>
                <a:gd name="connsiteY340" fmla="*/ 69111 h 1632781"/>
                <a:gd name="connsiteX341" fmla="*/ 496605 w 1632875"/>
                <a:gd name="connsiteY341" fmla="*/ 76237 h 1632781"/>
                <a:gd name="connsiteX342" fmla="*/ 495492 w 1632875"/>
                <a:gd name="connsiteY342" fmla="*/ 76734 h 1632781"/>
                <a:gd name="connsiteX343" fmla="*/ 445778 w 1632875"/>
                <a:gd name="connsiteY343" fmla="*/ 100408 h 1632781"/>
                <a:gd name="connsiteX344" fmla="*/ 443363 w 1632875"/>
                <a:gd name="connsiteY344" fmla="*/ 101118 h 1632781"/>
                <a:gd name="connsiteX345" fmla="*/ 1141242 w 1632875"/>
                <a:gd name="connsiteY345" fmla="*/ 77989 h 1632781"/>
                <a:gd name="connsiteX346" fmla="*/ 1139136 w 1632875"/>
                <a:gd name="connsiteY346" fmla="*/ 77563 h 1632781"/>
                <a:gd name="connsiteX347" fmla="*/ 1088118 w 1632875"/>
                <a:gd name="connsiteY347" fmla="*/ 57227 h 1632781"/>
                <a:gd name="connsiteX348" fmla="*/ 1084709 w 1632875"/>
                <a:gd name="connsiteY348" fmla="*/ 50693 h 1632781"/>
                <a:gd name="connsiteX349" fmla="*/ 1091243 w 1632875"/>
                <a:gd name="connsiteY349" fmla="*/ 47284 h 1632781"/>
                <a:gd name="connsiteX350" fmla="*/ 1091622 w 1632875"/>
                <a:gd name="connsiteY350" fmla="*/ 47426 h 1632781"/>
                <a:gd name="connsiteX351" fmla="*/ 1143325 w 1632875"/>
                <a:gd name="connsiteY351" fmla="*/ 68023 h 1632781"/>
                <a:gd name="connsiteX352" fmla="*/ 1145977 w 1632875"/>
                <a:gd name="connsiteY352" fmla="*/ 74888 h 1632781"/>
                <a:gd name="connsiteX353" fmla="*/ 1141242 w 1632875"/>
                <a:gd name="connsiteY353" fmla="*/ 77989 h 1632781"/>
                <a:gd name="connsiteX354" fmla="*/ 544923 w 1632875"/>
                <a:gd name="connsiteY354" fmla="*/ 56849 h 1632781"/>
                <a:gd name="connsiteX355" fmla="*/ 539739 w 1632875"/>
                <a:gd name="connsiteY355" fmla="*/ 51616 h 1632781"/>
                <a:gd name="connsiteX356" fmla="*/ 543195 w 1632875"/>
                <a:gd name="connsiteY356" fmla="*/ 46740 h 1632781"/>
                <a:gd name="connsiteX357" fmla="*/ 596295 w 1632875"/>
                <a:gd name="connsiteY357" fmla="*/ 29860 h 1632781"/>
                <a:gd name="connsiteX358" fmla="*/ 602900 w 1632875"/>
                <a:gd name="connsiteY358" fmla="*/ 33127 h 1632781"/>
                <a:gd name="connsiteX359" fmla="*/ 599633 w 1632875"/>
                <a:gd name="connsiteY359" fmla="*/ 39732 h 1632781"/>
                <a:gd name="connsiteX360" fmla="*/ 599113 w 1632875"/>
                <a:gd name="connsiteY360" fmla="*/ 39874 h 1632781"/>
                <a:gd name="connsiteX361" fmla="*/ 546675 w 1632875"/>
                <a:gd name="connsiteY361" fmla="*/ 56446 h 1632781"/>
                <a:gd name="connsiteX362" fmla="*/ 544923 w 1632875"/>
                <a:gd name="connsiteY362" fmla="*/ 56754 h 1632781"/>
                <a:gd name="connsiteX363" fmla="*/ 1037149 w 1632875"/>
                <a:gd name="connsiteY363" fmla="*/ 40632 h 1632781"/>
                <a:gd name="connsiteX364" fmla="*/ 1035728 w 1632875"/>
                <a:gd name="connsiteY364" fmla="*/ 40442 h 1632781"/>
                <a:gd name="connsiteX365" fmla="*/ 982320 w 1632875"/>
                <a:gd name="connsiteY365" fmla="*/ 27280 h 1632781"/>
                <a:gd name="connsiteX366" fmla="*/ 978012 w 1632875"/>
                <a:gd name="connsiteY366" fmla="*/ 21290 h 1632781"/>
                <a:gd name="connsiteX367" fmla="*/ 984001 w 1632875"/>
                <a:gd name="connsiteY367" fmla="*/ 17005 h 1632781"/>
                <a:gd name="connsiteX368" fmla="*/ 984475 w 1632875"/>
                <a:gd name="connsiteY368" fmla="*/ 17100 h 1632781"/>
                <a:gd name="connsiteX369" fmla="*/ 1038569 w 1632875"/>
                <a:gd name="connsiteY369" fmla="*/ 30405 h 1632781"/>
                <a:gd name="connsiteX370" fmla="*/ 1042191 w 1632875"/>
                <a:gd name="connsiteY370" fmla="*/ 36820 h 1632781"/>
                <a:gd name="connsiteX371" fmla="*/ 1037149 w 1632875"/>
                <a:gd name="connsiteY371" fmla="*/ 40632 h 1632781"/>
                <a:gd name="connsiteX372" fmla="*/ 651479 w 1632875"/>
                <a:gd name="connsiteY372" fmla="*/ 26972 h 1632781"/>
                <a:gd name="connsiteX373" fmla="*/ 646342 w 1632875"/>
                <a:gd name="connsiteY373" fmla="*/ 21693 h 1632781"/>
                <a:gd name="connsiteX374" fmla="*/ 650437 w 1632875"/>
                <a:gd name="connsiteY374" fmla="*/ 16674 h 1632781"/>
                <a:gd name="connsiteX375" fmla="*/ 705337 w 1632875"/>
                <a:gd name="connsiteY375" fmla="*/ 7204 h 1632781"/>
                <a:gd name="connsiteX376" fmla="*/ 711208 w 1632875"/>
                <a:gd name="connsiteY376" fmla="*/ 11655 h 1632781"/>
                <a:gd name="connsiteX377" fmla="*/ 706757 w 1632875"/>
                <a:gd name="connsiteY377" fmla="*/ 17526 h 1632781"/>
                <a:gd name="connsiteX378" fmla="*/ 652544 w 1632875"/>
                <a:gd name="connsiteY378" fmla="*/ 26854 h 1632781"/>
                <a:gd name="connsiteX379" fmla="*/ 651479 w 1632875"/>
                <a:gd name="connsiteY379" fmla="*/ 26877 h 1632781"/>
                <a:gd name="connsiteX380" fmla="*/ 928865 w 1632875"/>
                <a:gd name="connsiteY380" fmla="*/ 17881 h 1632781"/>
                <a:gd name="connsiteX381" fmla="*/ 928131 w 1632875"/>
                <a:gd name="connsiteY381" fmla="*/ 17881 h 1632781"/>
                <a:gd name="connsiteX382" fmla="*/ 873445 w 1632875"/>
                <a:gd name="connsiteY382" fmla="*/ 12176 h 1632781"/>
                <a:gd name="connsiteX383" fmla="*/ 868710 w 1632875"/>
                <a:gd name="connsiteY383" fmla="*/ 6613 h 1632781"/>
                <a:gd name="connsiteX384" fmla="*/ 874226 w 1632875"/>
                <a:gd name="connsiteY384" fmla="*/ 1878 h 1632781"/>
                <a:gd name="connsiteX385" fmla="*/ 874273 w 1632875"/>
                <a:gd name="connsiteY385" fmla="*/ 1878 h 1632781"/>
                <a:gd name="connsiteX386" fmla="*/ 929670 w 1632875"/>
                <a:gd name="connsiteY386" fmla="*/ 7654 h 1632781"/>
                <a:gd name="connsiteX387" fmla="*/ 934120 w 1632875"/>
                <a:gd name="connsiteY387" fmla="*/ 13525 h 1632781"/>
                <a:gd name="connsiteX388" fmla="*/ 928959 w 1632875"/>
                <a:gd name="connsiteY388" fmla="*/ 18023 h 1632781"/>
                <a:gd name="connsiteX389" fmla="*/ 761112 w 1632875"/>
                <a:gd name="connsiteY389" fmla="*/ 11987 h 1632781"/>
                <a:gd name="connsiteX390" fmla="*/ 756023 w 1632875"/>
                <a:gd name="connsiteY390" fmla="*/ 6660 h 1632781"/>
                <a:gd name="connsiteX391" fmla="*/ 760757 w 1632875"/>
                <a:gd name="connsiteY391" fmla="*/ 1594 h 1632781"/>
                <a:gd name="connsiteX392" fmla="*/ 816438 w 1632875"/>
                <a:gd name="connsiteY392" fmla="*/ -300 h 1632781"/>
                <a:gd name="connsiteX393" fmla="*/ 818498 w 1632875"/>
                <a:gd name="connsiteY393" fmla="*/ -300 h 1632781"/>
                <a:gd name="connsiteX394" fmla="*/ 823706 w 1632875"/>
                <a:gd name="connsiteY394" fmla="*/ 4908 h 1632781"/>
                <a:gd name="connsiteX395" fmla="*/ 818498 w 1632875"/>
                <a:gd name="connsiteY395" fmla="*/ 10117 h 1632781"/>
                <a:gd name="connsiteX396" fmla="*/ 816462 w 1632875"/>
                <a:gd name="connsiteY396" fmla="*/ 10117 h 1632781"/>
                <a:gd name="connsiteX397" fmla="*/ 761491 w 1632875"/>
                <a:gd name="connsiteY397" fmla="*/ 11987 h 1632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</a:cxnLst>
              <a:rect l="l" t="t" r="r" b="b"/>
              <a:pathLst>
                <a:path w="1632875" h="1632781">
                  <a:moveTo>
                    <a:pt x="816438" y="1632481"/>
                  </a:moveTo>
                  <a:lnTo>
                    <a:pt x="815420" y="1632481"/>
                  </a:lnTo>
                  <a:cubicBezTo>
                    <a:pt x="812556" y="1632481"/>
                    <a:pt x="810212" y="1630161"/>
                    <a:pt x="810212" y="1627273"/>
                  </a:cubicBezTo>
                  <a:cubicBezTo>
                    <a:pt x="810212" y="1624408"/>
                    <a:pt x="812556" y="1622065"/>
                    <a:pt x="815420" y="1622065"/>
                  </a:cubicBezTo>
                  <a:lnTo>
                    <a:pt x="816438" y="1622065"/>
                  </a:lnTo>
                  <a:cubicBezTo>
                    <a:pt x="834407" y="1622065"/>
                    <a:pt x="852564" y="1621473"/>
                    <a:pt x="870414" y="1620289"/>
                  </a:cubicBezTo>
                  <a:cubicBezTo>
                    <a:pt x="873279" y="1620053"/>
                    <a:pt x="875788" y="1622207"/>
                    <a:pt x="876025" y="1625071"/>
                  </a:cubicBezTo>
                  <a:cubicBezTo>
                    <a:pt x="876262" y="1627936"/>
                    <a:pt x="874107" y="1630445"/>
                    <a:pt x="871243" y="1630682"/>
                  </a:cubicBezTo>
                  <a:cubicBezTo>
                    <a:pt x="871195" y="1630682"/>
                    <a:pt x="871148" y="1630682"/>
                    <a:pt x="871101" y="1630682"/>
                  </a:cubicBezTo>
                  <a:cubicBezTo>
                    <a:pt x="853014" y="1631866"/>
                    <a:pt x="834643" y="1632481"/>
                    <a:pt x="816438" y="1632481"/>
                  </a:cubicBezTo>
                  <a:close/>
                  <a:moveTo>
                    <a:pt x="760094" y="1630540"/>
                  </a:moveTo>
                  <a:lnTo>
                    <a:pt x="759739" y="1630540"/>
                  </a:lnTo>
                  <a:cubicBezTo>
                    <a:pt x="741250" y="1629261"/>
                    <a:pt x="722619" y="1627344"/>
                    <a:pt x="704319" y="1624811"/>
                  </a:cubicBezTo>
                  <a:cubicBezTo>
                    <a:pt x="701478" y="1624408"/>
                    <a:pt x="699466" y="1621781"/>
                    <a:pt x="699868" y="1618939"/>
                  </a:cubicBezTo>
                  <a:cubicBezTo>
                    <a:pt x="700271" y="1616099"/>
                    <a:pt x="702899" y="1614087"/>
                    <a:pt x="705740" y="1614489"/>
                  </a:cubicBezTo>
                  <a:cubicBezTo>
                    <a:pt x="723803" y="1616999"/>
                    <a:pt x="742221" y="1618893"/>
                    <a:pt x="760450" y="1620147"/>
                  </a:cubicBezTo>
                  <a:cubicBezTo>
                    <a:pt x="763314" y="1620407"/>
                    <a:pt x="765421" y="1622941"/>
                    <a:pt x="765161" y="1625805"/>
                  </a:cubicBezTo>
                  <a:cubicBezTo>
                    <a:pt x="764900" y="1628433"/>
                    <a:pt x="762746" y="1630469"/>
                    <a:pt x="760094" y="1630540"/>
                  </a:cubicBezTo>
                  <a:close/>
                  <a:moveTo>
                    <a:pt x="925811" y="1625142"/>
                  </a:moveTo>
                  <a:cubicBezTo>
                    <a:pt x="922947" y="1625142"/>
                    <a:pt x="920603" y="1622822"/>
                    <a:pt x="920603" y="1619934"/>
                  </a:cubicBezTo>
                  <a:cubicBezTo>
                    <a:pt x="920579" y="1617330"/>
                    <a:pt x="922520" y="1615128"/>
                    <a:pt x="925101" y="1614773"/>
                  </a:cubicBezTo>
                  <a:cubicBezTo>
                    <a:pt x="943211" y="1612405"/>
                    <a:pt x="961440" y="1609210"/>
                    <a:pt x="979337" y="1605517"/>
                  </a:cubicBezTo>
                  <a:cubicBezTo>
                    <a:pt x="982155" y="1604925"/>
                    <a:pt x="984901" y="1606748"/>
                    <a:pt x="985492" y="1609565"/>
                  </a:cubicBezTo>
                  <a:cubicBezTo>
                    <a:pt x="986084" y="1612382"/>
                    <a:pt x="984261" y="1615128"/>
                    <a:pt x="981444" y="1615720"/>
                  </a:cubicBezTo>
                  <a:cubicBezTo>
                    <a:pt x="963310" y="1619461"/>
                    <a:pt x="944845" y="1622609"/>
                    <a:pt x="926498" y="1625190"/>
                  </a:cubicBezTo>
                  <a:close/>
                  <a:moveTo>
                    <a:pt x="650461" y="1615412"/>
                  </a:moveTo>
                  <a:cubicBezTo>
                    <a:pt x="650106" y="1615436"/>
                    <a:pt x="649751" y="1615436"/>
                    <a:pt x="649396" y="1615412"/>
                  </a:cubicBezTo>
                  <a:cubicBezTo>
                    <a:pt x="631309" y="1611625"/>
                    <a:pt x="613080" y="1607174"/>
                    <a:pt x="595278" y="1602155"/>
                  </a:cubicBezTo>
                  <a:cubicBezTo>
                    <a:pt x="592508" y="1601374"/>
                    <a:pt x="590898" y="1598509"/>
                    <a:pt x="591655" y="1595716"/>
                  </a:cubicBezTo>
                  <a:cubicBezTo>
                    <a:pt x="592437" y="1592946"/>
                    <a:pt x="595325" y="1591336"/>
                    <a:pt x="598095" y="1592117"/>
                  </a:cubicBezTo>
                  <a:cubicBezTo>
                    <a:pt x="615684" y="1597089"/>
                    <a:pt x="633605" y="1601587"/>
                    <a:pt x="651527" y="1605209"/>
                  </a:cubicBezTo>
                  <a:cubicBezTo>
                    <a:pt x="654344" y="1605825"/>
                    <a:pt x="656119" y="1608594"/>
                    <a:pt x="655504" y="1611411"/>
                  </a:cubicBezTo>
                  <a:cubicBezTo>
                    <a:pt x="655006" y="1613779"/>
                    <a:pt x="652899" y="1615483"/>
                    <a:pt x="650461" y="1615507"/>
                  </a:cubicBezTo>
                  <a:close/>
                  <a:moveTo>
                    <a:pt x="1034190" y="1602794"/>
                  </a:moveTo>
                  <a:cubicBezTo>
                    <a:pt x="1031325" y="1602794"/>
                    <a:pt x="1028981" y="1600474"/>
                    <a:pt x="1028981" y="1597586"/>
                  </a:cubicBezTo>
                  <a:cubicBezTo>
                    <a:pt x="1028981" y="1595242"/>
                    <a:pt x="1030544" y="1593183"/>
                    <a:pt x="1032793" y="1592567"/>
                  </a:cubicBezTo>
                  <a:cubicBezTo>
                    <a:pt x="1050382" y="1587666"/>
                    <a:pt x="1068019" y="1582080"/>
                    <a:pt x="1085230" y="1575995"/>
                  </a:cubicBezTo>
                  <a:cubicBezTo>
                    <a:pt x="1087953" y="1575025"/>
                    <a:pt x="1090912" y="1576445"/>
                    <a:pt x="1091883" y="1579168"/>
                  </a:cubicBezTo>
                  <a:cubicBezTo>
                    <a:pt x="1092853" y="1581890"/>
                    <a:pt x="1091433" y="1584849"/>
                    <a:pt x="1088710" y="1585820"/>
                  </a:cubicBezTo>
                  <a:cubicBezTo>
                    <a:pt x="1071286" y="1591999"/>
                    <a:pt x="1053413" y="1597657"/>
                    <a:pt x="1035586" y="1602628"/>
                  </a:cubicBezTo>
                  <a:cubicBezTo>
                    <a:pt x="1035136" y="1602747"/>
                    <a:pt x="1034687" y="1602818"/>
                    <a:pt x="1034213" y="1602794"/>
                  </a:cubicBezTo>
                  <a:close/>
                  <a:moveTo>
                    <a:pt x="543976" y="1585465"/>
                  </a:moveTo>
                  <a:cubicBezTo>
                    <a:pt x="543385" y="1585465"/>
                    <a:pt x="542793" y="1585370"/>
                    <a:pt x="542225" y="1585157"/>
                  </a:cubicBezTo>
                  <a:cubicBezTo>
                    <a:pt x="524824" y="1578931"/>
                    <a:pt x="507424" y="1572042"/>
                    <a:pt x="490497" y="1564632"/>
                  </a:cubicBezTo>
                  <a:cubicBezTo>
                    <a:pt x="487751" y="1563780"/>
                    <a:pt x="486212" y="1560868"/>
                    <a:pt x="487041" y="1558122"/>
                  </a:cubicBezTo>
                  <a:cubicBezTo>
                    <a:pt x="487893" y="1555376"/>
                    <a:pt x="490805" y="1553837"/>
                    <a:pt x="493551" y="1554665"/>
                  </a:cubicBezTo>
                  <a:cubicBezTo>
                    <a:pt x="493930" y="1554784"/>
                    <a:pt x="494309" y="1554950"/>
                    <a:pt x="494664" y="1555162"/>
                  </a:cubicBezTo>
                  <a:cubicBezTo>
                    <a:pt x="511377" y="1562454"/>
                    <a:pt x="528565" y="1569367"/>
                    <a:pt x="545728" y="1575427"/>
                  </a:cubicBezTo>
                  <a:cubicBezTo>
                    <a:pt x="548427" y="1576398"/>
                    <a:pt x="549847" y="1579381"/>
                    <a:pt x="548853" y="1582080"/>
                  </a:cubicBezTo>
                  <a:cubicBezTo>
                    <a:pt x="548119" y="1584163"/>
                    <a:pt x="546178" y="1585536"/>
                    <a:pt x="543976" y="1585536"/>
                  </a:cubicBezTo>
                  <a:close/>
                  <a:moveTo>
                    <a:pt x="1138567" y="1565816"/>
                  </a:moveTo>
                  <a:cubicBezTo>
                    <a:pt x="1135703" y="1565839"/>
                    <a:pt x="1133359" y="1563543"/>
                    <a:pt x="1133335" y="1560679"/>
                  </a:cubicBezTo>
                  <a:cubicBezTo>
                    <a:pt x="1133311" y="1558571"/>
                    <a:pt x="1134566" y="1556654"/>
                    <a:pt x="1136508" y="1555849"/>
                  </a:cubicBezTo>
                  <a:cubicBezTo>
                    <a:pt x="1153269" y="1548557"/>
                    <a:pt x="1169982" y="1540603"/>
                    <a:pt x="1186223" y="1532175"/>
                  </a:cubicBezTo>
                  <a:cubicBezTo>
                    <a:pt x="1188851" y="1531015"/>
                    <a:pt x="1191928" y="1532223"/>
                    <a:pt x="1193088" y="1534874"/>
                  </a:cubicBezTo>
                  <a:cubicBezTo>
                    <a:pt x="1194130" y="1537265"/>
                    <a:pt x="1193230" y="1540082"/>
                    <a:pt x="1190957" y="1541431"/>
                  </a:cubicBezTo>
                  <a:cubicBezTo>
                    <a:pt x="1174528" y="1549954"/>
                    <a:pt x="1157577" y="1558003"/>
                    <a:pt x="1140603" y="1565390"/>
                  </a:cubicBezTo>
                  <a:cubicBezTo>
                    <a:pt x="1139964" y="1565650"/>
                    <a:pt x="1139254" y="1565768"/>
                    <a:pt x="1138567" y="1565768"/>
                  </a:cubicBezTo>
                  <a:close/>
                  <a:moveTo>
                    <a:pt x="442558" y="1541195"/>
                  </a:moveTo>
                  <a:cubicBezTo>
                    <a:pt x="441729" y="1541195"/>
                    <a:pt x="440924" y="1540982"/>
                    <a:pt x="440191" y="1540603"/>
                  </a:cubicBezTo>
                  <a:cubicBezTo>
                    <a:pt x="423808" y="1532057"/>
                    <a:pt x="407497" y="1522848"/>
                    <a:pt x="391730" y="1513189"/>
                  </a:cubicBezTo>
                  <a:cubicBezTo>
                    <a:pt x="389363" y="1511555"/>
                    <a:pt x="388747" y="1508312"/>
                    <a:pt x="390381" y="1505945"/>
                  </a:cubicBezTo>
                  <a:cubicBezTo>
                    <a:pt x="391896" y="1503743"/>
                    <a:pt x="394808" y="1503033"/>
                    <a:pt x="397151" y="1504311"/>
                  </a:cubicBezTo>
                  <a:cubicBezTo>
                    <a:pt x="412729" y="1513781"/>
                    <a:pt x="428827" y="1522943"/>
                    <a:pt x="444996" y="1531370"/>
                  </a:cubicBezTo>
                  <a:cubicBezTo>
                    <a:pt x="447553" y="1532696"/>
                    <a:pt x="448524" y="1535845"/>
                    <a:pt x="447198" y="1538402"/>
                  </a:cubicBezTo>
                  <a:cubicBezTo>
                    <a:pt x="446322" y="1540106"/>
                    <a:pt x="444546" y="1541171"/>
                    <a:pt x="442629" y="1541195"/>
                  </a:cubicBezTo>
                  <a:close/>
                  <a:moveTo>
                    <a:pt x="1236790" y="1514846"/>
                  </a:moveTo>
                  <a:cubicBezTo>
                    <a:pt x="1233925" y="1514846"/>
                    <a:pt x="1231581" y="1512526"/>
                    <a:pt x="1231558" y="1509661"/>
                  </a:cubicBezTo>
                  <a:cubicBezTo>
                    <a:pt x="1231558" y="1507839"/>
                    <a:pt x="1232505" y="1506134"/>
                    <a:pt x="1234067" y="1505187"/>
                  </a:cubicBezTo>
                  <a:cubicBezTo>
                    <a:pt x="1249669" y="1495718"/>
                    <a:pt x="1265151" y="1485538"/>
                    <a:pt x="1280089" y="1474980"/>
                  </a:cubicBezTo>
                  <a:cubicBezTo>
                    <a:pt x="1282433" y="1473322"/>
                    <a:pt x="1285700" y="1473891"/>
                    <a:pt x="1287357" y="1476234"/>
                  </a:cubicBezTo>
                  <a:cubicBezTo>
                    <a:pt x="1289014" y="1478578"/>
                    <a:pt x="1288446" y="1481845"/>
                    <a:pt x="1286102" y="1483502"/>
                  </a:cubicBezTo>
                  <a:cubicBezTo>
                    <a:pt x="1270975" y="1494179"/>
                    <a:pt x="1255326" y="1504477"/>
                    <a:pt x="1239489" y="1514089"/>
                  </a:cubicBezTo>
                  <a:cubicBezTo>
                    <a:pt x="1238707" y="1514538"/>
                    <a:pt x="1237808" y="1514775"/>
                    <a:pt x="1236908" y="1514798"/>
                  </a:cubicBezTo>
                  <a:close/>
                  <a:moveTo>
                    <a:pt x="348194" y="1483502"/>
                  </a:moveTo>
                  <a:cubicBezTo>
                    <a:pt x="347105" y="1483502"/>
                    <a:pt x="346064" y="1483171"/>
                    <a:pt x="345188" y="1482531"/>
                  </a:cubicBezTo>
                  <a:cubicBezTo>
                    <a:pt x="330107" y="1471854"/>
                    <a:pt x="315193" y="1460491"/>
                    <a:pt x="300870" y="1448796"/>
                  </a:cubicBezTo>
                  <a:cubicBezTo>
                    <a:pt x="298669" y="1446950"/>
                    <a:pt x="298385" y="1443659"/>
                    <a:pt x="300231" y="1441457"/>
                  </a:cubicBezTo>
                  <a:cubicBezTo>
                    <a:pt x="302030" y="1439303"/>
                    <a:pt x="305250" y="1438972"/>
                    <a:pt x="307452" y="1440724"/>
                  </a:cubicBezTo>
                  <a:cubicBezTo>
                    <a:pt x="321656" y="1452276"/>
                    <a:pt x="336334" y="1463498"/>
                    <a:pt x="351225" y="1474056"/>
                  </a:cubicBezTo>
                  <a:cubicBezTo>
                    <a:pt x="353568" y="1475713"/>
                    <a:pt x="354136" y="1478957"/>
                    <a:pt x="352503" y="1481300"/>
                  </a:cubicBezTo>
                  <a:cubicBezTo>
                    <a:pt x="351509" y="1482721"/>
                    <a:pt x="349899" y="1483549"/>
                    <a:pt x="348194" y="1483525"/>
                  </a:cubicBezTo>
                  <a:close/>
                  <a:moveTo>
                    <a:pt x="1327248" y="1450998"/>
                  </a:moveTo>
                  <a:cubicBezTo>
                    <a:pt x="1324359" y="1450998"/>
                    <a:pt x="1322039" y="1448678"/>
                    <a:pt x="1322016" y="1445813"/>
                  </a:cubicBezTo>
                  <a:cubicBezTo>
                    <a:pt x="1322016" y="1444227"/>
                    <a:pt x="1322725" y="1442736"/>
                    <a:pt x="1323957" y="1441741"/>
                  </a:cubicBezTo>
                  <a:cubicBezTo>
                    <a:pt x="1338161" y="1430212"/>
                    <a:pt x="1352081" y="1418068"/>
                    <a:pt x="1365457" y="1405592"/>
                  </a:cubicBezTo>
                  <a:cubicBezTo>
                    <a:pt x="1367564" y="1403626"/>
                    <a:pt x="1370854" y="1403745"/>
                    <a:pt x="1372820" y="1405852"/>
                  </a:cubicBezTo>
                  <a:cubicBezTo>
                    <a:pt x="1374784" y="1407959"/>
                    <a:pt x="1374666" y="1411249"/>
                    <a:pt x="1372559" y="1413214"/>
                  </a:cubicBezTo>
                  <a:cubicBezTo>
                    <a:pt x="1359018" y="1425833"/>
                    <a:pt x="1344884" y="1438143"/>
                    <a:pt x="1330538" y="1449814"/>
                  </a:cubicBezTo>
                  <a:cubicBezTo>
                    <a:pt x="1329639" y="1450524"/>
                    <a:pt x="1328526" y="1450927"/>
                    <a:pt x="1327365" y="1450950"/>
                  </a:cubicBezTo>
                  <a:close/>
                  <a:moveTo>
                    <a:pt x="262495" y="1413546"/>
                  </a:moveTo>
                  <a:cubicBezTo>
                    <a:pt x="261169" y="1413546"/>
                    <a:pt x="259891" y="1413025"/>
                    <a:pt x="258920" y="1412126"/>
                  </a:cubicBezTo>
                  <a:cubicBezTo>
                    <a:pt x="245426" y="1399484"/>
                    <a:pt x="232169" y="1386227"/>
                    <a:pt x="219551" y="1372708"/>
                  </a:cubicBezTo>
                  <a:cubicBezTo>
                    <a:pt x="217586" y="1370602"/>
                    <a:pt x="217704" y="1367311"/>
                    <a:pt x="219811" y="1365346"/>
                  </a:cubicBezTo>
                  <a:cubicBezTo>
                    <a:pt x="221918" y="1363381"/>
                    <a:pt x="225209" y="1363500"/>
                    <a:pt x="227174" y="1365606"/>
                  </a:cubicBezTo>
                  <a:cubicBezTo>
                    <a:pt x="239626" y="1378959"/>
                    <a:pt x="252694" y="1392050"/>
                    <a:pt x="266046" y="1404526"/>
                  </a:cubicBezTo>
                  <a:cubicBezTo>
                    <a:pt x="268153" y="1406491"/>
                    <a:pt x="268272" y="1409782"/>
                    <a:pt x="266307" y="1411889"/>
                  </a:cubicBezTo>
                  <a:cubicBezTo>
                    <a:pt x="265312" y="1412954"/>
                    <a:pt x="263939" y="1413546"/>
                    <a:pt x="262495" y="1413546"/>
                  </a:cubicBezTo>
                  <a:close/>
                  <a:moveTo>
                    <a:pt x="1408307" y="1375526"/>
                  </a:moveTo>
                  <a:cubicBezTo>
                    <a:pt x="1406981" y="1375526"/>
                    <a:pt x="1405702" y="1375029"/>
                    <a:pt x="1404756" y="1374105"/>
                  </a:cubicBezTo>
                  <a:cubicBezTo>
                    <a:pt x="1402648" y="1372140"/>
                    <a:pt x="1402530" y="1368850"/>
                    <a:pt x="1404495" y="1366743"/>
                  </a:cubicBezTo>
                  <a:cubicBezTo>
                    <a:pt x="1404495" y="1366743"/>
                    <a:pt x="1404495" y="1366743"/>
                    <a:pt x="1404495" y="1366743"/>
                  </a:cubicBezTo>
                  <a:cubicBezTo>
                    <a:pt x="1416995" y="1353414"/>
                    <a:pt x="1429186" y="1339495"/>
                    <a:pt x="1440740" y="1325361"/>
                  </a:cubicBezTo>
                  <a:cubicBezTo>
                    <a:pt x="1442420" y="1323017"/>
                    <a:pt x="1445688" y="1322496"/>
                    <a:pt x="1448008" y="1324177"/>
                  </a:cubicBezTo>
                  <a:cubicBezTo>
                    <a:pt x="1450351" y="1325858"/>
                    <a:pt x="1450872" y="1329125"/>
                    <a:pt x="1449191" y="1331445"/>
                  </a:cubicBezTo>
                  <a:cubicBezTo>
                    <a:pt x="1449073" y="1331635"/>
                    <a:pt x="1448931" y="1331777"/>
                    <a:pt x="1448788" y="1331942"/>
                  </a:cubicBezTo>
                  <a:cubicBezTo>
                    <a:pt x="1437094" y="1346265"/>
                    <a:pt x="1424760" y="1360351"/>
                    <a:pt x="1412118" y="1373869"/>
                  </a:cubicBezTo>
                  <a:cubicBezTo>
                    <a:pt x="1411124" y="1374887"/>
                    <a:pt x="1409750" y="1375479"/>
                    <a:pt x="1408330" y="1375479"/>
                  </a:cubicBezTo>
                  <a:close/>
                  <a:moveTo>
                    <a:pt x="187070" y="1332605"/>
                  </a:moveTo>
                  <a:cubicBezTo>
                    <a:pt x="185508" y="1332629"/>
                    <a:pt x="184017" y="1331918"/>
                    <a:pt x="183022" y="1330687"/>
                  </a:cubicBezTo>
                  <a:cubicBezTo>
                    <a:pt x="171351" y="1316365"/>
                    <a:pt x="160011" y="1301427"/>
                    <a:pt x="149311" y="1286299"/>
                  </a:cubicBezTo>
                  <a:cubicBezTo>
                    <a:pt x="147654" y="1283955"/>
                    <a:pt x="148222" y="1280689"/>
                    <a:pt x="150566" y="1279032"/>
                  </a:cubicBezTo>
                  <a:cubicBezTo>
                    <a:pt x="152909" y="1277375"/>
                    <a:pt x="156176" y="1277943"/>
                    <a:pt x="157833" y="1280286"/>
                  </a:cubicBezTo>
                  <a:cubicBezTo>
                    <a:pt x="168368" y="1295224"/>
                    <a:pt x="179566" y="1309950"/>
                    <a:pt x="191095" y="1324107"/>
                  </a:cubicBezTo>
                  <a:cubicBezTo>
                    <a:pt x="192918" y="1326332"/>
                    <a:pt x="192586" y="1329622"/>
                    <a:pt x="190337" y="1331445"/>
                  </a:cubicBezTo>
                  <a:cubicBezTo>
                    <a:pt x="189414" y="1332179"/>
                    <a:pt x="188254" y="1332605"/>
                    <a:pt x="187070" y="1332605"/>
                  </a:cubicBezTo>
                  <a:close/>
                  <a:moveTo>
                    <a:pt x="1478310" y="1289827"/>
                  </a:moveTo>
                  <a:cubicBezTo>
                    <a:pt x="1475445" y="1289850"/>
                    <a:pt x="1473101" y="1287530"/>
                    <a:pt x="1473101" y="1284666"/>
                  </a:cubicBezTo>
                  <a:cubicBezTo>
                    <a:pt x="1473078" y="1283577"/>
                    <a:pt x="1473433" y="1282512"/>
                    <a:pt x="1474072" y="1281612"/>
                  </a:cubicBezTo>
                  <a:cubicBezTo>
                    <a:pt x="1484655" y="1266721"/>
                    <a:pt x="1494834" y="1251262"/>
                    <a:pt x="1504374" y="1235732"/>
                  </a:cubicBezTo>
                  <a:cubicBezTo>
                    <a:pt x="1506008" y="1233365"/>
                    <a:pt x="1509251" y="1232749"/>
                    <a:pt x="1511619" y="1234383"/>
                  </a:cubicBezTo>
                  <a:cubicBezTo>
                    <a:pt x="1513820" y="1235874"/>
                    <a:pt x="1514531" y="1238810"/>
                    <a:pt x="1513252" y="1241154"/>
                  </a:cubicBezTo>
                  <a:cubicBezTo>
                    <a:pt x="1503617" y="1256920"/>
                    <a:pt x="1493295" y="1272545"/>
                    <a:pt x="1482476" y="1287649"/>
                  </a:cubicBezTo>
                  <a:cubicBezTo>
                    <a:pt x="1481506" y="1288974"/>
                    <a:pt x="1479967" y="1289756"/>
                    <a:pt x="1478333" y="1289780"/>
                  </a:cubicBezTo>
                  <a:close/>
                  <a:moveTo>
                    <a:pt x="123175" y="1242195"/>
                  </a:moveTo>
                  <a:cubicBezTo>
                    <a:pt x="121352" y="1242195"/>
                    <a:pt x="119671" y="1241272"/>
                    <a:pt x="118724" y="1239709"/>
                  </a:cubicBezTo>
                  <a:cubicBezTo>
                    <a:pt x="109089" y="1223895"/>
                    <a:pt x="99785" y="1207537"/>
                    <a:pt x="91357" y="1191131"/>
                  </a:cubicBezTo>
                  <a:cubicBezTo>
                    <a:pt x="89818" y="1188692"/>
                    <a:pt x="90552" y="1185473"/>
                    <a:pt x="92991" y="1183957"/>
                  </a:cubicBezTo>
                  <a:cubicBezTo>
                    <a:pt x="95429" y="1182419"/>
                    <a:pt x="98649" y="1183153"/>
                    <a:pt x="100164" y="1185591"/>
                  </a:cubicBezTo>
                  <a:cubicBezTo>
                    <a:pt x="100330" y="1185828"/>
                    <a:pt x="100472" y="1186112"/>
                    <a:pt x="100590" y="1186396"/>
                  </a:cubicBezTo>
                  <a:cubicBezTo>
                    <a:pt x="109018" y="1202613"/>
                    <a:pt x="118109" y="1218735"/>
                    <a:pt x="127625" y="1234359"/>
                  </a:cubicBezTo>
                  <a:cubicBezTo>
                    <a:pt x="129093" y="1236797"/>
                    <a:pt x="128312" y="1239970"/>
                    <a:pt x="125874" y="1241461"/>
                  </a:cubicBezTo>
                  <a:cubicBezTo>
                    <a:pt x="125069" y="1241958"/>
                    <a:pt x="124122" y="1242219"/>
                    <a:pt x="123175" y="1242195"/>
                  </a:cubicBezTo>
                  <a:close/>
                  <a:moveTo>
                    <a:pt x="1536098" y="1195510"/>
                  </a:moveTo>
                  <a:cubicBezTo>
                    <a:pt x="1535269" y="1195510"/>
                    <a:pt x="1534464" y="1195297"/>
                    <a:pt x="1533730" y="1194919"/>
                  </a:cubicBezTo>
                  <a:cubicBezTo>
                    <a:pt x="1531173" y="1193593"/>
                    <a:pt x="1530155" y="1190468"/>
                    <a:pt x="1531481" y="1187911"/>
                  </a:cubicBezTo>
                  <a:cubicBezTo>
                    <a:pt x="1531505" y="1187864"/>
                    <a:pt x="1531505" y="1187840"/>
                    <a:pt x="1531529" y="1187816"/>
                  </a:cubicBezTo>
                  <a:cubicBezTo>
                    <a:pt x="1539980" y="1171647"/>
                    <a:pt x="1547958" y="1154981"/>
                    <a:pt x="1555203" y="1138267"/>
                  </a:cubicBezTo>
                  <a:cubicBezTo>
                    <a:pt x="1556670" y="1135781"/>
                    <a:pt x="1559842" y="1134953"/>
                    <a:pt x="1562328" y="1136421"/>
                  </a:cubicBezTo>
                  <a:cubicBezTo>
                    <a:pt x="1564411" y="1137628"/>
                    <a:pt x="1565382" y="1140137"/>
                    <a:pt x="1564672" y="1142434"/>
                  </a:cubicBezTo>
                  <a:cubicBezTo>
                    <a:pt x="1557262" y="1159360"/>
                    <a:pt x="1549166" y="1176263"/>
                    <a:pt x="1540619" y="1192646"/>
                  </a:cubicBezTo>
                  <a:cubicBezTo>
                    <a:pt x="1539743" y="1194350"/>
                    <a:pt x="1538015" y="1195416"/>
                    <a:pt x="1536098" y="1195463"/>
                  </a:cubicBezTo>
                  <a:close/>
                  <a:moveTo>
                    <a:pt x="72134" y="1143901"/>
                  </a:moveTo>
                  <a:cubicBezTo>
                    <a:pt x="70075" y="1143878"/>
                    <a:pt x="68228" y="1142647"/>
                    <a:pt x="67399" y="1140776"/>
                  </a:cubicBezTo>
                  <a:cubicBezTo>
                    <a:pt x="60013" y="1123779"/>
                    <a:pt x="53195" y="1106331"/>
                    <a:pt x="46922" y="1088884"/>
                  </a:cubicBezTo>
                  <a:cubicBezTo>
                    <a:pt x="45856" y="1086209"/>
                    <a:pt x="47135" y="1083178"/>
                    <a:pt x="49810" y="1082113"/>
                  </a:cubicBezTo>
                  <a:cubicBezTo>
                    <a:pt x="52485" y="1081024"/>
                    <a:pt x="55515" y="1082326"/>
                    <a:pt x="56580" y="1085001"/>
                  </a:cubicBezTo>
                  <a:cubicBezTo>
                    <a:pt x="56628" y="1085119"/>
                    <a:pt x="56675" y="1085238"/>
                    <a:pt x="56723" y="1085380"/>
                  </a:cubicBezTo>
                  <a:cubicBezTo>
                    <a:pt x="62854" y="1102614"/>
                    <a:pt x="69648" y="1119849"/>
                    <a:pt x="76964" y="1136610"/>
                  </a:cubicBezTo>
                  <a:cubicBezTo>
                    <a:pt x="78100" y="1139261"/>
                    <a:pt x="76893" y="1142315"/>
                    <a:pt x="74265" y="1143475"/>
                  </a:cubicBezTo>
                  <a:cubicBezTo>
                    <a:pt x="73578" y="1143736"/>
                    <a:pt x="72868" y="1143878"/>
                    <a:pt x="72134" y="1143854"/>
                  </a:cubicBezTo>
                  <a:close/>
                  <a:moveTo>
                    <a:pt x="1580439" y="1094186"/>
                  </a:moveTo>
                  <a:cubicBezTo>
                    <a:pt x="1577550" y="1094186"/>
                    <a:pt x="1575230" y="1091866"/>
                    <a:pt x="1575207" y="1089002"/>
                  </a:cubicBezTo>
                  <a:cubicBezTo>
                    <a:pt x="1575207" y="1088387"/>
                    <a:pt x="1575302" y="1087795"/>
                    <a:pt x="1575514" y="1087227"/>
                  </a:cubicBezTo>
                  <a:cubicBezTo>
                    <a:pt x="1581693" y="1070016"/>
                    <a:pt x="1587351" y="1052402"/>
                    <a:pt x="1592299" y="1034836"/>
                  </a:cubicBezTo>
                  <a:cubicBezTo>
                    <a:pt x="1592938" y="1032019"/>
                    <a:pt x="1595732" y="1030267"/>
                    <a:pt x="1598525" y="1030906"/>
                  </a:cubicBezTo>
                  <a:cubicBezTo>
                    <a:pt x="1601343" y="1031546"/>
                    <a:pt x="1603095" y="1034339"/>
                    <a:pt x="1602455" y="1037132"/>
                  </a:cubicBezTo>
                  <a:cubicBezTo>
                    <a:pt x="1602408" y="1037322"/>
                    <a:pt x="1602361" y="1037488"/>
                    <a:pt x="1602313" y="1037654"/>
                  </a:cubicBezTo>
                  <a:cubicBezTo>
                    <a:pt x="1597294" y="1055456"/>
                    <a:pt x="1591565" y="1073306"/>
                    <a:pt x="1585339" y="1090730"/>
                  </a:cubicBezTo>
                  <a:cubicBezTo>
                    <a:pt x="1584581" y="1092837"/>
                    <a:pt x="1582593" y="1094234"/>
                    <a:pt x="1580367" y="1094210"/>
                  </a:cubicBezTo>
                  <a:close/>
                  <a:moveTo>
                    <a:pt x="35037" y="1039500"/>
                  </a:moveTo>
                  <a:cubicBezTo>
                    <a:pt x="32694" y="1039500"/>
                    <a:pt x="30658" y="1037938"/>
                    <a:pt x="30018" y="1035689"/>
                  </a:cubicBezTo>
                  <a:cubicBezTo>
                    <a:pt x="25047" y="1017886"/>
                    <a:pt x="20549" y="999657"/>
                    <a:pt x="16879" y="981546"/>
                  </a:cubicBezTo>
                  <a:cubicBezTo>
                    <a:pt x="16122" y="978777"/>
                    <a:pt x="17755" y="975912"/>
                    <a:pt x="20525" y="975155"/>
                  </a:cubicBezTo>
                  <a:cubicBezTo>
                    <a:pt x="23295" y="974397"/>
                    <a:pt x="26160" y="976007"/>
                    <a:pt x="26917" y="978800"/>
                  </a:cubicBezTo>
                  <a:cubicBezTo>
                    <a:pt x="26988" y="979014"/>
                    <a:pt x="27036" y="979226"/>
                    <a:pt x="27059" y="979440"/>
                  </a:cubicBezTo>
                  <a:cubicBezTo>
                    <a:pt x="30776" y="997313"/>
                    <a:pt x="35132" y="1015305"/>
                    <a:pt x="40056" y="1032872"/>
                  </a:cubicBezTo>
                  <a:cubicBezTo>
                    <a:pt x="40837" y="1035641"/>
                    <a:pt x="39204" y="1038529"/>
                    <a:pt x="36434" y="1039311"/>
                  </a:cubicBezTo>
                  <a:cubicBezTo>
                    <a:pt x="35984" y="1039429"/>
                    <a:pt x="35511" y="1039500"/>
                    <a:pt x="35037" y="1039523"/>
                  </a:cubicBezTo>
                  <a:close/>
                  <a:moveTo>
                    <a:pt x="1610504" y="987702"/>
                  </a:moveTo>
                  <a:cubicBezTo>
                    <a:pt x="1610149" y="987702"/>
                    <a:pt x="1609794" y="987654"/>
                    <a:pt x="1609439" y="987583"/>
                  </a:cubicBezTo>
                  <a:cubicBezTo>
                    <a:pt x="1606622" y="986991"/>
                    <a:pt x="1604823" y="984222"/>
                    <a:pt x="1605415" y="981405"/>
                  </a:cubicBezTo>
                  <a:cubicBezTo>
                    <a:pt x="1605415" y="981405"/>
                    <a:pt x="1605415" y="981405"/>
                    <a:pt x="1605415" y="981405"/>
                  </a:cubicBezTo>
                  <a:cubicBezTo>
                    <a:pt x="1609131" y="963578"/>
                    <a:pt x="1612303" y="945349"/>
                    <a:pt x="1614884" y="927215"/>
                  </a:cubicBezTo>
                  <a:cubicBezTo>
                    <a:pt x="1615286" y="924374"/>
                    <a:pt x="1617914" y="922386"/>
                    <a:pt x="1620779" y="922764"/>
                  </a:cubicBezTo>
                  <a:cubicBezTo>
                    <a:pt x="1623620" y="923167"/>
                    <a:pt x="1625608" y="925818"/>
                    <a:pt x="1625205" y="928660"/>
                  </a:cubicBezTo>
                  <a:cubicBezTo>
                    <a:pt x="1622673" y="947007"/>
                    <a:pt x="1619453" y="965472"/>
                    <a:pt x="1615736" y="983559"/>
                  </a:cubicBezTo>
                  <a:cubicBezTo>
                    <a:pt x="1615239" y="986021"/>
                    <a:pt x="1613037" y="987797"/>
                    <a:pt x="1610504" y="987725"/>
                  </a:cubicBezTo>
                  <a:close/>
                  <a:moveTo>
                    <a:pt x="12524" y="931121"/>
                  </a:moveTo>
                  <a:cubicBezTo>
                    <a:pt x="9919" y="931121"/>
                    <a:pt x="7741" y="929204"/>
                    <a:pt x="7386" y="926623"/>
                  </a:cubicBezTo>
                  <a:cubicBezTo>
                    <a:pt x="4877" y="908324"/>
                    <a:pt x="3007" y="889669"/>
                    <a:pt x="1752" y="871203"/>
                  </a:cubicBezTo>
                  <a:cubicBezTo>
                    <a:pt x="1563" y="868338"/>
                    <a:pt x="3717" y="865853"/>
                    <a:pt x="6605" y="865663"/>
                  </a:cubicBezTo>
                  <a:cubicBezTo>
                    <a:pt x="9470" y="865450"/>
                    <a:pt x="11955" y="867628"/>
                    <a:pt x="12145" y="870493"/>
                  </a:cubicBezTo>
                  <a:cubicBezTo>
                    <a:pt x="13376" y="888745"/>
                    <a:pt x="15246" y="907140"/>
                    <a:pt x="17708" y="925227"/>
                  </a:cubicBezTo>
                  <a:cubicBezTo>
                    <a:pt x="18087" y="928068"/>
                    <a:pt x="16075" y="930695"/>
                    <a:pt x="13234" y="931074"/>
                  </a:cubicBezTo>
                  <a:cubicBezTo>
                    <a:pt x="13021" y="931121"/>
                    <a:pt x="12831" y="931145"/>
                    <a:pt x="12618" y="931145"/>
                  </a:cubicBezTo>
                  <a:close/>
                  <a:moveTo>
                    <a:pt x="1625608" y="878092"/>
                  </a:moveTo>
                  <a:lnTo>
                    <a:pt x="1625348" y="878092"/>
                  </a:lnTo>
                  <a:cubicBezTo>
                    <a:pt x="1622483" y="877903"/>
                    <a:pt x="1620305" y="875417"/>
                    <a:pt x="1620494" y="872552"/>
                  </a:cubicBezTo>
                  <a:cubicBezTo>
                    <a:pt x="1621773" y="854347"/>
                    <a:pt x="1622436" y="835858"/>
                    <a:pt x="1622460" y="817558"/>
                  </a:cubicBezTo>
                  <a:cubicBezTo>
                    <a:pt x="1622483" y="814694"/>
                    <a:pt x="1624803" y="812374"/>
                    <a:pt x="1627668" y="812374"/>
                  </a:cubicBezTo>
                  <a:lnTo>
                    <a:pt x="1627668" y="812374"/>
                  </a:lnTo>
                  <a:cubicBezTo>
                    <a:pt x="1630532" y="812350"/>
                    <a:pt x="1632852" y="814670"/>
                    <a:pt x="1632876" y="817535"/>
                  </a:cubicBezTo>
                  <a:cubicBezTo>
                    <a:pt x="1632876" y="817558"/>
                    <a:pt x="1632876" y="817558"/>
                    <a:pt x="1632876" y="817582"/>
                  </a:cubicBezTo>
                  <a:cubicBezTo>
                    <a:pt x="1632876" y="836118"/>
                    <a:pt x="1632165" y="854845"/>
                    <a:pt x="1630888" y="873263"/>
                  </a:cubicBezTo>
                  <a:cubicBezTo>
                    <a:pt x="1630698" y="875985"/>
                    <a:pt x="1628425" y="878116"/>
                    <a:pt x="1625703" y="878116"/>
                  </a:cubicBezTo>
                  <a:close/>
                  <a:moveTo>
                    <a:pt x="5208" y="820802"/>
                  </a:moveTo>
                  <a:lnTo>
                    <a:pt x="5208" y="820802"/>
                  </a:lnTo>
                  <a:cubicBezTo>
                    <a:pt x="2344" y="820778"/>
                    <a:pt x="24" y="818458"/>
                    <a:pt x="0" y="815593"/>
                  </a:cubicBezTo>
                  <a:cubicBezTo>
                    <a:pt x="0" y="797057"/>
                    <a:pt x="663" y="778307"/>
                    <a:pt x="1918" y="759889"/>
                  </a:cubicBezTo>
                  <a:cubicBezTo>
                    <a:pt x="2202" y="757072"/>
                    <a:pt x="4664" y="754965"/>
                    <a:pt x="7481" y="755154"/>
                  </a:cubicBezTo>
                  <a:cubicBezTo>
                    <a:pt x="10298" y="755391"/>
                    <a:pt x="12429" y="757853"/>
                    <a:pt x="12216" y="760694"/>
                  </a:cubicBezTo>
                  <a:cubicBezTo>
                    <a:pt x="10985" y="778875"/>
                    <a:pt x="10346" y="797388"/>
                    <a:pt x="10346" y="815688"/>
                  </a:cubicBezTo>
                  <a:cubicBezTo>
                    <a:pt x="10275" y="818505"/>
                    <a:pt x="8025" y="820754"/>
                    <a:pt x="5208" y="820802"/>
                  </a:cubicBezTo>
                  <a:close/>
                  <a:moveTo>
                    <a:pt x="1625892" y="767488"/>
                  </a:moveTo>
                  <a:cubicBezTo>
                    <a:pt x="1623194" y="767488"/>
                    <a:pt x="1620944" y="765429"/>
                    <a:pt x="1620708" y="762753"/>
                  </a:cubicBezTo>
                  <a:cubicBezTo>
                    <a:pt x="1619500" y="744501"/>
                    <a:pt x="1617654" y="726083"/>
                    <a:pt x="1615215" y="708020"/>
                  </a:cubicBezTo>
                  <a:cubicBezTo>
                    <a:pt x="1614837" y="705155"/>
                    <a:pt x="1616825" y="702527"/>
                    <a:pt x="1619690" y="702149"/>
                  </a:cubicBezTo>
                  <a:cubicBezTo>
                    <a:pt x="1622554" y="701770"/>
                    <a:pt x="1625182" y="703759"/>
                    <a:pt x="1625561" y="706623"/>
                  </a:cubicBezTo>
                  <a:cubicBezTo>
                    <a:pt x="1627928" y="724946"/>
                    <a:pt x="1629893" y="743578"/>
                    <a:pt x="1631100" y="762067"/>
                  </a:cubicBezTo>
                  <a:cubicBezTo>
                    <a:pt x="1631290" y="764884"/>
                    <a:pt x="1629183" y="767346"/>
                    <a:pt x="1626365" y="767607"/>
                  </a:cubicBezTo>
                  <a:close/>
                  <a:moveTo>
                    <a:pt x="12784" y="710387"/>
                  </a:moveTo>
                  <a:cubicBezTo>
                    <a:pt x="12547" y="710411"/>
                    <a:pt x="12311" y="710411"/>
                    <a:pt x="12074" y="710387"/>
                  </a:cubicBezTo>
                  <a:cubicBezTo>
                    <a:pt x="9233" y="710008"/>
                    <a:pt x="7244" y="707404"/>
                    <a:pt x="7623" y="704563"/>
                  </a:cubicBezTo>
                  <a:cubicBezTo>
                    <a:pt x="7623" y="704540"/>
                    <a:pt x="7623" y="704540"/>
                    <a:pt x="7623" y="704516"/>
                  </a:cubicBezTo>
                  <a:cubicBezTo>
                    <a:pt x="10132" y="686192"/>
                    <a:pt x="13328" y="667703"/>
                    <a:pt x="17093" y="649616"/>
                  </a:cubicBezTo>
                  <a:cubicBezTo>
                    <a:pt x="17519" y="646776"/>
                    <a:pt x="20170" y="644811"/>
                    <a:pt x="23035" y="645237"/>
                  </a:cubicBezTo>
                  <a:cubicBezTo>
                    <a:pt x="25876" y="645687"/>
                    <a:pt x="27817" y="648338"/>
                    <a:pt x="27391" y="651179"/>
                  </a:cubicBezTo>
                  <a:cubicBezTo>
                    <a:pt x="27367" y="651368"/>
                    <a:pt x="27320" y="651558"/>
                    <a:pt x="27272" y="651747"/>
                  </a:cubicBezTo>
                  <a:cubicBezTo>
                    <a:pt x="23556" y="669597"/>
                    <a:pt x="20430" y="687850"/>
                    <a:pt x="17945" y="705936"/>
                  </a:cubicBezTo>
                  <a:cubicBezTo>
                    <a:pt x="17542" y="708470"/>
                    <a:pt x="15341" y="710340"/>
                    <a:pt x="12784" y="710340"/>
                  </a:cubicBezTo>
                  <a:close/>
                  <a:moveTo>
                    <a:pt x="1611120" y="657831"/>
                  </a:moveTo>
                  <a:cubicBezTo>
                    <a:pt x="1608658" y="657831"/>
                    <a:pt x="1606527" y="656103"/>
                    <a:pt x="1606030" y="653688"/>
                  </a:cubicBezTo>
                  <a:cubicBezTo>
                    <a:pt x="1602337" y="635791"/>
                    <a:pt x="1598004" y="617799"/>
                    <a:pt x="1593104" y="600209"/>
                  </a:cubicBezTo>
                  <a:cubicBezTo>
                    <a:pt x="1592323" y="597439"/>
                    <a:pt x="1593956" y="594575"/>
                    <a:pt x="1596726" y="593794"/>
                  </a:cubicBezTo>
                  <a:cubicBezTo>
                    <a:pt x="1599496" y="593012"/>
                    <a:pt x="1602361" y="594646"/>
                    <a:pt x="1603142" y="597416"/>
                  </a:cubicBezTo>
                  <a:cubicBezTo>
                    <a:pt x="1608089" y="615242"/>
                    <a:pt x="1612611" y="633447"/>
                    <a:pt x="1616233" y="651581"/>
                  </a:cubicBezTo>
                  <a:cubicBezTo>
                    <a:pt x="1616801" y="654398"/>
                    <a:pt x="1614979" y="657145"/>
                    <a:pt x="1612161" y="657737"/>
                  </a:cubicBezTo>
                  <a:cubicBezTo>
                    <a:pt x="1611830" y="657784"/>
                    <a:pt x="1611475" y="657808"/>
                    <a:pt x="1611143" y="657784"/>
                  </a:cubicBezTo>
                  <a:close/>
                  <a:moveTo>
                    <a:pt x="35321" y="602056"/>
                  </a:moveTo>
                  <a:cubicBezTo>
                    <a:pt x="34848" y="602056"/>
                    <a:pt x="34351" y="602008"/>
                    <a:pt x="33901" y="601866"/>
                  </a:cubicBezTo>
                  <a:cubicBezTo>
                    <a:pt x="31131" y="601109"/>
                    <a:pt x="29521" y="598244"/>
                    <a:pt x="30303" y="595474"/>
                  </a:cubicBezTo>
                  <a:cubicBezTo>
                    <a:pt x="30303" y="595474"/>
                    <a:pt x="30303" y="595451"/>
                    <a:pt x="30303" y="595451"/>
                  </a:cubicBezTo>
                  <a:cubicBezTo>
                    <a:pt x="35298" y="577648"/>
                    <a:pt x="41003" y="559774"/>
                    <a:pt x="47206" y="542351"/>
                  </a:cubicBezTo>
                  <a:cubicBezTo>
                    <a:pt x="48176" y="539628"/>
                    <a:pt x="51159" y="538231"/>
                    <a:pt x="53858" y="539202"/>
                  </a:cubicBezTo>
                  <a:cubicBezTo>
                    <a:pt x="56580" y="540149"/>
                    <a:pt x="58001" y="543132"/>
                    <a:pt x="57030" y="545854"/>
                  </a:cubicBezTo>
                  <a:cubicBezTo>
                    <a:pt x="50875" y="563065"/>
                    <a:pt x="45193" y="580678"/>
                    <a:pt x="40459" y="598268"/>
                  </a:cubicBezTo>
                  <a:cubicBezTo>
                    <a:pt x="39796" y="600541"/>
                    <a:pt x="37689" y="602056"/>
                    <a:pt x="35321" y="602008"/>
                  </a:cubicBezTo>
                  <a:close/>
                  <a:moveTo>
                    <a:pt x="1581456" y="551228"/>
                  </a:moveTo>
                  <a:cubicBezTo>
                    <a:pt x="1579255" y="551228"/>
                    <a:pt x="1577266" y="549855"/>
                    <a:pt x="1576532" y="547772"/>
                  </a:cubicBezTo>
                  <a:cubicBezTo>
                    <a:pt x="1570448" y="530537"/>
                    <a:pt x="1563654" y="513303"/>
                    <a:pt x="1556386" y="496518"/>
                  </a:cubicBezTo>
                  <a:cubicBezTo>
                    <a:pt x="1554918" y="494056"/>
                    <a:pt x="1555723" y="490860"/>
                    <a:pt x="1558209" y="489369"/>
                  </a:cubicBezTo>
                  <a:cubicBezTo>
                    <a:pt x="1560671" y="487901"/>
                    <a:pt x="1563867" y="488729"/>
                    <a:pt x="1565334" y="491191"/>
                  </a:cubicBezTo>
                  <a:cubicBezTo>
                    <a:pt x="1565548" y="491570"/>
                    <a:pt x="1565737" y="491973"/>
                    <a:pt x="1565856" y="492375"/>
                  </a:cubicBezTo>
                  <a:cubicBezTo>
                    <a:pt x="1573218" y="509373"/>
                    <a:pt x="1580060" y="526844"/>
                    <a:pt x="1586262" y="544292"/>
                  </a:cubicBezTo>
                  <a:cubicBezTo>
                    <a:pt x="1587233" y="546990"/>
                    <a:pt x="1585813" y="549973"/>
                    <a:pt x="1583090" y="550944"/>
                  </a:cubicBezTo>
                  <a:cubicBezTo>
                    <a:pt x="1583090" y="550944"/>
                    <a:pt x="1583090" y="550944"/>
                    <a:pt x="1583090" y="550944"/>
                  </a:cubicBezTo>
                  <a:cubicBezTo>
                    <a:pt x="1582569" y="551110"/>
                    <a:pt x="1582001" y="551181"/>
                    <a:pt x="1581456" y="551181"/>
                  </a:cubicBezTo>
                  <a:close/>
                  <a:moveTo>
                    <a:pt x="72489" y="497915"/>
                  </a:moveTo>
                  <a:cubicBezTo>
                    <a:pt x="71779" y="497915"/>
                    <a:pt x="71069" y="497773"/>
                    <a:pt x="70406" y="497465"/>
                  </a:cubicBezTo>
                  <a:cubicBezTo>
                    <a:pt x="67778" y="496329"/>
                    <a:pt x="66571" y="493275"/>
                    <a:pt x="67684" y="490647"/>
                  </a:cubicBezTo>
                  <a:cubicBezTo>
                    <a:pt x="67707" y="490647"/>
                    <a:pt x="67707" y="490623"/>
                    <a:pt x="67707" y="490623"/>
                  </a:cubicBezTo>
                  <a:cubicBezTo>
                    <a:pt x="75093" y="473673"/>
                    <a:pt x="83166" y="456793"/>
                    <a:pt x="91713" y="440388"/>
                  </a:cubicBezTo>
                  <a:cubicBezTo>
                    <a:pt x="93251" y="437949"/>
                    <a:pt x="96471" y="437215"/>
                    <a:pt x="98885" y="438754"/>
                  </a:cubicBezTo>
                  <a:cubicBezTo>
                    <a:pt x="101040" y="440103"/>
                    <a:pt x="101892" y="442778"/>
                    <a:pt x="100945" y="445122"/>
                  </a:cubicBezTo>
                  <a:cubicBezTo>
                    <a:pt x="92517" y="461315"/>
                    <a:pt x="84563" y="478005"/>
                    <a:pt x="77271" y="494837"/>
                  </a:cubicBezTo>
                  <a:cubicBezTo>
                    <a:pt x="76419" y="496707"/>
                    <a:pt x="74549" y="497891"/>
                    <a:pt x="72489" y="497867"/>
                  </a:cubicBezTo>
                  <a:close/>
                  <a:moveTo>
                    <a:pt x="1537400" y="449573"/>
                  </a:moveTo>
                  <a:cubicBezTo>
                    <a:pt x="1535411" y="449620"/>
                    <a:pt x="1533588" y="448531"/>
                    <a:pt x="1532665" y="446779"/>
                  </a:cubicBezTo>
                  <a:cubicBezTo>
                    <a:pt x="1524284" y="430563"/>
                    <a:pt x="1515193" y="414417"/>
                    <a:pt x="1505700" y="398769"/>
                  </a:cubicBezTo>
                  <a:cubicBezTo>
                    <a:pt x="1504114" y="396354"/>
                    <a:pt x="1504801" y="393135"/>
                    <a:pt x="1507192" y="391549"/>
                  </a:cubicBezTo>
                  <a:cubicBezTo>
                    <a:pt x="1509607" y="389986"/>
                    <a:pt x="1512826" y="390649"/>
                    <a:pt x="1514412" y="393063"/>
                  </a:cubicBezTo>
                  <a:cubicBezTo>
                    <a:pt x="1514483" y="393158"/>
                    <a:pt x="1514531" y="393253"/>
                    <a:pt x="1514602" y="393371"/>
                  </a:cubicBezTo>
                  <a:cubicBezTo>
                    <a:pt x="1524237" y="409209"/>
                    <a:pt x="1533422" y="425568"/>
                    <a:pt x="1541921" y="441974"/>
                  </a:cubicBezTo>
                  <a:cubicBezTo>
                    <a:pt x="1543247" y="444554"/>
                    <a:pt x="1542229" y="447703"/>
                    <a:pt x="1539672" y="449028"/>
                  </a:cubicBezTo>
                  <a:cubicBezTo>
                    <a:pt x="1539625" y="449028"/>
                    <a:pt x="1539601" y="449052"/>
                    <a:pt x="1539554" y="449076"/>
                  </a:cubicBezTo>
                  <a:cubicBezTo>
                    <a:pt x="1538867" y="449383"/>
                    <a:pt x="1538133" y="449549"/>
                    <a:pt x="1537400" y="449526"/>
                  </a:cubicBezTo>
                  <a:close/>
                  <a:moveTo>
                    <a:pt x="123530" y="399858"/>
                  </a:moveTo>
                  <a:cubicBezTo>
                    <a:pt x="120642" y="399834"/>
                    <a:pt x="118322" y="397490"/>
                    <a:pt x="118322" y="394602"/>
                  </a:cubicBezTo>
                  <a:cubicBezTo>
                    <a:pt x="118346" y="393655"/>
                    <a:pt x="118606" y="392732"/>
                    <a:pt x="119079" y="391927"/>
                  </a:cubicBezTo>
                  <a:cubicBezTo>
                    <a:pt x="128715" y="376161"/>
                    <a:pt x="139013" y="360512"/>
                    <a:pt x="149713" y="345408"/>
                  </a:cubicBezTo>
                  <a:cubicBezTo>
                    <a:pt x="151441" y="343112"/>
                    <a:pt x="154708" y="342662"/>
                    <a:pt x="157005" y="344390"/>
                  </a:cubicBezTo>
                  <a:cubicBezTo>
                    <a:pt x="159206" y="346047"/>
                    <a:pt x="159727" y="349125"/>
                    <a:pt x="158212" y="351421"/>
                  </a:cubicBezTo>
                  <a:cubicBezTo>
                    <a:pt x="147654" y="366336"/>
                    <a:pt x="137474" y="381795"/>
                    <a:pt x="127981" y="397349"/>
                  </a:cubicBezTo>
                  <a:cubicBezTo>
                    <a:pt x="127010" y="398864"/>
                    <a:pt x="125329" y="399787"/>
                    <a:pt x="123530" y="399787"/>
                  </a:cubicBezTo>
                  <a:close/>
                  <a:moveTo>
                    <a:pt x="1479872" y="354878"/>
                  </a:moveTo>
                  <a:cubicBezTo>
                    <a:pt x="1478168" y="354878"/>
                    <a:pt x="1476581" y="354049"/>
                    <a:pt x="1475611" y="352652"/>
                  </a:cubicBezTo>
                  <a:cubicBezTo>
                    <a:pt x="1465100" y="337738"/>
                    <a:pt x="1453902" y="322965"/>
                    <a:pt x="1442468" y="308785"/>
                  </a:cubicBezTo>
                  <a:cubicBezTo>
                    <a:pt x="1440668" y="306560"/>
                    <a:pt x="1441000" y="303269"/>
                    <a:pt x="1443225" y="301446"/>
                  </a:cubicBezTo>
                  <a:cubicBezTo>
                    <a:pt x="1445474" y="299647"/>
                    <a:pt x="1448765" y="300002"/>
                    <a:pt x="1450564" y="302227"/>
                  </a:cubicBezTo>
                  <a:cubicBezTo>
                    <a:pt x="1462212" y="316574"/>
                    <a:pt x="1473528" y="331535"/>
                    <a:pt x="1484204" y="346663"/>
                  </a:cubicBezTo>
                  <a:cubicBezTo>
                    <a:pt x="1485862" y="349007"/>
                    <a:pt x="1485294" y="352250"/>
                    <a:pt x="1482950" y="353907"/>
                  </a:cubicBezTo>
                  <a:cubicBezTo>
                    <a:pt x="1482050" y="354570"/>
                    <a:pt x="1480985" y="354901"/>
                    <a:pt x="1479872" y="354901"/>
                  </a:cubicBezTo>
                  <a:close/>
                  <a:moveTo>
                    <a:pt x="187449" y="309448"/>
                  </a:moveTo>
                  <a:cubicBezTo>
                    <a:pt x="186242" y="309448"/>
                    <a:pt x="185082" y="309022"/>
                    <a:pt x="184158" y="308264"/>
                  </a:cubicBezTo>
                  <a:cubicBezTo>
                    <a:pt x="181933" y="306465"/>
                    <a:pt x="181602" y="303198"/>
                    <a:pt x="183401" y="300973"/>
                  </a:cubicBezTo>
                  <a:cubicBezTo>
                    <a:pt x="183401" y="300973"/>
                    <a:pt x="183425" y="300949"/>
                    <a:pt x="183425" y="300949"/>
                  </a:cubicBezTo>
                  <a:cubicBezTo>
                    <a:pt x="195096" y="286745"/>
                    <a:pt x="207430" y="272540"/>
                    <a:pt x="220048" y="258975"/>
                  </a:cubicBezTo>
                  <a:cubicBezTo>
                    <a:pt x="222013" y="256868"/>
                    <a:pt x="225304" y="256750"/>
                    <a:pt x="227411" y="258715"/>
                  </a:cubicBezTo>
                  <a:cubicBezTo>
                    <a:pt x="229518" y="260680"/>
                    <a:pt x="229636" y="263971"/>
                    <a:pt x="227671" y="266078"/>
                  </a:cubicBezTo>
                  <a:cubicBezTo>
                    <a:pt x="215195" y="279406"/>
                    <a:pt x="203026" y="293349"/>
                    <a:pt x="191497" y="307507"/>
                  </a:cubicBezTo>
                  <a:cubicBezTo>
                    <a:pt x="190503" y="308737"/>
                    <a:pt x="189012" y="309448"/>
                    <a:pt x="187449" y="309448"/>
                  </a:cubicBezTo>
                  <a:close/>
                  <a:moveTo>
                    <a:pt x="1410106" y="268895"/>
                  </a:moveTo>
                  <a:cubicBezTo>
                    <a:pt x="1408661" y="268895"/>
                    <a:pt x="1407264" y="268303"/>
                    <a:pt x="1406294" y="267238"/>
                  </a:cubicBezTo>
                  <a:cubicBezTo>
                    <a:pt x="1393842" y="253885"/>
                    <a:pt x="1380774" y="240770"/>
                    <a:pt x="1367469" y="228270"/>
                  </a:cubicBezTo>
                  <a:cubicBezTo>
                    <a:pt x="1365480" y="226187"/>
                    <a:pt x="1365552" y="222896"/>
                    <a:pt x="1367611" y="220908"/>
                  </a:cubicBezTo>
                  <a:cubicBezTo>
                    <a:pt x="1369529" y="219061"/>
                    <a:pt x="1372535" y="218967"/>
                    <a:pt x="1374571" y="220671"/>
                  </a:cubicBezTo>
                  <a:cubicBezTo>
                    <a:pt x="1388065" y="233336"/>
                    <a:pt x="1401299" y="246712"/>
                    <a:pt x="1413893" y="260135"/>
                  </a:cubicBezTo>
                  <a:cubicBezTo>
                    <a:pt x="1415858" y="262242"/>
                    <a:pt x="1415740" y="265533"/>
                    <a:pt x="1413633" y="267498"/>
                  </a:cubicBezTo>
                  <a:cubicBezTo>
                    <a:pt x="1412662" y="268398"/>
                    <a:pt x="1411407" y="268895"/>
                    <a:pt x="1410082" y="268895"/>
                  </a:cubicBezTo>
                  <a:close/>
                  <a:moveTo>
                    <a:pt x="263016" y="228649"/>
                  </a:moveTo>
                  <a:cubicBezTo>
                    <a:pt x="261572" y="228649"/>
                    <a:pt x="260199" y="228034"/>
                    <a:pt x="259205" y="226992"/>
                  </a:cubicBezTo>
                  <a:cubicBezTo>
                    <a:pt x="257239" y="224885"/>
                    <a:pt x="257358" y="221594"/>
                    <a:pt x="259465" y="219630"/>
                  </a:cubicBezTo>
                  <a:cubicBezTo>
                    <a:pt x="259465" y="219630"/>
                    <a:pt x="259465" y="219630"/>
                    <a:pt x="259465" y="219630"/>
                  </a:cubicBezTo>
                  <a:cubicBezTo>
                    <a:pt x="272983" y="206988"/>
                    <a:pt x="287116" y="194654"/>
                    <a:pt x="301439" y="182982"/>
                  </a:cubicBezTo>
                  <a:cubicBezTo>
                    <a:pt x="303640" y="181136"/>
                    <a:pt x="306931" y="181420"/>
                    <a:pt x="308777" y="183622"/>
                  </a:cubicBezTo>
                  <a:cubicBezTo>
                    <a:pt x="310624" y="185823"/>
                    <a:pt x="310340" y="189114"/>
                    <a:pt x="308138" y="190960"/>
                  </a:cubicBezTo>
                  <a:cubicBezTo>
                    <a:pt x="308091" y="191008"/>
                    <a:pt x="308067" y="191031"/>
                    <a:pt x="308020" y="191055"/>
                  </a:cubicBezTo>
                  <a:cubicBezTo>
                    <a:pt x="293816" y="202584"/>
                    <a:pt x="279943" y="214729"/>
                    <a:pt x="266567" y="227229"/>
                  </a:cubicBezTo>
                  <a:cubicBezTo>
                    <a:pt x="265620" y="228152"/>
                    <a:pt x="264342" y="228649"/>
                    <a:pt x="263016" y="228649"/>
                  </a:cubicBezTo>
                  <a:close/>
                  <a:moveTo>
                    <a:pt x="1329378" y="193138"/>
                  </a:moveTo>
                  <a:cubicBezTo>
                    <a:pt x="1328171" y="193138"/>
                    <a:pt x="1327011" y="192712"/>
                    <a:pt x="1326088" y="191955"/>
                  </a:cubicBezTo>
                  <a:cubicBezTo>
                    <a:pt x="1311883" y="180402"/>
                    <a:pt x="1297252" y="169181"/>
                    <a:pt x="1282362" y="158575"/>
                  </a:cubicBezTo>
                  <a:cubicBezTo>
                    <a:pt x="1279947" y="157012"/>
                    <a:pt x="1279261" y="153793"/>
                    <a:pt x="1280799" y="151378"/>
                  </a:cubicBezTo>
                  <a:cubicBezTo>
                    <a:pt x="1282362" y="148963"/>
                    <a:pt x="1285581" y="148253"/>
                    <a:pt x="1288020" y="149815"/>
                  </a:cubicBezTo>
                  <a:cubicBezTo>
                    <a:pt x="1288138" y="149910"/>
                    <a:pt x="1288281" y="150005"/>
                    <a:pt x="1288398" y="150099"/>
                  </a:cubicBezTo>
                  <a:cubicBezTo>
                    <a:pt x="1303479" y="160824"/>
                    <a:pt x="1318394" y="172187"/>
                    <a:pt x="1332692" y="183882"/>
                  </a:cubicBezTo>
                  <a:cubicBezTo>
                    <a:pt x="1334918" y="185729"/>
                    <a:pt x="1335225" y="189019"/>
                    <a:pt x="1333379" y="191244"/>
                  </a:cubicBezTo>
                  <a:cubicBezTo>
                    <a:pt x="1332385" y="192428"/>
                    <a:pt x="1330917" y="193138"/>
                    <a:pt x="1329378" y="193138"/>
                  </a:cubicBezTo>
                  <a:close/>
                  <a:moveTo>
                    <a:pt x="348833" y="158598"/>
                  </a:moveTo>
                  <a:cubicBezTo>
                    <a:pt x="345969" y="158598"/>
                    <a:pt x="343625" y="156278"/>
                    <a:pt x="343601" y="153414"/>
                  </a:cubicBezTo>
                  <a:cubicBezTo>
                    <a:pt x="343601" y="151709"/>
                    <a:pt x="344430" y="150099"/>
                    <a:pt x="345827" y="149129"/>
                  </a:cubicBezTo>
                  <a:cubicBezTo>
                    <a:pt x="360954" y="138428"/>
                    <a:pt x="376603" y="128107"/>
                    <a:pt x="392393" y="118471"/>
                  </a:cubicBezTo>
                  <a:cubicBezTo>
                    <a:pt x="394855" y="116956"/>
                    <a:pt x="398051" y="117737"/>
                    <a:pt x="399566" y="120200"/>
                  </a:cubicBezTo>
                  <a:cubicBezTo>
                    <a:pt x="401081" y="122662"/>
                    <a:pt x="400300" y="125857"/>
                    <a:pt x="397838" y="127373"/>
                  </a:cubicBezTo>
                  <a:cubicBezTo>
                    <a:pt x="382237" y="136842"/>
                    <a:pt x="366778" y="147069"/>
                    <a:pt x="351840" y="157628"/>
                  </a:cubicBezTo>
                  <a:cubicBezTo>
                    <a:pt x="350964" y="158291"/>
                    <a:pt x="349922" y="158670"/>
                    <a:pt x="348833" y="158693"/>
                  </a:cubicBezTo>
                  <a:close/>
                  <a:moveTo>
                    <a:pt x="1239204" y="129030"/>
                  </a:moveTo>
                  <a:cubicBezTo>
                    <a:pt x="1238258" y="129030"/>
                    <a:pt x="1237311" y="128770"/>
                    <a:pt x="1236506" y="128272"/>
                  </a:cubicBezTo>
                  <a:cubicBezTo>
                    <a:pt x="1220928" y="118803"/>
                    <a:pt x="1204854" y="109594"/>
                    <a:pt x="1188685" y="101142"/>
                  </a:cubicBezTo>
                  <a:cubicBezTo>
                    <a:pt x="1186009" y="100053"/>
                    <a:pt x="1184731" y="97023"/>
                    <a:pt x="1185820" y="94348"/>
                  </a:cubicBezTo>
                  <a:cubicBezTo>
                    <a:pt x="1186909" y="91696"/>
                    <a:pt x="1189940" y="90418"/>
                    <a:pt x="1192614" y="91483"/>
                  </a:cubicBezTo>
                  <a:cubicBezTo>
                    <a:pt x="1192899" y="91602"/>
                    <a:pt x="1193159" y="91744"/>
                    <a:pt x="1193420" y="91909"/>
                  </a:cubicBezTo>
                  <a:cubicBezTo>
                    <a:pt x="1209778" y="100479"/>
                    <a:pt x="1226090" y="109712"/>
                    <a:pt x="1241856" y="119395"/>
                  </a:cubicBezTo>
                  <a:cubicBezTo>
                    <a:pt x="1244295" y="120910"/>
                    <a:pt x="1245052" y="124129"/>
                    <a:pt x="1243537" y="126568"/>
                  </a:cubicBezTo>
                  <a:cubicBezTo>
                    <a:pt x="1242590" y="128107"/>
                    <a:pt x="1240909" y="129030"/>
                    <a:pt x="1239110" y="129030"/>
                  </a:cubicBezTo>
                  <a:close/>
                  <a:moveTo>
                    <a:pt x="443363" y="101118"/>
                  </a:moveTo>
                  <a:cubicBezTo>
                    <a:pt x="440498" y="101118"/>
                    <a:pt x="438155" y="98798"/>
                    <a:pt x="438155" y="95910"/>
                  </a:cubicBezTo>
                  <a:cubicBezTo>
                    <a:pt x="438155" y="93945"/>
                    <a:pt x="439244" y="92170"/>
                    <a:pt x="440995" y="91270"/>
                  </a:cubicBezTo>
                  <a:cubicBezTo>
                    <a:pt x="457401" y="82748"/>
                    <a:pt x="474352" y="74698"/>
                    <a:pt x="491326" y="67265"/>
                  </a:cubicBezTo>
                  <a:cubicBezTo>
                    <a:pt x="493812" y="65797"/>
                    <a:pt x="497008" y="66626"/>
                    <a:pt x="498452" y="69111"/>
                  </a:cubicBezTo>
                  <a:cubicBezTo>
                    <a:pt x="499919" y="71597"/>
                    <a:pt x="499091" y="74793"/>
                    <a:pt x="496605" y="76237"/>
                  </a:cubicBezTo>
                  <a:cubicBezTo>
                    <a:pt x="496250" y="76450"/>
                    <a:pt x="495871" y="76616"/>
                    <a:pt x="495492" y="76734"/>
                  </a:cubicBezTo>
                  <a:cubicBezTo>
                    <a:pt x="478732" y="84050"/>
                    <a:pt x="462018" y="92028"/>
                    <a:pt x="445778" y="100408"/>
                  </a:cubicBezTo>
                  <a:cubicBezTo>
                    <a:pt x="445044" y="100834"/>
                    <a:pt x="444215" y="101071"/>
                    <a:pt x="443363" y="101118"/>
                  </a:cubicBezTo>
                  <a:close/>
                  <a:moveTo>
                    <a:pt x="1141242" y="77989"/>
                  </a:moveTo>
                  <a:cubicBezTo>
                    <a:pt x="1140508" y="77989"/>
                    <a:pt x="1139798" y="77847"/>
                    <a:pt x="1139136" y="77563"/>
                  </a:cubicBezTo>
                  <a:cubicBezTo>
                    <a:pt x="1122564" y="70224"/>
                    <a:pt x="1105258" y="63359"/>
                    <a:pt x="1088118" y="57227"/>
                  </a:cubicBezTo>
                  <a:cubicBezTo>
                    <a:pt x="1085372" y="56375"/>
                    <a:pt x="1083857" y="53439"/>
                    <a:pt x="1084709" y="50693"/>
                  </a:cubicBezTo>
                  <a:cubicBezTo>
                    <a:pt x="1085562" y="47947"/>
                    <a:pt x="1088497" y="46432"/>
                    <a:pt x="1091243" y="47284"/>
                  </a:cubicBezTo>
                  <a:cubicBezTo>
                    <a:pt x="1091362" y="47332"/>
                    <a:pt x="1091504" y="47379"/>
                    <a:pt x="1091622" y="47426"/>
                  </a:cubicBezTo>
                  <a:cubicBezTo>
                    <a:pt x="1109022" y="53676"/>
                    <a:pt x="1126399" y="60589"/>
                    <a:pt x="1143325" y="68023"/>
                  </a:cubicBezTo>
                  <a:cubicBezTo>
                    <a:pt x="1145954" y="69183"/>
                    <a:pt x="1147137" y="72260"/>
                    <a:pt x="1145977" y="74888"/>
                  </a:cubicBezTo>
                  <a:cubicBezTo>
                    <a:pt x="1145125" y="76758"/>
                    <a:pt x="1143279" y="77965"/>
                    <a:pt x="1141242" y="77989"/>
                  </a:cubicBezTo>
                  <a:close/>
                  <a:moveTo>
                    <a:pt x="544923" y="56849"/>
                  </a:moveTo>
                  <a:cubicBezTo>
                    <a:pt x="542059" y="56825"/>
                    <a:pt x="539739" y="54481"/>
                    <a:pt x="539739" y="51616"/>
                  </a:cubicBezTo>
                  <a:cubicBezTo>
                    <a:pt x="539762" y="49415"/>
                    <a:pt x="541136" y="47474"/>
                    <a:pt x="543195" y="46740"/>
                  </a:cubicBezTo>
                  <a:cubicBezTo>
                    <a:pt x="560595" y="40537"/>
                    <a:pt x="578469" y="34903"/>
                    <a:pt x="596295" y="29860"/>
                  </a:cubicBezTo>
                  <a:cubicBezTo>
                    <a:pt x="599018" y="28937"/>
                    <a:pt x="601977" y="30405"/>
                    <a:pt x="602900" y="33127"/>
                  </a:cubicBezTo>
                  <a:cubicBezTo>
                    <a:pt x="603824" y="35850"/>
                    <a:pt x="602356" y="38809"/>
                    <a:pt x="599633" y="39732"/>
                  </a:cubicBezTo>
                  <a:cubicBezTo>
                    <a:pt x="599468" y="39780"/>
                    <a:pt x="599278" y="39827"/>
                    <a:pt x="599113" y="39874"/>
                  </a:cubicBezTo>
                  <a:cubicBezTo>
                    <a:pt x="581499" y="44822"/>
                    <a:pt x="563862" y="50433"/>
                    <a:pt x="546675" y="56446"/>
                  </a:cubicBezTo>
                  <a:cubicBezTo>
                    <a:pt x="546107" y="56659"/>
                    <a:pt x="545515" y="56754"/>
                    <a:pt x="544923" y="56754"/>
                  </a:cubicBezTo>
                  <a:close/>
                  <a:moveTo>
                    <a:pt x="1037149" y="40632"/>
                  </a:moveTo>
                  <a:cubicBezTo>
                    <a:pt x="1036675" y="40632"/>
                    <a:pt x="1036202" y="40561"/>
                    <a:pt x="1035728" y="40442"/>
                  </a:cubicBezTo>
                  <a:cubicBezTo>
                    <a:pt x="1018162" y="35471"/>
                    <a:pt x="1000218" y="30973"/>
                    <a:pt x="982320" y="27280"/>
                  </a:cubicBezTo>
                  <a:cubicBezTo>
                    <a:pt x="979480" y="26806"/>
                    <a:pt x="977562" y="24131"/>
                    <a:pt x="978012" y="21290"/>
                  </a:cubicBezTo>
                  <a:cubicBezTo>
                    <a:pt x="978485" y="18449"/>
                    <a:pt x="981160" y="16532"/>
                    <a:pt x="984001" y="17005"/>
                  </a:cubicBezTo>
                  <a:cubicBezTo>
                    <a:pt x="984167" y="17029"/>
                    <a:pt x="984309" y="17053"/>
                    <a:pt x="984475" y="17100"/>
                  </a:cubicBezTo>
                  <a:cubicBezTo>
                    <a:pt x="1002561" y="20888"/>
                    <a:pt x="1020766" y="25386"/>
                    <a:pt x="1038569" y="30405"/>
                  </a:cubicBezTo>
                  <a:cubicBezTo>
                    <a:pt x="1041339" y="31162"/>
                    <a:pt x="1042973" y="34051"/>
                    <a:pt x="1042191" y="36820"/>
                  </a:cubicBezTo>
                  <a:cubicBezTo>
                    <a:pt x="1041576" y="39070"/>
                    <a:pt x="1039493" y="40655"/>
                    <a:pt x="1037149" y="40632"/>
                  </a:cubicBezTo>
                  <a:close/>
                  <a:moveTo>
                    <a:pt x="651479" y="26972"/>
                  </a:moveTo>
                  <a:cubicBezTo>
                    <a:pt x="648615" y="26949"/>
                    <a:pt x="646294" y="24581"/>
                    <a:pt x="646342" y="21693"/>
                  </a:cubicBezTo>
                  <a:cubicBezTo>
                    <a:pt x="646365" y="19278"/>
                    <a:pt x="648070" y="17195"/>
                    <a:pt x="650437" y="16674"/>
                  </a:cubicBezTo>
                  <a:cubicBezTo>
                    <a:pt x="668500" y="12934"/>
                    <a:pt x="686966" y="9761"/>
                    <a:pt x="705337" y="7204"/>
                  </a:cubicBezTo>
                  <a:cubicBezTo>
                    <a:pt x="708178" y="6802"/>
                    <a:pt x="710805" y="8814"/>
                    <a:pt x="711208" y="11655"/>
                  </a:cubicBezTo>
                  <a:cubicBezTo>
                    <a:pt x="711611" y="14496"/>
                    <a:pt x="709598" y="17124"/>
                    <a:pt x="706757" y="17526"/>
                  </a:cubicBezTo>
                  <a:cubicBezTo>
                    <a:pt x="688623" y="19894"/>
                    <a:pt x="670394" y="23137"/>
                    <a:pt x="652544" y="26854"/>
                  </a:cubicBezTo>
                  <a:cubicBezTo>
                    <a:pt x="652189" y="26901"/>
                    <a:pt x="651834" y="26901"/>
                    <a:pt x="651479" y="26877"/>
                  </a:cubicBezTo>
                  <a:close/>
                  <a:moveTo>
                    <a:pt x="928865" y="17881"/>
                  </a:moveTo>
                  <a:lnTo>
                    <a:pt x="928131" y="17881"/>
                  </a:lnTo>
                  <a:cubicBezTo>
                    <a:pt x="910068" y="15372"/>
                    <a:pt x="891673" y="13454"/>
                    <a:pt x="873445" y="12176"/>
                  </a:cubicBezTo>
                  <a:cubicBezTo>
                    <a:pt x="870604" y="11915"/>
                    <a:pt x="868497" y="9454"/>
                    <a:pt x="868710" y="6613"/>
                  </a:cubicBezTo>
                  <a:cubicBezTo>
                    <a:pt x="868923" y="3796"/>
                    <a:pt x="871385" y="1665"/>
                    <a:pt x="874226" y="1878"/>
                  </a:cubicBezTo>
                  <a:cubicBezTo>
                    <a:pt x="874226" y="1878"/>
                    <a:pt x="874249" y="1878"/>
                    <a:pt x="874273" y="1878"/>
                  </a:cubicBezTo>
                  <a:cubicBezTo>
                    <a:pt x="892715" y="3156"/>
                    <a:pt x="911370" y="5121"/>
                    <a:pt x="929670" y="7654"/>
                  </a:cubicBezTo>
                  <a:cubicBezTo>
                    <a:pt x="932511" y="8033"/>
                    <a:pt x="934523" y="10661"/>
                    <a:pt x="934120" y="13525"/>
                  </a:cubicBezTo>
                  <a:cubicBezTo>
                    <a:pt x="933789" y="16106"/>
                    <a:pt x="931564" y="18023"/>
                    <a:pt x="928959" y="18023"/>
                  </a:cubicBezTo>
                  <a:close/>
                  <a:moveTo>
                    <a:pt x="761112" y="11987"/>
                  </a:moveTo>
                  <a:cubicBezTo>
                    <a:pt x="758248" y="11915"/>
                    <a:pt x="755952" y="9525"/>
                    <a:pt x="756023" y="6660"/>
                  </a:cubicBezTo>
                  <a:cubicBezTo>
                    <a:pt x="756093" y="4009"/>
                    <a:pt x="758130" y="1831"/>
                    <a:pt x="760757" y="1594"/>
                  </a:cubicBezTo>
                  <a:cubicBezTo>
                    <a:pt x="779175" y="339"/>
                    <a:pt x="797925" y="-300"/>
                    <a:pt x="816438" y="-300"/>
                  </a:cubicBezTo>
                  <a:lnTo>
                    <a:pt x="818498" y="-300"/>
                  </a:lnTo>
                  <a:cubicBezTo>
                    <a:pt x="821386" y="-300"/>
                    <a:pt x="823706" y="2044"/>
                    <a:pt x="823706" y="4908"/>
                  </a:cubicBezTo>
                  <a:cubicBezTo>
                    <a:pt x="823706" y="7773"/>
                    <a:pt x="821386" y="10117"/>
                    <a:pt x="818498" y="10117"/>
                  </a:cubicBezTo>
                  <a:lnTo>
                    <a:pt x="816462" y="10117"/>
                  </a:lnTo>
                  <a:cubicBezTo>
                    <a:pt x="798162" y="10117"/>
                    <a:pt x="779673" y="10755"/>
                    <a:pt x="761491" y="11987"/>
                  </a:cubicBezTo>
                  <a:close/>
                </a:path>
              </a:pathLst>
            </a:custGeom>
            <a:solidFill>
              <a:srgbClr val="485259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68A59C-E27F-87B6-978D-A6C9CFB76A0B}"/>
                </a:ext>
              </a:extLst>
            </p:cNvPr>
            <p:cNvSpPr/>
            <p:nvPr/>
          </p:nvSpPr>
          <p:spPr>
            <a:xfrm>
              <a:off x="6306839" y="4253591"/>
              <a:ext cx="1632923" cy="1632781"/>
            </a:xfrm>
            <a:custGeom>
              <a:avLst/>
              <a:gdLst>
                <a:gd name="connsiteX0" fmla="*/ 816414 w 1632923"/>
                <a:gd name="connsiteY0" fmla="*/ 1632481 h 1632781"/>
                <a:gd name="connsiteX1" fmla="*/ 815420 w 1632923"/>
                <a:gd name="connsiteY1" fmla="*/ 1632481 h 1632781"/>
                <a:gd name="connsiteX2" fmla="*/ 810212 w 1632923"/>
                <a:gd name="connsiteY2" fmla="*/ 1627273 h 1632781"/>
                <a:gd name="connsiteX3" fmla="*/ 815420 w 1632923"/>
                <a:gd name="connsiteY3" fmla="*/ 1622065 h 1632781"/>
                <a:gd name="connsiteX4" fmla="*/ 816414 w 1632923"/>
                <a:gd name="connsiteY4" fmla="*/ 1622065 h 1632781"/>
                <a:gd name="connsiteX5" fmla="*/ 870391 w 1632923"/>
                <a:gd name="connsiteY5" fmla="*/ 1620289 h 1632781"/>
                <a:gd name="connsiteX6" fmla="*/ 876001 w 1632923"/>
                <a:gd name="connsiteY6" fmla="*/ 1625071 h 1632781"/>
                <a:gd name="connsiteX7" fmla="*/ 871219 w 1632923"/>
                <a:gd name="connsiteY7" fmla="*/ 1630682 h 1632781"/>
                <a:gd name="connsiteX8" fmla="*/ 871077 w 1632923"/>
                <a:gd name="connsiteY8" fmla="*/ 1630682 h 1632781"/>
                <a:gd name="connsiteX9" fmla="*/ 816414 w 1632923"/>
                <a:gd name="connsiteY9" fmla="*/ 1632481 h 1632781"/>
                <a:gd name="connsiteX10" fmla="*/ 760094 w 1632923"/>
                <a:gd name="connsiteY10" fmla="*/ 1630540 h 1632781"/>
                <a:gd name="connsiteX11" fmla="*/ 759716 w 1632923"/>
                <a:gd name="connsiteY11" fmla="*/ 1630540 h 1632781"/>
                <a:gd name="connsiteX12" fmla="*/ 704295 w 1632923"/>
                <a:gd name="connsiteY12" fmla="*/ 1624811 h 1632781"/>
                <a:gd name="connsiteX13" fmla="*/ 699845 w 1632923"/>
                <a:gd name="connsiteY13" fmla="*/ 1618939 h 1632781"/>
                <a:gd name="connsiteX14" fmla="*/ 705716 w 1632923"/>
                <a:gd name="connsiteY14" fmla="*/ 1614489 h 1632781"/>
                <a:gd name="connsiteX15" fmla="*/ 760449 w 1632923"/>
                <a:gd name="connsiteY15" fmla="*/ 1620147 h 1632781"/>
                <a:gd name="connsiteX16" fmla="*/ 765160 w 1632923"/>
                <a:gd name="connsiteY16" fmla="*/ 1625805 h 1632781"/>
                <a:gd name="connsiteX17" fmla="*/ 760094 w 1632923"/>
                <a:gd name="connsiteY17" fmla="*/ 1630540 h 1632781"/>
                <a:gd name="connsiteX18" fmla="*/ 925811 w 1632923"/>
                <a:gd name="connsiteY18" fmla="*/ 1625142 h 1632781"/>
                <a:gd name="connsiteX19" fmla="*/ 920627 w 1632923"/>
                <a:gd name="connsiteY19" fmla="*/ 1619910 h 1632781"/>
                <a:gd name="connsiteX20" fmla="*/ 925124 w 1632923"/>
                <a:gd name="connsiteY20" fmla="*/ 1614773 h 1632781"/>
                <a:gd name="connsiteX21" fmla="*/ 979337 w 1632923"/>
                <a:gd name="connsiteY21" fmla="*/ 1605517 h 1632781"/>
                <a:gd name="connsiteX22" fmla="*/ 985492 w 1632923"/>
                <a:gd name="connsiteY22" fmla="*/ 1609565 h 1632781"/>
                <a:gd name="connsiteX23" fmla="*/ 981444 w 1632923"/>
                <a:gd name="connsiteY23" fmla="*/ 1615720 h 1632781"/>
                <a:gd name="connsiteX24" fmla="*/ 926521 w 1632923"/>
                <a:gd name="connsiteY24" fmla="*/ 1625190 h 1632781"/>
                <a:gd name="connsiteX25" fmla="*/ 650532 w 1632923"/>
                <a:gd name="connsiteY25" fmla="*/ 1615412 h 1632781"/>
                <a:gd name="connsiteX26" fmla="*/ 649467 w 1632923"/>
                <a:gd name="connsiteY26" fmla="*/ 1615412 h 1632781"/>
                <a:gd name="connsiteX27" fmla="*/ 595348 w 1632923"/>
                <a:gd name="connsiteY27" fmla="*/ 1602155 h 1632781"/>
                <a:gd name="connsiteX28" fmla="*/ 591750 w 1632923"/>
                <a:gd name="connsiteY28" fmla="*/ 1595716 h 1632781"/>
                <a:gd name="connsiteX29" fmla="*/ 598189 w 1632923"/>
                <a:gd name="connsiteY29" fmla="*/ 1592117 h 1632781"/>
                <a:gd name="connsiteX30" fmla="*/ 651597 w 1632923"/>
                <a:gd name="connsiteY30" fmla="*/ 1605209 h 1632781"/>
                <a:gd name="connsiteX31" fmla="*/ 655574 w 1632923"/>
                <a:gd name="connsiteY31" fmla="*/ 1611411 h 1632781"/>
                <a:gd name="connsiteX32" fmla="*/ 650532 w 1632923"/>
                <a:gd name="connsiteY32" fmla="*/ 1615507 h 1632781"/>
                <a:gd name="connsiteX33" fmla="*/ 1034261 w 1632923"/>
                <a:gd name="connsiteY33" fmla="*/ 1602794 h 1632781"/>
                <a:gd name="connsiteX34" fmla="*/ 1029052 w 1632923"/>
                <a:gd name="connsiteY34" fmla="*/ 1597586 h 1632781"/>
                <a:gd name="connsiteX35" fmla="*/ 1032864 w 1632923"/>
                <a:gd name="connsiteY35" fmla="*/ 1592567 h 1632781"/>
                <a:gd name="connsiteX36" fmla="*/ 1085325 w 1632923"/>
                <a:gd name="connsiteY36" fmla="*/ 1575995 h 1632781"/>
                <a:gd name="connsiteX37" fmla="*/ 1091977 w 1632923"/>
                <a:gd name="connsiteY37" fmla="*/ 1579168 h 1632781"/>
                <a:gd name="connsiteX38" fmla="*/ 1088805 w 1632923"/>
                <a:gd name="connsiteY38" fmla="*/ 1585820 h 1632781"/>
                <a:gd name="connsiteX39" fmla="*/ 1035657 w 1632923"/>
                <a:gd name="connsiteY39" fmla="*/ 1602628 h 1632781"/>
                <a:gd name="connsiteX40" fmla="*/ 1034190 w 1632923"/>
                <a:gd name="connsiteY40" fmla="*/ 1602794 h 1632781"/>
                <a:gd name="connsiteX41" fmla="*/ 544000 w 1632923"/>
                <a:gd name="connsiteY41" fmla="*/ 1585465 h 1632781"/>
                <a:gd name="connsiteX42" fmla="*/ 542248 w 1632923"/>
                <a:gd name="connsiteY42" fmla="*/ 1585157 h 1632781"/>
                <a:gd name="connsiteX43" fmla="*/ 490521 w 1632923"/>
                <a:gd name="connsiteY43" fmla="*/ 1564632 h 1632781"/>
                <a:gd name="connsiteX44" fmla="*/ 488674 w 1632923"/>
                <a:gd name="connsiteY44" fmla="*/ 1557506 h 1632781"/>
                <a:gd name="connsiteX45" fmla="*/ 494687 w 1632923"/>
                <a:gd name="connsiteY45" fmla="*/ 1555162 h 1632781"/>
                <a:gd name="connsiteX46" fmla="*/ 545752 w 1632923"/>
                <a:gd name="connsiteY46" fmla="*/ 1575427 h 1632781"/>
                <a:gd name="connsiteX47" fmla="*/ 548877 w 1632923"/>
                <a:gd name="connsiteY47" fmla="*/ 1582080 h 1632781"/>
                <a:gd name="connsiteX48" fmla="*/ 544000 w 1632923"/>
                <a:gd name="connsiteY48" fmla="*/ 1585536 h 1632781"/>
                <a:gd name="connsiteX49" fmla="*/ 1138614 w 1632923"/>
                <a:gd name="connsiteY49" fmla="*/ 1565816 h 1632781"/>
                <a:gd name="connsiteX50" fmla="*/ 1133430 w 1632923"/>
                <a:gd name="connsiteY50" fmla="*/ 1560584 h 1632781"/>
                <a:gd name="connsiteX51" fmla="*/ 1136531 w 1632923"/>
                <a:gd name="connsiteY51" fmla="*/ 1555849 h 1632781"/>
                <a:gd name="connsiteX52" fmla="*/ 1186246 w 1632923"/>
                <a:gd name="connsiteY52" fmla="*/ 1532175 h 1632781"/>
                <a:gd name="connsiteX53" fmla="*/ 1193112 w 1632923"/>
                <a:gd name="connsiteY53" fmla="*/ 1534874 h 1632781"/>
                <a:gd name="connsiteX54" fmla="*/ 1190981 w 1632923"/>
                <a:gd name="connsiteY54" fmla="*/ 1541431 h 1632781"/>
                <a:gd name="connsiteX55" fmla="*/ 1140603 w 1632923"/>
                <a:gd name="connsiteY55" fmla="*/ 1565390 h 1632781"/>
                <a:gd name="connsiteX56" fmla="*/ 1138567 w 1632923"/>
                <a:gd name="connsiteY56" fmla="*/ 1565768 h 1632781"/>
                <a:gd name="connsiteX57" fmla="*/ 442605 w 1632923"/>
                <a:gd name="connsiteY57" fmla="*/ 1541195 h 1632781"/>
                <a:gd name="connsiteX58" fmla="*/ 440238 w 1632923"/>
                <a:gd name="connsiteY58" fmla="*/ 1540603 h 1632781"/>
                <a:gd name="connsiteX59" fmla="*/ 391777 w 1632923"/>
                <a:gd name="connsiteY59" fmla="*/ 1513189 h 1632781"/>
                <a:gd name="connsiteX60" fmla="*/ 390428 w 1632923"/>
                <a:gd name="connsiteY60" fmla="*/ 1505945 h 1632781"/>
                <a:gd name="connsiteX61" fmla="*/ 397199 w 1632923"/>
                <a:gd name="connsiteY61" fmla="*/ 1504311 h 1632781"/>
                <a:gd name="connsiteX62" fmla="*/ 445067 w 1632923"/>
                <a:gd name="connsiteY62" fmla="*/ 1531370 h 1632781"/>
                <a:gd name="connsiteX63" fmla="*/ 447269 w 1632923"/>
                <a:gd name="connsiteY63" fmla="*/ 1538402 h 1632781"/>
                <a:gd name="connsiteX64" fmla="*/ 442700 w 1632923"/>
                <a:gd name="connsiteY64" fmla="*/ 1541195 h 1632781"/>
                <a:gd name="connsiteX65" fmla="*/ 1236837 w 1632923"/>
                <a:gd name="connsiteY65" fmla="*/ 1514846 h 1632781"/>
                <a:gd name="connsiteX66" fmla="*/ 1231605 w 1632923"/>
                <a:gd name="connsiteY66" fmla="*/ 1509661 h 1632781"/>
                <a:gd name="connsiteX67" fmla="*/ 1234115 w 1632923"/>
                <a:gd name="connsiteY67" fmla="*/ 1505187 h 1632781"/>
                <a:gd name="connsiteX68" fmla="*/ 1280136 w 1632923"/>
                <a:gd name="connsiteY68" fmla="*/ 1474980 h 1632781"/>
                <a:gd name="connsiteX69" fmla="*/ 1287404 w 1632923"/>
                <a:gd name="connsiteY69" fmla="*/ 1476234 h 1632781"/>
                <a:gd name="connsiteX70" fmla="*/ 1286150 w 1632923"/>
                <a:gd name="connsiteY70" fmla="*/ 1483502 h 1632781"/>
                <a:gd name="connsiteX71" fmla="*/ 1239536 w 1632923"/>
                <a:gd name="connsiteY71" fmla="*/ 1514089 h 1632781"/>
                <a:gd name="connsiteX72" fmla="*/ 1236908 w 1632923"/>
                <a:gd name="connsiteY72" fmla="*/ 1514798 h 1632781"/>
                <a:gd name="connsiteX73" fmla="*/ 348242 w 1632923"/>
                <a:gd name="connsiteY73" fmla="*/ 1483502 h 1632781"/>
                <a:gd name="connsiteX74" fmla="*/ 345235 w 1632923"/>
                <a:gd name="connsiteY74" fmla="*/ 1482531 h 1632781"/>
                <a:gd name="connsiteX75" fmla="*/ 300894 w 1632923"/>
                <a:gd name="connsiteY75" fmla="*/ 1448796 h 1632781"/>
                <a:gd name="connsiteX76" fmla="*/ 300136 w 1632923"/>
                <a:gd name="connsiteY76" fmla="*/ 1441505 h 1632781"/>
                <a:gd name="connsiteX77" fmla="*/ 300160 w 1632923"/>
                <a:gd name="connsiteY77" fmla="*/ 1441481 h 1632781"/>
                <a:gd name="connsiteX78" fmla="*/ 307499 w 1632923"/>
                <a:gd name="connsiteY78" fmla="*/ 1440724 h 1632781"/>
                <a:gd name="connsiteX79" fmla="*/ 351248 w 1632923"/>
                <a:gd name="connsiteY79" fmla="*/ 1474056 h 1632781"/>
                <a:gd name="connsiteX80" fmla="*/ 352527 w 1632923"/>
                <a:gd name="connsiteY80" fmla="*/ 1481300 h 1632781"/>
                <a:gd name="connsiteX81" fmla="*/ 348242 w 1632923"/>
                <a:gd name="connsiteY81" fmla="*/ 1483525 h 1632781"/>
                <a:gd name="connsiteX82" fmla="*/ 1327271 w 1632923"/>
                <a:gd name="connsiteY82" fmla="*/ 1450998 h 1632781"/>
                <a:gd name="connsiteX83" fmla="*/ 1322039 w 1632923"/>
                <a:gd name="connsiteY83" fmla="*/ 1445813 h 1632781"/>
                <a:gd name="connsiteX84" fmla="*/ 1323980 w 1632923"/>
                <a:gd name="connsiteY84" fmla="*/ 1441741 h 1632781"/>
                <a:gd name="connsiteX85" fmla="*/ 1365480 w 1632923"/>
                <a:gd name="connsiteY85" fmla="*/ 1405592 h 1632781"/>
                <a:gd name="connsiteX86" fmla="*/ 1372843 w 1632923"/>
                <a:gd name="connsiteY86" fmla="*/ 1405852 h 1632781"/>
                <a:gd name="connsiteX87" fmla="*/ 1372583 w 1632923"/>
                <a:gd name="connsiteY87" fmla="*/ 1413214 h 1632781"/>
                <a:gd name="connsiteX88" fmla="*/ 1330562 w 1632923"/>
                <a:gd name="connsiteY88" fmla="*/ 1449814 h 1632781"/>
                <a:gd name="connsiteX89" fmla="*/ 1327342 w 1632923"/>
                <a:gd name="connsiteY89" fmla="*/ 1450950 h 1632781"/>
                <a:gd name="connsiteX90" fmla="*/ 262519 w 1632923"/>
                <a:gd name="connsiteY90" fmla="*/ 1413546 h 1632781"/>
                <a:gd name="connsiteX91" fmla="*/ 258968 w 1632923"/>
                <a:gd name="connsiteY91" fmla="*/ 1412126 h 1632781"/>
                <a:gd name="connsiteX92" fmla="*/ 219574 w 1632923"/>
                <a:gd name="connsiteY92" fmla="*/ 1372708 h 1632781"/>
                <a:gd name="connsiteX93" fmla="*/ 219835 w 1632923"/>
                <a:gd name="connsiteY93" fmla="*/ 1365346 h 1632781"/>
                <a:gd name="connsiteX94" fmla="*/ 227197 w 1632923"/>
                <a:gd name="connsiteY94" fmla="*/ 1365606 h 1632781"/>
                <a:gd name="connsiteX95" fmla="*/ 266070 w 1632923"/>
                <a:gd name="connsiteY95" fmla="*/ 1404526 h 1632781"/>
                <a:gd name="connsiteX96" fmla="*/ 266330 w 1632923"/>
                <a:gd name="connsiteY96" fmla="*/ 1411889 h 1632781"/>
                <a:gd name="connsiteX97" fmla="*/ 266330 w 1632923"/>
                <a:gd name="connsiteY97" fmla="*/ 1411889 h 1632781"/>
                <a:gd name="connsiteX98" fmla="*/ 262589 w 1632923"/>
                <a:gd name="connsiteY98" fmla="*/ 1413499 h 1632781"/>
                <a:gd name="connsiteX99" fmla="*/ 1408330 w 1632923"/>
                <a:gd name="connsiteY99" fmla="*/ 1375502 h 1632781"/>
                <a:gd name="connsiteX100" fmla="*/ 1404779 w 1632923"/>
                <a:gd name="connsiteY100" fmla="*/ 1374105 h 1632781"/>
                <a:gd name="connsiteX101" fmla="*/ 1404542 w 1632923"/>
                <a:gd name="connsiteY101" fmla="*/ 1366743 h 1632781"/>
                <a:gd name="connsiteX102" fmla="*/ 1404542 w 1632923"/>
                <a:gd name="connsiteY102" fmla="*/ 1366743 h 1632781"/>
                <a:gd name="connsiteX103" fmla="*/ 1440763 w 1632923"/>
                <a:gd name="connsiteY103" fmla="*/ 1325361 h 1632781"/>
                <a:gd name="connsiteX104" fmla="*/ 1448102 w 1632923"/>
                <a:gd name="connsiteY104" fmla="*/ 1324722 h 1632781"/>
                <a:gd name="connsiteX105" fmla="*/ 1448836 w 1632923"/>
                <a:gd name="connsiteY105" fmla="*/ 1331942 h 1632781"/>
                <a:gd name="connsiteX106" fmla="*/ 1412141 w 1632923"/>
                <a:gd name="connsiteY106" fmla="*/ 1373869 h 1632781"/>
                <a:gd name="connsiteX107" fmla="*/ 1408307 w 1632923"/>
                <a:gd name="connsiteY107" fmla="*/ 1375455 h 1632781"/>
                <a:gd name="connsiteX108" fmla="*/ 187094 w 1632923"/>
                <a:gd name="connsiteY108" fmla="*/ 1332605 h 1632781"/>
                <a:gd name="connsiteX109" fmla="*/ 183046 w 1632923"/>
                <a:gd name="connsiteY109" fmla="*/ 1330687 h 1632781"/>
                <a:gd name="connsiteX110" fmla="*/ 149358 w 1632923"/>
                <a:gd name="connsiteY110" fmla="*/ 1286299 h 1632781"/>
                <a:gd name="connsiteX111" fmla="*/ 150376 w 1632923"/>
                <a:gd name="connsiteY111" fmla="*/ 1279008 h 1632781"/>
                <a:gd name="connsiteX112" fmla="*/ 157668 w 1632923"/>
                <a:gd name="connsiteY112" fmla="*/ 1280002 h 1632781"/>
                <a:gd name="connsiteX113" fmla="*/ 157857 w 1632923"/>
                <a:gd name="connsiteY113" fmla="*/ 1280286 h 1632781"/>
                <a:gd name="connsiteX114" fmla="*/ 191000 w 1632923"/>
                <a:gd name="connsiteY114" fmla="*/ 1324107 h 1632781"/>
                <a:gd name="connsiteX115" fmla="*/ 190338 w 1632923"/>
                <a:gd name="connsiteY115" fmla="*/ 1331398 h 1632781"/>
                <a:gd name="connsiteX116" fmla="*/ 186976 w 1632923"/>
                <a:gd name="connsiteY116" fmla="*/ 1332605 h 1632781"/>
                <a:gd name="connsiteX117" fmla="*/ 1478357 w 1632923"/>
                <a:gd name="connsiteY117" fmla="*/ 1289827 h 1632781"/>
                <a:gd name="connsiteX118" fmla="*/ 1473149 w 1632923"/>
                <a:gd name="connsiteY118" fmla="*/ 1284666 h 1632781"/>
                <a:gd name="connsiteX119" fmla="*/ 1474119 w 1632923"/>
                <a:gd name="connsiteY119" fmla="*/ 1281612 h 1632781"/>
                <a:gd name="connsiteX120" fmla="*/ 1504398 w 1632923"/>
                <a:gd name="connsiteY120" fmla="*/ 1235732 h 1632781"/>
                <a:gd name="connsiteX121" fmla="*/ 1511642 w 1632923"/>
                <a:gd name="connsiteY121" fmla="*/ 1234383 h 1632781"/>
                <a:gd name="connsiteX122" fmla="*/ 1513276 w 1632923"/>
                <a:gd name="connsiteY122" fmla="*/ 1241154 h 1632781"/>
                <a:gd name="connsiteX123" fmla="*/ 1482500 w 1632923"/>
                <a:gd name="connsiteY123" fmla="*/ 1287649 h 1632781"/>
                <a:gd name="connsiteX124" fmla="*/ 1478333 w 1632923"/>
                <a:gd name="connsiteY124" fmla="*/ 1289780 h 1632781"/>
                <a:gd name="connsiteX125" fmla="*/ 123151 w 1632923"/>
                <a:gd name="connsiteY125" fmla="*/ 1242195 h 1632781"/>
                <a:gd name="connsiteX126" fmla="*/ 118701 w 1632923"/>
                <a:gd name="connsiteY126" fmla="*/ 1239709 h 1632781"/>
                <a:gd name="connsiteX127" fmla="*/ 91334 w 1632923"/>
                <a:gd name="connsiteY127" fmla="*/ 1191131 h 1632781"/>
                <a:gd name="connsiteX128" fmla="*/ 92967 w 1632923"/>
                <a:gd name="connsiteY128" fmla="*/ 1183957 h 1632781"/>
                <a:gd name="connsiteX129" fmla="*/ 100140 w 1632923"/>
                <a:gd name="connsiteY129" fmla="*/ 1185591 h 1632781"/>
                <a:gd name="connsiteX130" fmla="*/ 100566 w 1632923"/>
                <a:gd name="connsiteY130" fmla="*/ 1186396 h 1632781"/>
                <a:gd name="connsiteX131" fmla="*/ 127602 w 1632923"/>
                <a:gd name="connsiteY131" fmla="*/ 1234359 h 1632781"/>
                <a:gd name="connsiteX132" fmla="*/ 125921 w 1632923"/>
                <a:gd name="connsiteY132" fmla="*/ 1241485 h 1632781"/>
                <a:gd name="connsiteX133" fmla="*/ 123151 w 1632923"/>
                <a:gd name="connsiteY133" fmla="*/ 1242266 h 1632781"/>
                <a:gd name="connsiteX134" fmla="*/ 1536074 w 1632923"/>
                <a:gd name="connsiteY134" fmla="*/ 1195510 h 1632781"/>
                <a:gd name="connsiteX135" fmla="*/ 1530866 w 1632923"/>
                <a:gd name="connsiteY135" fmla="*/ 1190302 h 1632781"/>
                <a:gd name="connsiteX136" fmla="*/ 1531458 w 1632923"/>
                <a:gd name="connsiteY136" fmla="*/ 1187888 h 1632781"/>
                <a:gd name="connsiteX137" fmla="*/ 1555131 w 1632923"/>
                <a:gd name="connsiteY137" fmla="*/ 1138338 h 1632781"/>
                <a:gd name="connsiteX138" fmla="*/ 1562257 w 1632923"/>
                <a:gd name="connsiteY138" fmla="*/ 1136492 h 1632781"/>
                <a:gd name="connsiteX139" fmla="*/ 1564601 w 1632923"/>
                <a:gd name="connsiteY139" fmla="*/ 1142504 h 1632781"/>
                <a:gd name="connsiteX140" fmla="*/ 1540524 w 1632923"/>
                <a:gd name="connsiteY140" fmla="*/ 1192717 h 1632781"/>
                <a:gd name="connsiteX141" fmla="*/ 1536074 w 1632923"/>
                <a:gd name="connsiteY141" fmla="*/ 1195463 h 1632781"/>
                <a:gd name="connsiteX142" fmla="*/ 72110 w 1632923"/>
                <a:gd name="connsiteY142" fmla="*/ 1143901 h 1632781"/>
                <a:gd name="connsiteX143" fmla="*/ 67376 w 1632923"/>
                <a:gd name="connsiteY143" fmla="*/ 1140776 h 1632781"/>
                <a:gd name="connsiteX144" fmla="*/ 46898 w 1632923"/>
                <a:gd name="connsiteY144" fmla="*/ 1088884 h 1632781"/>
                <a:gd name="connsiteX145" fmla="*/ 50047 w 1632923"/>
                <a:gd name="connsiteY145" fmla="*/ 1082231 h 1632781"/>
                <a:gd name="connsiteX146" fmla="*/ 56722 w 1632923"/>
                <a:gd name="connsiteY146" fmla="*/ 1085380 h 1632781"/>
                <a:gd name="connsiteX147" fmla="*/ 76940 w 1632923"/>
                <a:gd name="connsiteY147" fmla="*/ 1136610 h 1632781"/>
                <a:gd name="connsiteX148" fmla="*/ 74241 w 1632923"/>
                <a:gd name="connsiteY148" fmla="*/ 1143475 h 1632781"/>
                <a:gd name="connsiteX149" fmla="*/ 72110 w 1632923"/>
                <a:gd name="connsiteY149" fmla="*/ 1143854 h 1632781"/>
                <a:gd name="connsiteX150" fmla="*/ 1580415 w 1632923"/>
                <a:gd name="connsiteY150" fmla="*/ 1094186 h 1632781"/>
                <a:gd name="connsiteX151" fmla="*/ 1578663 w 1632923"/>
                <a:gd name="connsiteY151" fmla="*/ 1093879 h 1632781"/>
                <a:gd name="connsiteX152" fmla="*/ 1575491 w 1632923"/>
                <a:gd name="connsiteY152" fmla="*/ 1087274 h 1632781"/>
                <a:gd name="connsiteX153" fmla="*/ 1575514 w 1632923"/>
                <a:gd name="connsiteY153" fmla="*/ 1087227 h 1632781"/>
                <a:gd name="connsiteX154" fmla="*/ 1592275 w 1632923"/>
                <a:gd name="connsiteY154" fmla="*/ 1034836 h 1632781"/>
                <a:gd name="connsiteX155" fmla="*/ 1598501 w 1632923"/>
                <a:gd name="connsiteY155" fmla="*/ 1030906 h 1632781"/>
                <a:gd name="connsiteX156" fmla="*/ 1602432 w 1632923"/>
                <a:gd name="connsiteY156" fmla="*/ 1037132 h 1632781"/>
                <a:gd name="connsiteX157" fmla="*/ 1602289 w 1632923"/>
                <a:gd name="connsiteY157" fmla="*/ 1037654 h 1632781"/>
                <a:gd name="connsiteX158" fmla="*/ 1585316 w 1632923"/>
                <a:gd name="connsiteY158" fmla="*/ 1090730 h 1632781"/>
                <a:gd name="connsiteX159" fmla="*/ 1580415 w 1632923"/>
                <a:gd name="connsiteY159" fmla="*/ 1094210 h 1632781"/>
                <a:gd name="connsiteX160" fmla="*/ 35014 w 1632923"/>
                <a:gd name="connsiteY160" fmla="*/ 1039523 h 1632781"/>
                <a:gd name="connsiteX161" fmla="*/ 29995 w 1632923"/>
                <a:gd name="connsiteY161" fmla="*/ 1035712 h 1632781"/>
                <a:gd name="connsiteX162" fmla="*/ 16856 w 1632923"/>
                <a:gd name="connsiteY162" fmla="*/ 981570 h 1632781"/>
                <a:gd name="connsiteX163" fmla="*/ 20904 w 1632923"/>
                <a:gd name="connsiteY163" fmla="*/ 975415 h 1632781"/>
                <a:gd name="connsiteX164" fmla="*/ 27059 w 1632923"/>
                <a:gd name="connsiteY164" fmla="*/ 979463 h 1632781"/>
                <a:gd name="connsiteX165" fmla="*/ 40033 w 1632923"/>
                <a:gd name="connsiteY165" fmla="*/ 1032895 h 1632781"/>
                <a:gd name="connsiteX166" fmla="*/ 36458 w 1632923"/>
                <a:gd name="connsiteY166" fmla="*/ 1039334 h 1632781"/>
                <a:gd name="connsiteX167" fmla="*/ 36434 w 1632923"/>
                <a:gd name="connsiteY167" fmla="*/ 1039334 h 1632781"/>
                <a:gd name="connsiteX168" fmla="*/ 35014 w 1632923"/>
                <a:gd name="connsiteY168" fmla="*/ 1039523 h 1632781"/>
                <a:gd name="connsiteX169" fmla="*/ 1610480 w 1632923"/>
                <a:gd name="connsiteY169" fmla="*/ 987725 h 1632781"/>
                <a:gd name="connsiteX170" fmla="*/ 1609415 w 1632923"/>
                <a:gd name="connsiteY170" fmla="*/ 987607 h 1632781"/>
                <a:gd name="connsiteX171" fmla="*/ 1605391 w 1632923"/>
                <a:gd name="connsiteY171" fmla="*/ 981428 h 1632781"/>
                <a:gd name="connsiteX172" fmla="*/ 1605391 w 1632923"/>
                <a:gd name="connsiteY172" fmla="*/ 981428 h 1632781"/>
                <a:gd name="connsiteX173" fmla="*/ 1614860 w 1632923"/>
                <a:gd name="connsiteY173" fmla="*/ 927239 h 1632781"/>
                <a:gd name="connsiteX174" fmla="*/ 1620471 w 1632923"/>
                <a:gd name="connsiteY174" fmla="*/ 922480 h 1632781"/>
                <a:gd name="connsiteX175" fmla="*/ 1625253 w 1632923"/>
                <a:gd name="connsiteY175" fmla="*/ 928091 h 1632781"/>
                <a:gd name="connsiteX176" fmla="*/ 1625158 w 1632923"/>
                <a:gd name="connsiteY176" fmla="*/ 928683 h 1632781"/>
                <a:gd name="connsiteX177" fmla="*/ 1615689 w 1632923"/>
                <a:gd name="connsiteY177" fmla="*/ 983583 h 1632781"/>
                <a:gd name="connsiteX178" fmla="*/ 1610480 w 1632923"/>
                <a:gd name="connsiteY178" fmla="*/ 987725 h 1632781"/>
                <a:gd name="connsiteX179" fmla="*/ 12618 w 1632923"/>
                <a:gd name="connsiteY179" fmla="*/ 931145 h 1632781"/>
                <a:gd name="connsiteX180" fmla="*/ 7458 w 1632923"/>
                <a:gd name="connsiteY180" fmla="*/ 926647 h 1632781"/>
                <a:gd name="connsiteX181" fmla="*/ 1847 w 1632923"/>
                <a:gd name="connsiteY181" fmla="*/ 871227 h 1632781"/>
                <a:gd name="connsiteX182" fmla="*/ 6676 w 1632923"/>
                <a:gd name="connsiteY182" fmla="*/ 865687 h 1632781"/>
                <a:gd name="connsiteX183" fmla="*/ 12239 w 1632923"/>
                <a:gd name="connsiteY183" fmla="*/ 870517 h 1632781"/>
                <a:gd name="connsiteX184" fmla="*/ 17779 w 1632923"/>
                <a:gd name="connsiteY184" fmla="*/ 925250 h 1632781"/>
                <a:gd name="connsiteX185" fmla="*/ 13329 w 1632923"/>
                <a:gd name="connsiteY185" fmla="*/ 931098 h 1632781"/>
                <a:gd name="connsiteX186" fmla="*/ 12618 w 1632923"/>
                <a:gd name="connsiteY186" fmla="*/ 931145 h 1632781"/>
                <a:gd name="connsiteX187" fmla="*/ 1625679 w 1632923"/>
                <a:gd name="connsiteY187" fmla="*/ 878116 h 1632781"/>
                <a:gd name="connsiteX188" fmla="*/ 1625324 w 1632923"/>
                <a:gd name="connsiteY188" fmla="*/ 878116 h 1632781"/>
                <a:gd name="connsiteX189" fmla="*/ 1620589 w 1632923"/>
                <a:gd name="connsiteY189" fmla="*/ 872576 h 1632781"/>
                <a:gd name="connsiteX190" fmla="*/ 1622531 w 1632923"/>
                <a:gd name="connsiteY190" fmla="*/ 817582 h 1632781"/>
                <a:gd name="connsiteX191" fmla="*/ 1627739 w 1632923"/>
                <a:gd name="connsiteY191" fmla="*/ 812397 h 1632781"/>
                <a:gd name="connsiteX192" fmla="*/ 1627739 w 1632923"/>
                <a:gd name="connsiteY192" fmla="*/ 812397 h 1632781"/>
                <a:gd name="connsiteX193" fmla="*/ 1632923 w 1632923"/>
                <a:gd name="connsiteY193" fmla="*/ 817582 h 1632781"/>
                <a:gd name="connsiteX194" fmla="*/ 1632923 w 1632923"/>
                <a:gd name="connsiteY194" fmla="*/ 817606 h 1632781"/>
                <a:gd name="connsiteX195" fmla="*/ 1630958 w 1632923"/>
                <a:gd name="connsiteY195" fmla="*/ 873286 h 1632781"/>
                <a:gd name="connsiteX196" fmla="*/ 1625679 w 1632923"/>
                <a:gd name="connsiteY196" fmla="*/ 878116 h 1632781"/>
                <a:gd name="connsiteX197" fmla="*/ 5208 w 1632923"/>
                <a:gd name="connsiteY197" fmla="*/ 820802 h 1632781"/>
                <a:gd name="connsiteX198" fmla="*/ 5208 w 1632923"/>
                <a:gd name="connsiteY198" fmla="*/ 820802 h 1632781"/>
                <a:gd name="connsiteX199" fmla="*/ 0 w 1632923"/>
                <a:gd name="connsiteY199" fmla="*/ 815593 h 1632781"/>
                <a:gd name="connsiteX200" fmla="*/ 1918 w 1632923"/>
                <a:gd name="connsiteY200" fmla="*/ 759889 h 1632781"/>
                <a:gd name="connsiteX201" fmla="*/ 7458 w 1632923"/>
                <a:gd name="connsiteY201" fmla="*/ 755036 h 1632781"/>
                <a:gd name="connsiteX202" fmla="*/ 12310 w 1632923"/>
                <a:gd name="connsiteY202" fmla="*/ 760599 h 1632781"/>
                <a:gd name="connsiteX203" fmla="*/ 10417 w 1632923"/>
                <a:gd name="connsiteY203" fmla="*/ 815593 h 1632781"/>
                <a:gd name="connsiteX204" fmla="*/ 5208 w 1632923"/>
                <a:gd name="connsiteY204" fmla="*/ 820802 h 1632781"/>
                <a:gd name="connsiteX205" fmla="*/ 1625892 w 1632923"/>
                <a:gd name="connsiteY205" fmla="*/ 767441 h 1632781"/>
                <a:gd name="connsiteX206" fmla="*/ 1620684 w 1632923"/>
                <a:gd name="connsiteY206" fmla="*/ 762706 h 1632781"/>
                <a:gd name="connsiteX207" fmla="*/ 1615215 w 1632923"/>
                <a:gd name="connsiteY207" fmla="*/ 707972 h 1632781"/>
                <a:gd name="connsiteX208" fmla="*/ 1619737 w 1632923"/>
                <a:gd name="connsiteY208" fmla="*/ 702172 h 1632781"/>
                <a:gd name="connsiteX209" fmla="*/ 1625537 w 1632923"/>
                <a:gd name="connsiteY209" fmla="*/ 706576 h 1632781"/>
                <a:gd name="connsiteX210" fmla="*/ 1631077 w 1632923"/>
                <a:gd name="connsiteY210" fmla="*/ 762020 h 1632781"/>
                <a:gd name="connsiteX211" fmla="*/ 1626223 w 1632923"/>
                <a:gd name="connsiteY211" fmla="*/ 767559 h 1632781"/>
                <a:gd name="connsiteX212" fmla="*/ 12760 w 1632923"/>
                <a:gd name="connsiteY212" fmla="*/ 710340 h 1632781"/>
                <a:gd name="connsiteX213" fmla="*/ 12050 w 1632923"/>
                <a:gd name="connsiteY213" fmla="*/ 710340 h 1632781"/>
                <a:gd name="connsiteX214" fmla="*/ 7599 w 1632923"/>
                <a:gd name="connsiteY214" fmla="*/ 704516 h 1632781"/>
                <a:gd name="connsiteX215" fmla="*/ 7599 w 1632923"/>
                <a:gd name="connsiteY215" fmla="*/ 704469 h 1632781"/>
                <a:gd name="connsiteX216" fmla="*/ 17069 w 1632923"/>
                <a:gd name="connsiteY216" fmla="*/ 649569 h 1632781"/>
                <a:gd name="connsiteX217" fmla="*/ 23224 w 1632923"/>
                <a:gd name="connsiteY217" fmla="*/ 645544 h 1632781"/>
                <a:gd name="connsiteX218" fmla="*/ 27272 w 1632923"/>
                <a:gd name="connsiteY218" fmla="*/ 651700 h 1632781"/>
                <a:gd name="connsiteX219" fmla="*/ 17921 w 1632923"/>
                <a:gd name="connsiteY219" fmla="*/ 705889 h 1632781"/>
                <a:gd name="connsiteX220" fmla="*/ 12760 w 1632923"/>
                <a:gd name="connsiteY220" fmla="*/ 710340 h 1632781"/>
                <a:gd name="connsiteX221" fmla="*/ 1611096 w 1632923"/>
                <a:gd name="connsiteY221" fmla="*/ 657784 h 1632781"/>
                <a:gd name="connsiteX222" fmla="*/ 1606006 w 1632923"/>
                <a:gd name="connsiteY222" fmla="*/ 653641 h 1632781"/>
                <a:gd name="connsiteX223" fmla="*/ 1593080 w 1632923"/>
                <a:gd name="connsiteY223" fmla="*/ 600162 h 1632781"/>
                <a:gd name="connsiteX224" fmla="*/ 1596702 w 1632923"/>
                <a:gd name="connsiteY224" fmla="*/ 593746 h 1632781"/>
                <a:gd name="connsiteX225" fmla="*/ 1603118 w 1632923"/>
                <a:gd name="connsiteY225" fmla="*/ 597368 h 1632781"/>
                <a:gd name="connsiteX226" fmla="*/ 1616209 w 1632923"/>
                <a:gd name="connsiteY226" fmla="*/ 651534 h 1632781"/>
                <a:gd name="connsiteX227" fmla="*/ 1612161 w 1632923"/>
                <a:gd name="connsiteY227" fmla="*/ 657689 h 1632781"/>
                <a:gd name="connsiteX228" fmla="*/ 1611096 w 1632923"/>
                <a:gd name="connsiteY228" fmla="*/ 657784 h 1632781"/>
                <a:gd name="connsiteX229" fmla="*/ 35298 w 1632923"/>
                <a:gd name="connsiteY229" fmla="*/ 602008 h 1632781"/>
                <a:gd name="connsiteX230" fmla="*/ 33901 w 1632923"/>
                <a:gd name="connsiteY230" fmla="*/ 601819 h 1632781"/>
                <a:gd name="connsiteX231" fmla="*/ 30279 w 1632923"/>
                <a:gd name="connsiteY231" fmla="*/ 595404 h 1632781"/>
                <a:gd name="connsiteX232" fmla="*/ 47205 w 1632923"/>
                <a:gd name="connsiteY232" fmla="*/ 542303 h 1632781"/>
                <a:gd name="connsiteX233" fmla="*/ 53739 w 1632923"/>
                <a:gd name="connsiteY233" fmla="*/ 538894 h 1632781"/>
                <a:gd name="connsiteX234" fmla="*/ 57149 w 1632923"/>
                <a:gd name="connsiteY234" fmla="*/ 545428 h 1632781"/>
                <a:gd name="connsiteX235" fmla="*/ 57007 w 1632923"/>
                <a:gd name="connsiteY235" fmla="*/ 545807 h 1632781"/>
                <a:gd name="connsiteX236" fmla="*/ 40317 w 1632923"/>
                <a:gd name="connsiteY236" fmla="*/ 598221 h 1632781"/>
                <a:gd name="connsiteX237" fmla="*/ 35298 w 1632923"/>
                <a:gd name="connsiteY237" fmla="*/ 602008 h 1632781"/>
                <a:gd name="connsiteX238" fmla="*/ 1581433 w 1632923"/>
                <a:gd name="connsiteY238" fmla="*/ 551181 h 1632781"/>
                <a:gd name="connsiteX239" fmla="*/ 1576508 w 1632923"/>
                <a:gd name="connsiteY239" fmla="*/ 547701 h 1632781"/>
                <a:gd name="connsiteX240" fmla="*/ 1556362 w 1632923"/>
                <a:gd name="connsiteY240" fmla="*/ 496447 h 1632781"/>
                <a:gd name="connsiteX241" fmla="*/ 1559866 w 1632923"/>
                <a:gd name="connsiteY241" fmla="*/ 489984 h 1632781"/>
                <a:gd name="connsiteX242" fmla="*/ 1565831 w 1632923"/>
                <a:gd name="connsiteY242" fmla="*/ 492304 h 1632781"/>
                <a:gd name="connsiteX243" fmla="*/ 1586239 w 1632923"/>
                <a:gd name="connsiteY243" fmla="*/ 544245 h 1632781"/>
                <a:gd name="connsiteX244" fmla="*/ 1583137 w 1632923"/>
                <a:gd name="connsiteY244" fmla="*/ 550849 h 1632781"/>
                <a:gd name="connsiteX245" fmla="*/ 1583066 w 1632923"/>
                <a:gd name="connsiteY245" fmla="*/ 550873 h 1632781"/>
                <a:gd name="connsiteX246" fmla="*/ 1581433 w 1632923"/>
                <a:gd name="connsiteY246" fmla="*/ 551181 h 1632781"/>
                <a:gd name="connsiteX247" fmla="*/ 72466 w 1632923"/>
                <a:gd name="connsiteY247" fmla="*/ 497867 h 1632781"/>
                <a:gd name="connsiteX248" fmla="*/ 70382 w 1632923"/>
                <a:gd name="connsiteY248" fmla="*/ 497418 h 1632781"/>
                <a:gd name="connsiteX249" fmla="*/ 67707 w 1632923"/>
                <a:gd name="connsiteY249" fmla="*/ 490600 h 1632781"/>
                <a:gd name="connsiteX250" fmla="*/ 67707 w 1632923"/>
                <a:gd name="connsiteY250" fmla="*/ 490576 h 1632781"/>
                <a:gd name="connsiteX251" fmla="*/ 91689 w 1632923"/>
                <a:gd name="connsiteY251" fmla="*/ 440340 h 1632781"/>
                <a:gd name="connsiteX252" fmla="*/ 98862 w 1632923"/>
                <a:gd name="connsiteY252" fmla="*/ 438707 h 1632781"/>
                <a:gd name="connsiteX253" fmla="*/ 100922 w 1632923"/>
                <a:gd name="connsiteY253" fmla="*/ 445075 h 1632781"/>
                <a:gd name="connsiteX254" fmla="*/ 77248 w 1632923"/>
                <a:gd name="connsiteY254" fmla="*/ 494790 h 1632781"/>
                <a:gd name="connsiteX255" fmla="*/ 72466 w 1632923"/>
                <a:gd name="connsiteY255" fmla="*/ 497867 h 1632781"/>
                <a:gd name="connsiteX256" fmla="*/ 1537376 w 1632923"/>
                <a:gd name="connsiteY256" fmla="*/ 449526 h 1632781"/>
                <a:gd name="connsiteX257" fmla="*/ 1532641 w 1632923"/>
                <a:gd name="connsiteY257" fmla="*/ 446732 h 1632781"/>
                <a:gd name="connsiteX258" fmla="*/ 1505677 w 1632923"/>
                <a:gd name="connsiteY258" fmla="*/ 398722 h 1632781"/>
                <a:gd name="connsiteX259" fmla="*/ 1507428 w 1632923"/>
                <a:gd name="connsiteY259" fmla="*/ 391549 h 1632781"/>
                <a:gd name="connsiteX260" fmla="*/ 1514578 w 1632923"/>
                <a:gd name="connsiteY260" fmla="*/ 393300 h 1632781"/>
                <a:gd name="connsiteX261" fmla="*/ 1541898 w 1632923"/>
                <a:gd name="connsiteY261" fmla="*/ 441926 h 1632781"/>
                <a:gd name="connsiteX262" fmla="*/ 1539767 w 1632923"/>
                <a:gd name="connsiteY262" fmla="*/ 448981 h 1632781"/>
                <a:gd name="connsiteX263" fmla="*/ 1539672 w 1632923"/>
                <a:gd name="connsiteY263" fmla="*/ 449028 h 1632781"/>
                <a:gd name="connsiteX264" fmla="*/ 1537376 w 1632923"/>
                <a:gd name="connsiteY264" fmla="*/ 449526 h 1632781"/>
                <a:gd name="connsiteX265" fmla="*/ 123506 w 1632923"/>
                <a:gd name="connsiteY265" fmla="*/ 399811 h 1632781"/>
                <a:gd name="connsiteX266" fmla="*/ 118322 w 1632923"/>
                <a:gd name="connsiteY266" fmla="*/ 394531 h 1632781"/>
                <a:gd name="connsiteX267" fmla="*/ 119079 w 1632923"/>
                <a:gd name="connsiteY267" fmla="*/ 391880 h 1632781"/>
                <a:gd name="connsiteX268" fmla="*/ 149689 w 1632923"/>
                <a:gd name="connsiteY268" fmla="*/ 345361 h 1632781"/>
                <a:gd name="connsiteX269" fmla="*/ 156981 w 1632923"/>
                <a:gd name="connsiteY269" fmla="*/ 344343 h 1632781"/>
                <a:gd name="connsiteX270" fmla="*/ 158188 w 1632923"/>
                <a:gd name="connsiteY270" fmla="*/ 351374 h 1632781"/>
                <a:gd name="connsiteX271" fmla="*/ 127957 w 1632923"/>
                <a:gd name="connsiteY271" fmla="*/ 397301 h 1632781"/>
                <a:gd name="connsiteX272" fmla="*/ 123506 w 1632923"/>
                <a:gd name="connsiteY272" fmla="*/ 399787 h 1632781"/>
                <a:gd name="connsiteX273" fmla="*/ 1479872 w 1632923"/>
                <a:gd name="connsiteY273" fmla="*/ 354831 h 1632781"/>
                <a:gd name="connsiteX274" fmla="*/ 1475611 w 1632923"/>
                <a:gd name="connsiteY274" fmla="*/ 352605 h 1632781"/>
                <a:gd name="connsiteX275" fmla="*/ 1442468 w 1632923"/>
                <a:gd name="connsiteY275" fmla="*/ 308737 h 1632781"/>
                <a:gd name="connsiteX276" fmla="*/ 1443225 w 1632923"/>
                <a:gd name="connsiteY276" fmla="*/ 301399 h 1632781"/>
                <a:gd name="connsiteX277" fmla="*/ 1450564 w 1632923"/>
                <a:gd name="connsiteY277" fmla="*/ 302180 h 1632781"/>
                <a:gd name="connsiteX278" fmla="*/ 1484204 w 1632923"/>
                <a:gd name="connsiteY278" fmla="*/ 346616 h 1632781"/>
                <a:gd name="connsiteX279" fmla="*/ 1482973 w 1632923"/>
                <a:gd name="connsiteY279" fmla="*/ 353836 h 1632781"/>
                <a:gd name="connsiteX280" fmla="*/ 1482950 w 1632923"/>
                <a:gd name="connsiteY280" fmla="*/ 353860 h 1632781"/>
                <a:gd name="connsiteX281" fmla="*/ 1479872 w 1632923"/>
                <a:gd name="connsiteY281" fmla="*/ 354901 h 1632781"/>
                <a:gd name="connsiteX282" fmla="*/ 187425 w 1632923"/>
                <a:gd name="connsiteY282" fmla="*/ 309448 h 1632781"/>
                <a:gd name="connsiteX283" fmla="*/ 184158 w 1632923"/>
                <a:gd name="connsiteY283" fmla="*/ 308264 h 1632781"/>
                <a:gd name="connsiteX284" fmla="*/ 183353 w 1632923"/>
                <a:gd name="connsiteY284" fmla="*/ 301020 h 1632781"/>
                <a:gd name="connsiteX285" fmla="*/ 183401 w 1632923"/>
                <a:gd name="connsiteY285" fmla="*/ 300949 h 1632781"/>
                <a:gd name="connsiteX286" fmla="*/ 220048 w 1632923"/>
                <a:gd name="connsiteY286" fmla="*/ 258975 h 1632781"/>
                <a:gd name="connsiteX287" fmla="*/ 227411 w 1632923"/>
                <a:gd name="connsiteY287" fmla="*/ 259117 h 1632781"/>
                <a:gd name="connsiteX288" fmla="*/ 227648 w 1632923"/>
                <a:gd name="connsiteY288" fmla="*/ 266078 h 1632781"/>
                <a:gd name="connsiteX289" fmla="*/ 191474 w 1632923"/>
                <a:gd name="connsiteY289" fmla="*/ 307507 h 1632781"/>
                <a:gd name="connsiteX290" fmla="*/ 187425 w 1632923"/>
                <a:gd name="connsiteY290" fmla="*/ 309448 h 1632781"/>
                <a:gd name="connsiteX291" fmla="*/ 1410082 w 1632923"/>
                <a:gd name="connsiteY291" fmla="*/ 268895 h 1632781"/>
                <a:gd name="connsiteX292" fmla="*/ 1406270 w 1632923"/>
                <a:gd name="connsiteY292" fmla="*/ 267238 h 1632781"/>
                <a:gd name="connsiteX293" fmla="*/ 1367446 w 1632923"/>
                <a:gd name="connsiteY293" fmla="*/ 228270 h 1632781"/>
                <a:gd name="connsiteX294" fmla="*/ 1366806 w 1632923"/>
                <a:gd name="connsiteY294" fmla="*/ 220931 h 1632781"/>
                <a:gd name="connsiteX295" fmla="*/ 1374145 w 1632923"/>
                <a:gd name="connsiteY295" fmla="*/ 220292 h 1632781"/>
                <a:gd name="connsiteX296" fmla="*/ 1374548 w 1632923"/>
                <a:gd name="connsiteY296" fmla="*/ 220671 h 1632781"/>
                <a:gd name="connsiteX297" fmla="*/ 1413870 w 1632923"/>
                <a:gd name="connsiteY297" fmla="*/ 260135 h 1632781"/>
                <a:gd name="connsiteX298" fmla="*/ 1413609 w 1632923"/>
                <a:gd name="connsiteY298" fmla="*/ 267498 h 1632781"/>
                <a:gd name="connsiteX299" fmla="*/ 1413609 w 1632923"/>
                <a:gd name="connsiteY299" fmla="*/ 267498 h 1632781"/>
                <a:gd name="connsiteX300" fmla="*/ 1410082 w 1632923"/>
                <a:gd name="connsiteY300" fmla="*/ 268942 h 1632781"/>
                <a:gd name="connsiteX301" fmla="*/ 262992 w 1632923"/>
                <a:gd name="connsiteY301" fmla="*/ 228649 h 1632781"/>
                <a:gd name="connsiteX302" fmla="*/ 257784 w 1632923"/>
                <a:gd name="connsiteY302" fmla="*/ 223441 h 1632781"/>
                <a:gd name="connsiteX303" fmla="*/ 259441 w 1632923"/>
                <a:gd name="connsiteY303" fmla="*/ 219630 h 1632781"/>
                <a:gd name="connsiteX304" fmla="*/ 301439 w 1632923"/>
                <a:gd name="connsiteY304" fmla="*/ 182982 h 1632781"/>
                <a:gd name="connsiteX305" fmla="*/ 308753 w 1632923"/>
                <a:gd name="connsiteY305" fmla="*/ 183835 h 1632781"/>
                <a:gd name="connsiteX306" fmla="*/ 308020 w 1632923"/>
                <a:gd name="connsiteY306" fmla="*/ 191055 h 1632781"/>
                <a:gd name="connsiteX307" fmla="*/ 266567 w 1632923"/>
                <a:gd name="connsiteY307" fmla="*/ 227229 h 1632781"/>
                <a:gd name="connsiteX308" fmla="*/ 262992 w 1632923"/>
                <a:gd name="connsiteY308" fmla="*/ 228649 h 1632781"/>
                <a:gd name="connsiteX309" fmla="*/ 1329354 w 1632923"/>
                <a:gd name="connsiteY309" fmla="*/ 193138 h 1632781"/>
                <a:gd name="connsiteX310" fmla="*/ 1326064 w 1632923"/>
                <a:gd name="connsiteY310" fmla="*/ 191955 h 1632781"/>
                <a:gd name="connsiteX311" fmla="*/ 1282362 w 1632923"/>
                <a:gd name="connsiteY311" fmla="*/ 158598 h 1632781"/>
                <a:gd name="connsiteX312" fmla="*/ 1281344 w 1632923"/>
                <a:gd name="connsiteY312" fmla="*/ 151307 h 1632781"/>
                <a:gd name="connsiteX313" fmla="*/ 1288375 w 1632923"/>
                <a:gd name="connsiteY313" fmla="*/ 150099 h 1632781"/>
                <a:gd name="connsiteX314" fmla="*/ 1332668 w 1632923"/>
                <a:gd name="connsiteY314" fmla="*/ 183882 h 1632781"/>
                <a:gd name="connsiteX315" fmla="*/ 1333450 w 1632923"/>
                <a:gd name="connsiteY315" fmla="*/ 191197 h 1632781"/>
                <a:gd name="connsiteX316" fmla="*/ 1329354 w 1632923"/>
                <a:gd name="connsiteY316" fmla="*/ 193138 h 1632781"/>
                <a:gd name="connsiteX317" fmla="*/ 348833 w 1632923"/>
                <a:gd name="connsiteY317" fmla="*/ 158598 h 1632781"/>
                <a:gd name="connsiteX318" fmla="*/ 343578 w 1632923"/>
                <a:gd name="connsiteY318" fmla="*/ 153437 h 1632781"/>
                <a:gd name="connsiteX319" fmla="*/ 345803 w 1632923"/>
                <a:gd name="connsiteY319" fmla="*/ 149129 h 1632781"/>
                <a:gd name="connsiteX320" fmla="*/ 392393 w 1632923"/>
                <a:gd name="connsiteY320" fmla="*/ 118471 h 1632781"/>
                <a:gd name="connsiteX321" fmla="*/ 399543 w 1632923"/>
                <a:gd name="connsiteY321" fmla="*/ 120200 h 1632781"/>
                <a:gd name="connsiteX322" fmla="*/ 397814 w 1632923"/>
                <a:gd name="connsiteY322" fmla="*/ 127373 h 1632781"/>
                <a:gd name="connsiteX323" fmla="*/ 351840 w 1632923"/>
                <a:gd name="connsiteY323" fmla="*/ 157628 h 1632781"/>
                <a:gd name="connsiteX324" fmla="*/ 348833 w 1632923"/>
                <a:gd name="connsiteY324" fmla="*/ 158693 h 1632781"/>
                <a:gd name="connsiteX325" fmla="*/ 1239204 w 1632923"/>
                <a:gd name="connsiteY325" fmla="*/ 129030 h 1632781"/>
                <a:gd name="connsiteX326" fmla="*/ 1236482 w 1632923"/>
                <a:gd name="connsiteY326" fmla="*/ 128272 h 1632781"/>
                <a:gd name="connsiteX327" fmla="*/ 1188661 w 1632923"/>
                <a:gd name="connsiteY327" fmla="*/ 101142 h 1632781"/>
                <a:gd name="connsiteX328" fmla="*/ 1185797 w 1632923"/>
                <a:gd name="connsiteY328" fmla="*/ 94348 h 1632781"/>
                <a:gd name="connsiteX329" fmla="*/ 1192591 w 1632923"/>
                <a:gd name="connsiteY329" fmla="*/ 91483 h 1632781"/>
                <a:gd name="connsiteX330" fmla="*/ 1193396 w 1632923"/>
                <a:gd name="connsiteY330" fmla="*/ 91909 h 1632781"/>
                <a:gd name="connsiteX331" fmla="*/ 1241832 w 1632923"/>
                <a:gd name="connsiteY331" fmla="*/ 119395 h 1632781"/>
                <a:gd name="connsiteX332" fmla="*/ 1243513 w 1632923"/>
                <a:gd name="connsiteY332" fmla="*/ 126568 h 1632781"/>
                <a:gd name="connsiteX333" fmla="*/ 1239110 w 1632923"/>
                <a:gd name="connsiteY333" fmla="*/ 129030 h 1632781"/>
                <a:gd name="connsiteX334" fmla="*/ 443363 w 1632923"/>
                <a:gd name="connsiteY334" fmla="*/ 101118 h 1632781"/>
                <a:gd name="connsiteX335" fmla="*/ 438155 w 1632923"/>
                <a:gd name="connsiteY335" fmla="*/ 95910 h 1632781"/>
                <a:gd name="connsiteX336" fmla="*/ 440995 w 1632923"/>
                <a:gd name="connsiteY336" fmla="*/ 91270 h 1632781"/>
                <a:gd name="connsiteX337" fmla="*/ 491326 w 1632923"/>
                <a:gd name="connsiteY337" fmla="*/ 67265 h 1632781"/>
                <a:gd name="connsiteX338" fmla="*/ 498452 w 1632923"/>
                <a:gd name="connsiteY338" fmla="*/ 69111 h 1632781"/>
                <a:gd name="connsiteX339" fmla="*/ 496605 w 1632923"/>
                <a:gd name="connsiteY339" fmla="*/ 76237 h 1632781"/>
                <a:gd name="connsiteX340" fmla="*/ 495492 w 1632923"/>
                <a:gd name="connsiteY340" fmla="*/ 76734 h 1632781"/>
                <a:gd name="connsiteX341" fmla="*/ 445778 w 1632923"/>
                <a:gd name="connsiteY341" fmla="*/ 100408 h 1632781"/>
                <a:gd name="connsiteX342" fmla="*/ 443363 w 1632923"/>
                <a:gd name="connsiteY342" fmla="*/ 101118 h 1632781"/>
                <a:gd name="connsiteX343" fmla="*/ 1141219 w 1632923"/>
                <a:gd name="connsiteY343" fmla="*/ 77989 h 1632781"/>
                <a:gd name="connsiteX344" fmla="*/ 1139111 w 1632923"/>
                <a:gd name="connsiteY344" fmla="*/ 77563 h 1632781"/>
                <a:gd name="connsiteX345" fmla="*/ 1088095 w 1632923"/>
                <a:gd name="connsiteY345" fmla="*/ 57227 h 1632781"/>
                <a:gd name="connsiteX346" fmla="*/ 1084685 w 1632923"/>
                <a:gd name="connsiteY346" fmla="*/ 50693 h 1632781"/>
                <a:gd name="connsiteX347" fmla="*/ 1091219 w 1632923"/>
                <a:gd name="connsiteY347" fmla="*/ 47284 h 1632781"/>
                <a:gd name="connsiteX348" fmla="*/ 1091599 w 1632923"/>
                <a:gd name="connsiteY348" fmla="*/ 47426 h 1632781"/>
                <a:gd name="connsiteX349" fmla="*/ 1143302 w 1632923"/>
                <a:gd name="connsiteY349" fmla="*/ 68023 h 1632781"/>
                <a:gd name="connsiteX350" fmla="*/ 1145954 w 1632923"/>
                <a:gd name="connsiteY350" fmla="*/ 74888 h 1632781"/>
                <a:gd name="connsiteX351" fmla="*/ 1141219 w 1632923"/>
                <a:gd name="connsiteY351" fmla="*/ 77989 h 1632781"/>
                <a:gd name="connsiteX352" fmla="*/ 544923 w 1632923"/>
                <a:gd name="connsiteY352" fmla="*/ 56849 h 1632781"/>
                <a:gd name="connsiteX353" fmla="*/ 539715 w 1632923"/>
                <a:gd name="connsiteY353" fmla="*/ 51616 h 1632781"/>
                <a:gd name="connsiteX354" fmla="*/ 543171 w 1632923"/>
                <a:gd name="connsiteY354" fmla="*/ 46740 h 1632781"/>
                <a:gd name="connsiteX355" fmla="*/ 596272 w 1632923"/>
                <a:gd name="connsiteY355" fmla="*/ 29860 h 1632781"/>
                <a:gd name="connsiteX356" fmla="*/ 602877 w 1632923"/>
                <a:gd name="connsiteY356" fmla="*/ 33127 h 1632781"/>
                <a:gd name="connsiteX357" fmla="*/ 599610 w 1632923"/>
                <a:gd name="connsiteY357" fmla="*/ 39732 h 1632781"/>
                <a:gd name="connsiteX358" fmla="*/ 599089 w 1632923"/>
                <a:gd name="connsiteY358" fmla="*/ 39874 h 1632781"/>
                <a:gd name="connsiteX359" fmla="*/ 546675 w 1632923"/>
                <a:gd name="connsiteY359" fmla="*/ 56446 h 1632781"/>
                <a:gd name="connsiteX360" fmla="*/ 544923 w 1632923"/>
                <a:gd name="connsiteY360" fmla="*/ 56754 h 1632781"/>
                <a:gd name="connsiteX361" fmla="*/ 1037125 w 1632923"/>
                <a:gd name="connsiteY361" fmla="*/ 40632 h 1632781"/>
                <a:gd name="connsiteX362" fmla="*/ 1035704 w 1632923"/>
                <a:gd name="connsiteY362" fmla="*/ 40442 h 1632781"/>
                <a:gd name="connsiteX363" fmla="*/ 982296 w 1632923"/>
                <a:gd name="connsiteY363" fmla="*/ 27280 h 1632781"/>
                <a:gd name="connsiteX364" fmla="*/ 978272 w 1632923"/>
                <a:gd name="connsiteY364" fmla="*/ 21101 h 1632781"/>
                <a:gd name="connsiteX365" fmla="*/ 984451 w 1632923"/>
                <a:gd name="connsiteY365" fmla="*/ 17076 h 1632781"/>
                <a:gd name="connsiteX366" fmla="*/ 1038545 w 1632923"/>
                <a:gd name="connsiteY366" fmla="*/ 30405 h 1632781"/>
                <a:gd name="connsiteX367" fmla="*/ 1042167 w 1632923"/>
                <a:gd name="connsiteY367" fmla="*/ 36820 h 1632781"/>
                <a:gd name="connsiteX368" fmla="*/ 1037125 w 1632923"/>
                <a:gd name="connsiteY368" fmla="*/ 40632 h 1632781"/>
                <a:gd name="connsiteX369" fmla="*/ 651455 w 1632923"/>
                <a:gd name="connsiteY369" fmla="*/ 26972 h 1632781"/>
                <a:gd name="connsiteX370" fmla="*/ 646318 w 1632923"/>
                <a:gd name="connsiteY370" fmla="*/ 21693 h 1632781"/>
                <a:gd name="connsiteX371" fmla="*/ 650414 w 1632923"/>
                <a:gd name="connsiteY371" fmla="*/ 16674 h 1632781"/>
                <a:gd name="connsiteX372" fmla="*/ 705313 w 1632923"/>
                <a:gd name="connsiteY372" fmla="*/ 7204 h 1632781"/>
                <a:gd name="connsiteX373" fmla="*/ 711185 w 1632923"/>
                <a:gd name="connsiteY373" fmla="*/ 11655 h 1632781"/>
                <a:gd name="connsiteX374" fmla="*/ 706734 w 1632923"/>
                <a:gd name="connsiteY374" fmla="*/ 17526 h 1632781"/>
                <a:gd name="connsiteX375" fmla="*/ 652521 w 1632923"/>
                <a:gd name="connsiteY375" fmla="*/ 26854 h 1632781"/>
                <a:gd name="connsiteX376" fmla="*/ 651455 w 1632923"/>
                <a:gd name="connsiteY376" fmla="*/ 26877 h 1632781"/>
                <a:gd name="connsiteX377" fmla="*/ 928841 w 1632923"/>
                <a:gd name="connsiteY377" fmla="*/ 17881 h 1632781"/>
                <a:gd name="connsiteX378" fmla="*/ 928131 w 1632923"/>
                <a:gd name="connsiteY378" fmla="*/ 17881 h 1632781"/>
                <a:gd name="connsiteX379" fmla="*/ 873421 w 1632923"/>
                <a:gd name="connsiteY379" fmla="*/ 12176 h 1632781"/>
                <a:gd name="connsiteX380" fmla="*/ 868686 w 1632923"/>
                <a:gd name="connsiteY380" fmla="*/ 6613 h 1632781"/>
                <a:gd name="connsiteX381" fmla="*/ 874249 w 1632923"/>
                <a:gd name="connsiteY381" fmla="*/ 1878 h 1632781"/>
                <a:gd name="connsiteX382" fmla="*/ 874249 w 1632923"/>
                <a:gd name="connsiteY382" fmla="*/ 1878 h 1632781"/>
                <a:gd name="connsiteX383" fmla="*/ 929646 w 1632923"/>
                <a:gd name="connsiteY383" fmla="*/ 7654 h 1632781"/>
                <a:gd name="connsiteX384" fmla="*/ 934097 w 1632923"/>
                <a:gd name="connsiteY384" fmla="*/ 13525 h 1632781"/>
                <a:gd name="connsiteX385" fmla="*/ 928936 w 1632923"/>
                <a:gd name="connsiteY385" fmla="*/ 18023 h 1632781"/>
                <a:gd name="connsiteX386" fmla="*/ 761089 w 1632923"/>
                <a:gd name="connsiteY386" fmla="*/ 11987 h 1632781"/>
                <a:gd name="connsiteX387" fmla="*/ 756023 w 1632923"/>
                <a:gd name="connsiteY387" fmla="*/ 6636 h 1632781"/>
                <a:gd name="connsiteX388" fmla="*/ 760757 w 1632923"/>
                <a:gd name="connsiteY388" fmla="*/ 1594 h 1632781"/>
                <a:gd name="connsiteX389" fmla="*/ 816414 w 1632923"/>
                <a:gd name="connsiteY389" fmla="*/ -300 h 1632781"/>
                <a:gd name="connsiteX390" fmla="*/ 818474 w 1632923"/>
                <a:gd name="connsiteY390" fmla="*/ -300 h 1632781"/>
                <a:gd name="connsiteX391" fmla="*/ 823682 w 1632923"/>
                <a:gd name="connsiteY391" fmla="*/ 4908 h 1632781"/>
                <a:gd name="connsiteX392" fmla="*/ 818474 w 1632923"/>
                <a:gd name="connsiteY392" fmla="*/ 10117 h 1632781"/>
                <a:gd name="connsiteX393" fmla="*/ 816438 w 1632923"/>
                <a:gd name="connsiteY393" fmla="*/ 10117 h 1632781"/>
                <a:gd name="connsiteX394" fmla="*/ 761468 w 1632923"/>
                <a:gd name="connsiteY394" fmla="*/ 11987 h 1632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</a:cxnLst>
              <a:rect l="l" t="t" r="r" b="b"/>
              <a:pathLst>
                <a:path w="1632923" h="1632781">
                  <a:moveTo>
                    <a:pt x="816414" y="1632481"/>
                  </a:moveTo>
                  <a:lnTo>
                    <a:pt x="815420" y="1632481"/>
                  </a:lnTo>
                  <a:cubicBezTo>
                    <a:pt x="812532" y="1632481"/>
                    <a:pt x="810212" y="1630161"/>
                    <a:pt x="810212" y="1627273"/>
                  </a:cubicBezTo>
                  <a:cubicBezTo>
                    <a:pt x="810212" y="1624408"/>
                    <a:pt x="812532" y="1622065"/>
                    <a:pt x="815420" y="1622065"/>
                  </a:cubicBezTo>
                  <a:lnTo>
                    <a:pt x="816414" y="1622065"/>
                  </a:lnTo>
                  <a:cubicBezTo>
                    <a:pt x="834383" y="1622065"/>
                    <a:pt x="852541" y="1621473"/>
                    <a:pt x="870391" y="1620289"/>
                  </a:cubicBezTo>
                  <a:cubicBezTo>
                    <a:pt x="873255" y="1620053"/>
                    <a:pt x="875764" y="1622207"/>
                    <a:pt x="876001" y="1625071"/>
                  </a:cubicBezTo>
                  <a:cubicBezTo>
                    <a:pt x="876238" y="1627936"/>
                    <a:pt x="874084" y="1630445"/>
                    <a:pt x="871219" y="1630682"/>
                  </a:cubicBezTo>
                  <a:cubicBezTo>
                    <a:pt x="871172" y="1630682"/>
                    <a:pt x="871124" y="1630682"/>
                    <a:pt x="871077" y="1630682"/>
                  </a:cubicBezTo>
                  <a:cubicBezTo>
                    <a:pt x="853014" y="1631866"/>
                    <a:pt x="834619" y="1632481"/>
                    <a:pt x="816414" y="1632481"/>
                  </a:cubicBezTo>
                  <a:close/>
                  <a:moveTo>
                    <a:pt x="760094" y="1630540"/>
                  </a:moveTo>
                  <a:lnTo>
                    <a:pt x="759716" y="1630540"/>
                  </a:lnTo>
                  <a:cubicBezTo>
                    <a:pt x="741250" y="1629261"/>
                    <a:pt x="722595" y="1627344"/>
                    <a:pt x="704295" y="1624811"/>
                  </a:cubicBezTo>
                  <a:cubicBezTo>
                    <a:pt x="701454" y="1624408"/>
                    <a:pt x="699442" y="1621781"/>
                    <a:pt x="699845" y="1618939"/>
                  </a:cubicBezTo>
                  <a:cubicBezTo>
                    <a:pt x="700247" y="1616099"/>
                    <a:pt x="702875" y="1614087"/>
                    <a:pt x="705716" y="1614489"/>
                  </a:cubicBezTo>
                  <a:cubicBezTo>
                    <a:pt x="723779" y="1616999"/>
                    <a:pt x="742197" y="1618893"/>
                    <a:pt x="760449" y="1620147"/>
                  </a:cubicBezTo>
                  <a:cubicBezTo>
                    <a:pt x="763314" y="1620407"/>
                    <a:pt x="765421" y="1622941"/>
                    <a:pt x="765160" y="1625805"/>
                  </a:cubicBezTo>
                  <a:cubicBezTo>
                    <a:pt x="764900" y="1628433"/>
                    <a:pt x="762746" y="1630469"/>
                    <a:pt x="760094" y="1630540"/>
                  </a:cubicBezTo>
                  <a:close/>
                  <a:moveTo>
                    <a:pt x="925811" y="1625142"/>
                  </a:moveTo>
                  <a:cubicBezTo>
                    <a:pt x="922923" y="1625142"/>
                    <a:pt x="920603" y="1622799"/>
                    <a:pt x="920627" y="1619910"/>
                  </a:cubicBezTo>
                  <a:cubicBezTo>
                    <a:pt x="920627" y="1617330"/>
                    <a:pt x="922544" y="1615128"/>
                    <a:pt x="925124" y="1614773"/>
                  </a:cubicBezTo>
                  <a:cubicBezTo>
                    <a:pt x="943211" y="1612405"/>
                    <a:pt x="961464" y="1609210"/>
                    <a:pt x="979337" y="1605517"/>
                  </a:cubicBezTo>
                  <a:cubicBezTo>
                    <a:pt x="982155" y="1604925"/>
                    <a:pt x="984901" y="1606748"/>
                    <a:pt x="985492" y="1609565"/>
                  </a:cubicBezTo>
                  <a:cubicBezTo>
                    <a:pt x="986084" y="1612382"/>
                    <a:pt x="984261" y="1615128"/>
                    <a:pt x="981444" y="1615720"/>
                  </a:cubicBezTo>
                  <a:cubicBezTo>
                    <a:pt x="963334" y="1619461"/>
                    <a:pt x="944845" y="1622609"/>
                    <a:pt x="926521" y="1625190"/>
                  </a:cubicBezTo>
                  <a:close/>
                  <a:moveTo>
                    <a:pt x="650532" y="1615412"/>
                  </a:moveTo>
                  <a:cubicBezTo>
                    <a:pt x="650177" y="1615436"/>
                    <a:pt x="649822" y="1615436"/>
                    <a:pt x="649467" y="1615412"/>
                  </a:cubicBezTo>
                  <a:cubicBezTo>
                    <a:pt x="631380" y="1611625"/>
                    <a:pt x="613175" y="1607174"/>
                    <a:pt x="595348" y="1602155"/>
                  </a:cubicBezTo>
                  <a:cubicBezTo>
                    <a:pt x="592579" y="1601374"/>
                    <a:pt x="590969" y="1598486"/>
                    <a:pt x="591750" y="1595716"/>
                  </a:cubicBezTo>
                  <a:cubicBezTo>
                    <a:pt x="592531" y="1592946"/>
                    <a:pt x="595419" y="1591336"/>
                    <a:pt x="598189" y="1592117"/>
                  </a:cubicBezTo>
                  <a:cubicBezTo>
                    <a:pt x="615755" y="1597089"/>
                    <a:pt x="633700" y="1601587"/>
                    <a:pt x="651597" y="1605209"/>
                  </a:cubicBezTo>
                  <a:cubicBezTo>
                    <a:pt x="654414" y="1605825"/>
                    <a:pt x="656190" y="1608594"/>
                    <a:pt x="655574" y="1611411"/>
                  </a:cubicBezTo>
                  <a:cubicBezTo>
                    <a:pt x="655077" y="1613779"/>
                    <a:pt x="652971" y="1615483"/>
                    <a:pt x="650532" y="1615507"/>
                  </a:cubicBezTo>
                  <a:close/>
                  <a:moveTo>
                    <a:pt x="1034261" y="1602794"/>
                  </a:moveTo>
                  <a:cubicBezTo>
                    <a:pt x="1031396" y="1602794"/>
                    <a:pt x="1029052" y="1600474"/>
                    <a:pt x="1029052" y="1597586"/>
                  </a:cubicBezTo>
                  <a:cubicBezTo>
                    <a:pt x="1029052" y="1595242"/>
                    <a:pt x="1030615" y="1593183"/>
                    <a:pt x="1032864" y="1592567"/>
                  </a:cubicBezTo>
                  <a:cubicBezTo>
                    <a:pt x="1050453" y="1587666"/>
                    <a:pt x="1068090" y="1582080"/>
                    <a:pt x="1085325" y="1575995"/>
                  </a:cubicBezTo>
                  <a:cubicBezTo>
                    <a:pt x="1088048" y="1575025"/>
                    <a:pt x="1091007" y="1576445"/>
                    <a:pt x="1091977" y="1579168"/>
                  </a:cubicBezTo>
                  <a:cubicBezTo>
                    <a:pt x="1092948" y="1581890"/>
                    <a:pt x="1091527" y="1584849"/>
                    <a:pt x="1088805" y="1585820"/>
                  </a:cubicBezTo>
                  <a:cubicBezTo>
                    <a:pt x="1071357" y="1591999"/>
                    <a:pt x="1053484" y="1597657"/>
                    <a:pt x="1035657" y="1602628"/>
                  </a:cubicBezTo>
                  <a:cubicBezTo>
                    <a:pt x="1035184" y="1602771"/>
                    <a:pt x="1034687" y="1602818"/>
                    <a:pt x="1034190" y="1602794"/>
                  </a:cubicBezTo>
                  <a:close/>
                  <a:moveTo>
                    <a:pt x="544000" y="1585465"/>
                  </a:moveTo>
                  <a:cubicBezTo>
                    <a:pt x="543408" y="1585465"/>
                    <a:pt x="542816" y="1585370"/>
                    <a:pt x="542248" y="1585157"/>
                  </a:cubicBezTo>
                  <a:cubicBezTo>
                    <a:pt x="524871" y="1578931"/>
                    <a:pt x="507472" y="1572042"/>
                    <a:pt x="490521" y="1564632"/>
                  </a:cubicBezTo>
                  <a:cubicBezTo>
                    <a:pt x="488035" y="1563164"/>
                    <a:pt x="487207" y="1559992"/>
                    <a:pt x="488674" y="1557506"/>
                  </a:cubicBezTo>
                  <a:cubicBezTo>
                    <a:pt x="489882" y="1555423"/>
                    <a:pt x="492391" y="1554452"/>
                    <a:pt x="494687" y="1555162"/>
                  </a:cubicBezTo>
                  <a:cubicBezTo>
                    <a:pt x="511425" y="1562454"/>
                    <a:pt x="528588" y="1569367"/>
                    <a:pt x="545752" y="1575427"/>
                  </a:cubicBezTo>
                  <a:cubicBezTo>
                    <a:pt x="548450" y="1576398"/>
                    <a:pt x="549871" y="1579381"/>
                    <a:pt x="548877" y="1582080"/>
                  </a:cubicBezTo>
                  <a:cubicBezTo>
                    <a:pt x="548143" y="1584163"/>
                    <a:pt x="546202" y="1585536"/>
                    <a:pt x="544000" y="1585536"/>
                  </a:cubicBezTo>
                  <a:close/>
                  <a:moveTo>
                    <a:pt x="1138614" y="1565816"/>
                  </a:moveTo>
                  <a:cubicBezTo>
                    <a:pt x="1135726" y="1565792"/>
                    <a:pt x="1133430" y="1563448"/>
                    <a:pt x="1133430" y="1560584"/>
                  </a:cubicBezTo>
                  <a:cubicBezTo>
                    <a:pt x="1133454" y="1558524"/>
                    <a:pt x="1134661" y="1556678"/>
                    <a:pt x="1136531" y="1555849"/>
                  </a:cubicBezTo>
                  <a:cubicBezTo>
                    <a:pt x="1153293" y="1548557"/>
                    <a:pt x="1170030" y="1540603"/>
                    <a:pt x="1186246" y="1532175"/>
                  </a:cubicBezTo>
                  <a:cubicBezTo>
                    <a:pt x="1188874" y="1531015"/>
                    <a:pt x="1191952" y="1532223"/>
                    <a:pt x="1193112" y="1534874"/>
                  </a:cubicBezTo>
                  <a:cubicBezTo>
                    <a:pt x="1194153" y="1537265"/>
                    <a:pt x="1193254" y="1540082"/>
                    <a:pt x="1190981" y="1541431"/>
                  </a:cubicBezTo>
                  <a:cubicBezTo>
                    <a:pt x="1174409" y="1549954"/>
                    <a:pt x="1157577" y="1558003"/>
                    <a:pt x="1140603" y="1565390"/>
                  </a:cubicBezTo>
                  <a:cubicBezTo>
                    <a:pt x="1139964" y="1565650"/>
                    <a:pt x="1139254" y="1565768"/>
                    <a:pt x="1138567" y="1565768"/>
                  </a:cubicBezTo>
                  <a:close/>
                  <a:moveTo>
                    <a:pt x="442605" y="1541195"/>
                  </a:moveTo>
                  <a:cubicBezTo>
                    <a:pt x="441777" y="1541195"/>
                    <a:pt x="440972" y="1540982"/>
                    <a:pt x="440238" y="1540603"/>
                  </a:cubicBezTo>
                  <a:cubicBezTo>
                    <a:pt x="423856" y="1532057"/>
                    <a:pt x="407545" y="1522848"/>
                    <a:pt x="391777" y="1513189"/>
                  </a:cubicBezTo>
                  <a:cubicBezTo>
                    <a:pt x="389410" y="1511555"/>
                    <a:pt x="388795" y="1508312"/>
                    <a:pt x="390428" y="1505945"/>
                  </a:cubicBezTo>
                  <a:cubicBezTo>
                    <a:pt x="391920" y="1503743"/>
                    <a:pt x="394855" y="1503033"/>
                    <a:pt x="397199" y="1504311"/>
                  </a:cubicBezTo>
                  <a:cubicBezTo>
                    <a:pt x="412776" y="1513781"/>
                    <a:pt x="428875" y="1522943"/>
                    <a:pt x="445067" y="1531370"/>
                  </a:cubicBezTo>
                  <a:cubicBezTo>
                    <a:pt x="447624" y="1532696"/>
                    <a:pt x="448595" y="1535845"/>
                    <a:pt x="447269" y="1538402"/>
                  </a:cubicBezTo>
                  <a:cubicBezTo>
                    <a:pt x="446393" y="1540106"/>
                    <a:pt x="444618" y="1541171"/>
                    <a:pt x="442700" y="1541195"/>
                  </a:cubicBezTo>
                  <a:close/>
                  <a:moveTo>
                    <a:pt x="1236837" y="1514846"/>
                  </a:moveTo>
                  <a:cubicBezTo>
                    <a:pt x="1233949" y="1514846"/>
                    <a:pt x="1231629" y="1512526"/>
                    <a:pt x="1231605" y="1509661"/>
                  </a:cubicBezTo>
                  <a:cubicBezTo>
                    <a:pt x="1231605" y="1507839"/>
                    <a:pt x="1232552" y="1506134"/>
                    <a:pt x="1234115" y="1505187"/>
                  </a:cubicBezTo>
                  <a:cubicBezTo>
                    <a:pt x="1249716" y="1495718"/>
                    <a:pt x="1265198" y="1485538"/>
                    <a:pt x="1280136" y="1474980"/>
                  </a:cubicBezTo>
                  <a:cubicBezTo>
                    <a:pt x="1282480" y="1473322"/>
                    <a:pt x="1285747" y="1473891"/>
                    <a:pt x="1287404" y="1476234"/>
                  </a:cubicBezTo>
                  <a:cubicBezTo>
                    <a:pt x="1289061" y="1478578"/>
                    <a:pt x="1288493" y="1481845"/>
                    <a:pt x="1286150" y="1483502"/>
                  </a:cubicBezTo>
                  <a:cubicBezTo>
                    <a:pt x="1270999" y="1494179"/>
                    <a:pt x="1255374" y="1504477"/>
                    <a:pt x="1239536" y="1514089"/>
                  </a:cubicBezTo>
                  <a:cubicBezTo>
                    <a:pt x="1238731" y="1514538"/>
                    <a:pt x="1237832" y="1514798"/>
                    <a:pt x="1236908" y="1514798"/>
                  </a:cubicBezTo>
                  <a:close/>
                  <a:moveTo>
                    <a:pt x="348242" y="1483502"/>
                  </a:moveTo>
                  <a:cubicBezTo>
                    <a:pt x="347153" y="1483502"/>
                    <a:pt x="346111" y="1483171"/>
                    <a:pt x="345235" y="1482531"/>
                  </a:cubicBezTo>
                  <a:cubicBezTo>
                    <a:pt x="330131" y="1471831"/>
                    <a:pt x="315217" y="1460491"/>
                    <a:pt x="300894" y="1448796"/>
                  </a:cubicBezTo>
                  <a:cubicBezTo>
                    <a:pt x="298669" y="1446997"/>
                    <a:pt x="298337" y="1443730"/>
                    <a:pt x="300136" y="1441505"/>
                  </a:cubicBezTo>
                  <a:cubicBezTo>
                    <a:pt x="300136" y="1441505"/>
                    <a:pt x="300160" y="1441481"/>
                    <a:pt x="300160" y="1441481"/>
                  </a:cubicBezTo>
                  <a:cubicBezTo>
                    <a:pt x="301983" y="1439256"/>
                    <a:pt x="305250" y="1438924"/>
                    <a:pt x="307499" y="1440724"/>
                  </a:cubicBezTo>
                  <a:cubicBezTo>
                    <a:pt x="321703" y="1452276"/>
                    <a:pt x="336357" y="1463474"/>
                    <a:pt x="351248" y="1474056"/>
                  </a:cubicBezTo>
                  <a:cubicBezTo>
                    <a:pt x="353592" y="1475713"/>
                    <a:pt x="354160" y="1478957"/>
                    <a:pt x="352527" y="1481300"/>
                  </a:cubicBezTo>
                  <a:cubicBezTo>
                    <a:pt x="351532" y="1482697"/>
                    <a:pt x="349946" y="1483525"/>
                    <a:pt x="348242" y="1483525"/>
                  </a:cubicBezTo>
                  <a:close/>
                  <a:moveTo>
                    <a:pt x="1327271" y="1450998"/>
                  </a:moveTo>
                  <a:cubicBezTo>
                    <a:pt x="1324406" y="1450998"/>
                    <a:pt x="1322063" y="1448678"/>
                    <a:pt x="1322039" y="1445813"/>
                  </a:cubicBezTo>
                  <a:cubicBezTo>
                    <a:pt x="1322039" y="1444227"/>
                    <a:pt x="1322749" y="1442736"/>
                    <a:pt x="1323980" y="1441741"/>
                  </a:cubicBezTo>
                  <a:cubicBezTo>
                    <a:pt x="1338185" y="1430212"/>
                    <a:pt x="1352129" y="1418068"/>
                    <a:pt x="1365480" y="1405592"/>
                  </a:cubicBezTo>
                  <a:cubicBezTo>
                    <a:pt x="1367587" y="1403626"/>
                    <a:pt x="1370878" y="1403745"/>
                    <a:pt x="1372843" y="1405852"/>
                  </a:cubicBezTo>
                  <a:cubicBezTo>
                    <a:pt x="1374808" y="1407959"/>
                    <a:pt x="1374689" y="1411249"/>
                    <a:pt x="1372583" y="1413214"/>
                  </a:cubicBezTo>
                  <a:cubicBezTo>
                    <a:pt x="1359041" y="1425833"/>
                    <a:pt x="1344908" y="1438143"/>
                    <a:pt x="1330562" y="1449814"/>
                  </a:cubicBezTo>
                  <a:cubicBezTo>
                    <a:pt x="1329639" y="1450548"/>
                    <a:pt x="1328502" y="1450950"/>
                    <a:pt x="1327342" y="1450950"/>
                  </a:cubicBezTo>
                  <a:close/>
                  <a:moveTo>
                    <a:pt x="262519" y="1413546"/>
                  </a:moveTo>
                  <a:cubicBezTo>
                    <a:pt x="261193" y="1413546"/>
                    <a:pt x="259915" y="1413049"/>
                    <a:pt x="258968" y="1412126"/>
                  </a:cubicBezTo>
                  <a:cubicBezTo>
                    <a:pt x="245450" y="1399484"/>
                    <a:pt x="232193" y="1386227"/>
                    <a:pt x="219574" y="1372708"/>
                  </a:cubicBezTo>
                  <a:cubicBezTo>
                    <a:pt x="217609" y="1370602"/>
                    <a:pt x="217728" y="1367311"/>
                    <a:pt x="219835" y="1365346"/>
                  </a:cubicBezTo>
                  <a:cubicBezTo>
                    <a:pt x="221942" y="1363381"/>
                    <a:pt x="225233" y="1363500"/>
                    <a:pt x="227197" y="1365606"/>
                  </a:cubicBezTo>
                  <a:cubicBezTo>
                    <a:pt x="239650" y="1378935"/>
                    <a:pt x="252741" y="1392050"/>
                    <a:pt x="266070" y="1404526"/>
                  </a:cubicBezTo>
                  <a:cubicBezTo>
                    <a:pt x="268177" y="1406491"/>
                    <a:pt x="268295" y="1409782"/>
                    <a:pt x="266330" y="1411889"/>
                  </a:cubicBezTo>
                  <a:cubicBezTo>
                    <a:pt x="266330" y="1411889"/>
                    <a:pt x="266330" y="1411889"/>
                    <a:pt x="266330" y="1411889"/>
                  </a:cubicBezTo>
                  <a:cubicBezTo>
                    <a:pt x="265360" y="1412907"/>
                    <a:pt x="264010" y="1413475"/>
                    <a:pt x="262589" y="1413499"/>
                  </a:cubicBezTo>
                  <a:close/>
                  <a:moveTo>
                    <a:pt x="1408330" y="1375502"/>
                  </a:moveTo>
                  <a:cubicBezTo>
                    <a:pt x="1407004" y="1375502"/>
                    <a:pt x="1405750" y="1375005"/>
                    <a:pt x="1404779" y="1374105"/>
                  </a:cubicBezTo>
                  <a:cubicBezTo>
                    <a:pt x="1402672" y="1372140"/>
                    <a:pt x="1402577" y="1368850"/>
                    <a:pt x="1404542" y="1366743"/>
                  </a:cubicBezTo>
                  <a:cubicBezTo>
                    <a:pt x="1404542" y="1366743"/>
                    <a:pt x="1404542" y="1366743"/>
                    <a:pt x="1404542" y="1366743"/>
                  </a:cubicBezTo>
                  <a:cubicBezTo>
                    <a:pt x="1417018" y="1353414"/>
                    <a:pt x="1429210" y="1339495"/>
                    <a:pt x="1440763" y="1325361"/>
                  </a:cubicBezTo>
                  <a:cubicBezTo>
                    <a:pt x="1442610" y="1323159"/>
                    <a:pt x="1445900" y="1322875"/>
                    <a:pt x="1448102" y="1324722"/>
                  </a:cubicBezTo>
                  <a:cubicBezTo>
                    <a:pt x="1450256" y="1326521"/>
                    <a:pt x="1450588" y="1329741"/>
                    <a:pt x="1448836" y="1331942"/>
                  </a:cubicBezTo>
                  <a:cubicBezTo>
                    <a:pt x="1437141" y="1346265"/>
                    <a:pt x="1424783" y="1360351"/>
                    <a:pt x="1412141" y="1373869"/>
                  </a:cubicBezTo>
                  <a:cubicBezTo>
                    <a:pt x="1411147" y="1374910"/>
                    <a:pt x="1409750" y="1375479"/>
                    <a:pt x="1408307" y="1375455"/>
                  </a:cubicBezTo>
                  <a:close/>
                  <a:moveTo>
                    <a:pt x="187094" y="1332605"/>
                  </a:moveTo>
                  <a:cubicBezTo>
                    <a:pt x="185532" y="1332605"/>
                    <a:pt x="184040" y="1331918"/>
                    <a:pt x="183046" y="1330687"/>
                  </a:cubicBezTo>
                  <a:cubicBezTo>
                    <a:pt x="171375" y="1316342"/>
                    <a:pt x="160035" y="1301403"/>
                    <a:pt x="149358" y="1286299"/>
                  </a:cubicBezTo>
                  <a:cubicBezTo>
                    <a:pt x="147630" y="1284003"/>
                    <a:pt x="148080" y="1280736"/>
                    <a:pt x="150376" y="1279008"/>
                  </a:cubicBezTo>
                  <a:cubicBezTo>
                    <a:pt x="152649" y="1277256"/>
                    <a:pt x="155916" y="1277706"/>
                    <a:pt x="157668" y="1280002"/>
                  </a:cubicBezTo>
                  <a:cubicBezTo>
                    <a:pt x="157739" y="1280097"/>
                    <a:pt x="157786" y="1280192"/>
                    <a:pt x="157857" y="1280286"/>
                  </a:cubicBezTo>
                  <a:cubicBezTo>
                    <a:pt x="168416" y="1295200"/>
                    <a:pt x="179590" y="1309950"/>
                    <a:pt x="191000" y="1324107"/>
                  </a:cubicBezTo>
                  <a:cubicBezTo>
                    <a:pt x="192823" y="1326308"/>
                    <a:pt x="192539" y="1329575"/>
                    <a:pt x="190338" y="1331398"/>
                  </a:cubicBezTo>
                  <a:cubicBezTo>
                    <a:pt x="189390" y="1332179"/>
                    <a:pt x="188207" y="1332605"/>
                    <a:pt x="186976" y="1332605"/>
                  </a:cubicBezTo>
                  <a:close/>
                  <a:moveTo>
                    <a:pt x="1478357" y="1289827"/>
                  </a:moveTo>
                  <a:cubicBezTo>
                    <a:pt x="1475492" y="1289850"/>
                    <a:pt x="1473149" y="1287530"/>
                    <a:pt x="1473149" y="1284666"/>
                  </a:cubicBezTo>
                  <a:cubicBezTo>
                    <a:pt x="1473125" y="1283577"/>
                    <a:pt x="1473481" y="1282512"/>
                    <a:pt x="1474119" y="1281612"/>
                  </a:cubicBezTo>
                  <a:cubicBezTo>
                    <a:pt x="1484678" y="1266698"/>
                    <a:pt x="1494881" y="1251262"/>
                    <a:pt x="1504398" y="1235732"/>
                  </a:cubicBezTo>
                  <a:cubicBezTo>
                    <a:pt x="1506032" y="1233365"/>
                    <a:pt x="1509275" y="1232749"/>
                    <a:pt x="1511642" y="1234383"/>
                  </a:cubicBezTo>
                  <a:cubicBezTo>
                    <a:pt x="1513844" y="1235874"/>
                    <a:pt x="1514554" y="1238810"/>
                    <a:pt x="1513276" y="1241154"/>
                  </a:cubicBezTo>
                  <a:cubicBezTo>
                    <a:pt x="1503641" y="1256896"/>
                    <a:pt x="1493319" y="1272545"/>
                    <a:pt x="1482500" y="1287649"/>
                  </a:cubicBezTo>
                  <a:cubicBezTo>
                    <a:pt x="1481529" y="1288974"/>
                    <a:pt x="1479991" y="1289780"/>
                    <a:pt x="1478333" y="1289780"/>
                  </a:cubicBezTo>
                  <a:close/>
                  <a:moveTo>
                    <a:pt x="123151" y="1242195"/>
                  </a:moveTo>
                  <a:cubicBezTo>
                    <a:pt x="121328" y="1242195"/>
                    <a:pt x="119647" y="1241248"/>
                    <a:pt x="118701" y="1239709"/>
                  </a:cubicBezTo>
                  <a:cubicBezTo>
                    <a:pt x="109089" y="1223895"/>
                    <a:pt x="99762" y="1207561"/>
                    <a:pt x="91334" y="1191131"/>
                  </a:cubicBezTo>
                  <a:cubicBezTo>
                    <a:pt x="89795" y="1188692"/>
                    <a:pt x="90529" y="1185473"/>
                    <a:pt x="92967" y="1183957"/>
                  </a:cubicBezTo>
                  <a:cubicBezTo>
                    <a:pt x="95405" y="1182419"/>
                    <a:pt x="98625" y="1183153"/>
                    <a:pt x="100140" y="1185591"/>
                  </a:cubicBezTo>
                  <a:cubicBezTo>
                    <a:pt x="100306" y="1185828"/>
                    <a:pt x="100448" y="1186112"/>
                    <a:pt x="100566" y="1186396"/>
                  </a:cubicBezTo>
                  <a:cubicBezTo>
                    <a:pt x="108994" y="1202613"/>
                    <a:pt x="118085" y="1218758"/>
                    <a:pt x="127602" y="1234359"/>
                  </a:cubicBezTo>
                  <a:cubicBezTo>
                    <a:pt x="129117" y="1236797"/>
                    <a:pt x="128359" y="1239994"/>
                    <a:pt x="125921" y="1241485"/>
                  </a:cubicBezTo>
                  <a:cubicBezTo>
                    <a:pt x="125092" y="1242005"/>
                    <a:pt x="124122" y="1242266"/>
                    <a:pt x="123151" y="1242266"/>
                  </a:cubicBezTo>
                  <a:close/>
                  <a:moveTo>
                    <a:pt x="1536074" y="1195510"/>
                  </a:moveTo>
                  <a:cubicBezTo>
                    <a:pt x="1533186" y="1195510"/>
                    <a:pt x="1530866" y="1193190"/>
                    <a:pt x="1530866" y="1190302"/>
                  </a:cubicBezTo>
                  <a:cubicBezTo>
                    <a:pt x="1530866" y="1189473"/>
                    <a:pt x="1531079" y="1188645"/>
                    <a:pt x="1531458" y="1187888"/>
                  </a:cubicBezTo>
                  <a:cubicBezTo>
                    <a:pt x="1539909" y="1171718"/>
                    <a:pt x="1547887" y="1155052"/>
                    <a:pt x="1555131" y="1138338"/>
                  </a:cubicBezTo>
                  <a:cubicBezTo>
                    <a:pt x="1556599" y="1135853"/>
                    <a:pt x="1559771" y="1135024"/>
                    <a:pt x="1562257" y="1136492"/>
                  </a:cubicBezTo>
                  <a:cubicBezTo>
                    <a:pt x="1564340" y="1137699"/>
                    <a:pt x="1565311" y="1140208"/>
                    <a:pt x="1564601" y="1142504"/>
                  </a:cubicBezTo>
                  <a:cubicBezTo>
                    <a:pt x="1557167" y="1159432"/>
                    <a:pt x="1549095" y="1176334"/>
                    <a:pt x="1540524" y="1192717"/>
                  </a:cubicBezTo>
                  <a:cubicBezTo>
                    <a:pt x="1539649" y="1194374"/>
                    <a:pt x="1537944" y="1195416"/>
                    <a:pt x="1536074" y="1195463"/>
                  </a:cubicBezTo>
                  <a:close/>
                  <a:moveTo>
                    <a:pt x="72110" y="1143901"/>
                  </a:moveTo>
                  <a:cubicBezTo>
                    <a:pt x="70051" y="1143878"/>
                    <a:pt x="68204" y="1142647"/>
                    <a:pt x="67376" y="1140776"/>
                  </a:cubicBezTo>
                  <a:cubicBezTo>
                    <a:pt x="59990" y="1123779"/>
                    <a:pt x="53171" y="1106331"/>
                    <a:pt x="46898" y="1088884"/>
                  </a:cubicBezTo>
                  <a:cubicBezTo>
                    <a:pt x="45927" y="1086161"/>
                    <a:pt x="47348" y="1083178"/>
                    <a:pt x="50047" y="1082231"/>
                  </a:cubicBezTo>
                  <a:cubicBezTo>
                    <a:pt x="52769" y="1081261"/>
                    <a:pt x="55752" y="1082658"/>
                    <a:pt x="56722" y="1085380"/>
                  </a:cubicBezTo>
                  <a:cubicBezTo>
                    <a:pt x="62830" y="1102614"/>
                    <a:pt x="69648" y="1119849"/>
                    <a:pt x="76940" y="1136610"/>
                  </a:cubicBezTo>
                  <a:cubicBezTo>
                    <a:pt x="78076" y="1139261"/>
                    <a:pt x="76869" y="1142315"/>
                    <a:pt x="74241" y="1143475"/>
                  </a:cubicBezTo>
                  <a:cubicBezTo>
                    <a:pt x="73555" y="1143736"/>
                    <a:pt x="72844" y="1143878"/>
                    <a:pt x="72110" y="1143854"/>
                  </a:cubicBezTo>
                  <a:close/>
                  <a:moveTo>
                    <a:pt x="1580415" y="1094186"/>
                  </a:moveTo>
                  <a:cubicBezTo>
                    <a:pt x="1579823" y="1094186"/>
                    <a:pt x="1579231" y="1094092"/>
                    <a:pt x="1578663" y="1093879"/>
                  </a:cubicBezTo>
                  <a:cubicBezTo>
                    <a:pt x="1575964" y="1092932"/>
                    <a:pt x="1574544" y="1089972"/>
                    <a:pt x="1575491" y="1087274"/>
                  </a:cubicBezTo>
                  <a:cubicBezTo>
                    <a:pt x="1575514" y="1087250"/>
                    <a:pt x="1575514" y="1087250"/>
                    <a:pt x="1575514" y="1087227"/>
                  </a:cubicBezTo>
                  <a:cubicBezTo>
                    <a:pt x="1581670" y="1070016"/>
                    <a:pt x="1587351" y="1052402"/>
                    <a:pt x="1592275" y="1034836"/>
                  </a:cubicBezTo>
                  <a:cubicBezTo>
                    <a:pt x="1592915" y="1032019"/>
                    <a:pt x="1595708" y="1030267"/>
                    <a:pt x="1598501" y="1030906"/>
                  </a:cubicBezTo>
                  <a:cubicBezTo>
                    <a:pt x="1601319" y="1031546"/>
                    <a:pt x="1603071" y="1034339"/>
                    <a:pt x="1602432" y="1037132"/>
                  </a:cubicBezTo>
                  <a:cubicBezTo>
                    <a:pt x="1602384" y="1037322"/>
                    <a:pt x="1602337" y="1037488"/>
                    <a:pt x="1602289" y="1037654"/>
                  </a:cubicBezTo>
                  <a:cubicBezTo>
                    <a:pt x="1597270" y="1055456"/>
                    <a:pt x="1591565" y="1073306"/>
                    <a:pt x="1585316" y="1090730"/>
                  </a:cubicBezTo>
                  <a:cubicBezTo>
                    <a:pt x="1584581" y="1092813"/>
                    <a:pt x="1582616" y="1094210"/>
                    <a:pt x="1580415" y="1094210"/>
                  </a:cubicBezTo>
                  <a:close/>
                  <a:moveTo>
                    <a:pt x="35014" y="1039523"/>
                  </a:moveTo>
                  <a:cubicBezTo>
                    <a:pt x="32670" y="1039500"/>
                    <a:pt x="30634" y="1037961"/>
                    <a:pt x="29995" y="1035712"/>
                  </a:cubicBezTo>
                  <a:cubicBezTo>
                    <a:pt x="25023" y="1017886"/>
                    <a:pt x="20525" y="999681"/>
                    <a:pt x="16856" y="981570"/>
                  </a:cubicBezTo>
                  <a:cubicBezTo>
                    <a:pt x="16264" y="978753"/>
                    <a:pt x="18087" y="976007"/>
                    <a:pt x="20904" y="975415"/>
                  </a:cubicBezTo>
                  <a:cubicBezTo>
                    <a:pt x="23721" y="974823"/>
                    <a:pt x="26467" y="976646"/>
                    <a:pt x="27059" y="979463"/>
                  </a:cubicBezTo>
                  <a:cubicBezTo>
                    <a:pt x="30752" y="997337"/>
                    <a:pt x="35132" y="1015329"/>
                    <a:pt x="40033" y="1032895"/>
                  </a:cubicBezTo>
                  <a:cubicBezTo>
                    <a:pt x="40814" y="1035665"/>
                    <a:pt x="39228" y="1038553"/>
                    <a:pt x="36458" y="1039334"/>
                  </a:cubicBezTo>
                  <a:cubicBezTo>
                    <a:pt x="36434" y="1039334"/>
                    <a:pt x="36434" y="1039334"/>
                    <a:pt x="36434" y="1039334"/>
                  </a:cubicBezTo>
                  <a:cubicBezTo>
                    <a:pt x="35960" y="1039453"/>
                    <a:pt x="35487" y="1039523"/>
                    <a:pt x="35014" y="1039523"/>
                  </a:cubicBezTo>
                  <a:close/>
                  <a:moveTo>
                    <a:pt x="1610480" y="987725"/>
                  </a:moveTo>
                  <a:cubicBezTo>
                    <a:pt x="1610126" y="987725"/>
                    <a:pt x="1609770" y="987678"/>
                    <a:pt x="1609415" y="987607"/>
                  </a:cubicBezTo>
                  <a:cubicBezTo>
                    <a:pt x="1606598" y="987015"/>
                    <a:pt x="1604799" y="984246"/>
                    <a:pt x="1605391" y="981428"/>
                  </a:cubicBezTo>
                  <a:cubicBezTo>
                    <a:pt x="1605391" y="981428"/>
                    <a:pt x="1605391" y="981428"/>
                    <a:pt x="1605391" y="981428"/>
                  </a:cubicBezTo>
                  <a:cubicBezTo>
                    <a:pt x="1609131" y="963602"/>
                    <a:pt x="1612303" y="945373"/>
                    <a:pt x="1614860" y="927239"/>
                  </a:cubicBezTo>
                  <a:cubicBezTo>
                    <a:pt x="1615097" y="924374"/>
                    <a:pt x="1617606" y="922244"/>
                    <a:pt x="1620471" y="922480"/>
                  </a:cubicBezTo>
                  <a:cubicBezTo>
                    <a:pt x="1623335" y="922694"/>
                    <a:pt x="1625466" y="925227"/>
                    <a:pt x="1625253" y="928091"/>
                  </a:cubicBezTo>
                  <a:cubicBezTo>
                    <a:pt x="1625229" y="928281"/>
                    <a:pt x="1625205" y="928494"/>
                    <a:pt x="1625158" y="928683"/>
                  </a:cubicBezTo>
                  <a:cubicBezTo>
                    <a:pt x="1622625" y="947030"/>
                    <a:pt x="1619406" y="965496"/>
                    <a:pt x="1615689" y="983583"/>
                  </a:cubicBezTo>
                  <a:cubicBezTo>
                    <a:pt x="1615168" y="986021"/>
                    <a:pt x="1612990" y="987749"/>
                    <a:pt x="1610480" y="987725"/>
                  </a:cubicBezTo>
                  <a:close/>
                  <a:moveTo>
                    <a:pt x="12618" y="931145"/>
                  </a:moveTo>
                  <a:cubicBezTo>
                    <a:pt x="10014" y="931145"/>
                    <a:pt x="7812" y="929228"/>
                    <a:pt x="7458" y="926647"/>
                  </a:cubicBezTo>
                  <a:cubicBezTo>
                    <a:pt x="4972" y="908347"/>
                    <a:pt x="3078" y="889692"/>
                    <a:pt x="1847" y="871227"/>
                  </a:cubicBezTo>
                  <a:cubicBezTo>
                    <a:pt x="1657" y="868362"/>
                    <a:pt x="3812" y="865877"/>
                    <a:pt x="6676" y="865687"/>
                  </a:cubicBezTo>
                  <a:cubicBezTo>
                    <a:pt x="9564" y="865474"/>
                    <a:pt x="12050" y="867652"/>
                    <a:pt x="12239" y="870517"/>
                  </a:cubicBezTo>
                  <a:cubicBezTo>
                    <a:pt x="13447" y="888769"/>
                    <a:pt x="15317" y="907164"/>
                    <a:pt x="17779" y="925250"/>
                  </a:cubicBezTo>
                  <a:cubicBezTo>
                    <a:pt x="18158" y="928091"/>
                    <a:pt x="16169" y="930695"/>
                    <a:pt x="13329" y="931098"/>
                  </a:cubicBezTo>
                  <a:cubicBezTo>
                    <a:pt x="13092" y="931145"/>
                    <a:pt x="12855" y="931145"/>
                    <a:pt x="12618" y="931145"/>
                  </a:cubicBezTo>
                  <a:close/>
                  <a:moveTo>
                    <a:pt x="1625679" y="878116"/>
                  </a:moveTo>
                  <a:lnTo>
                    <a:pt x="1625324" y="878116"/>
                  </a:lnTo>
                  <a:cubicBezTo>
                    <a:pt x="1622507" y="877879"/>
                    <a:pt x="1620376" y="875417"/>
                    <a:pt x="1620589" y="872576"/>
                  </a:cubicBezTo>
                  <a:cubicBezTo>
                    <a:pt x="1621844" y="854371"/>
                    <a:pt x="1622507" y="835882"/>
                    <a:pt x="1622531" y="817582"/>
                  </a:cubicBezTo>
                  <a:cubicBezTo>
                    <a:pt x="1622554" y="814718"/>
                    <a:pt x="1624874" y="812397"/>
                    <a:pt x="1627739" y="812397"/>
                  </a:cubicBezTo>
                  <a:lnTo>
                    <a:pt x="1627739" y="812397"/>
                  </a:lnTo>
                  <a:cubicBezTo>
                    <a:pt x="1630603" y="812397"/>
                    <a:pt x="1632923" y="814718"/>
                    <a:pt x="1632923" y="817582"/>
                  </a:cubicBezTo>
                  <a:cubicBezTo>
                    <a:pt x="1632923" y="817582"/>
                    <a:pt x="1632923" y="817606"/>
                    <a:pt x="1632923" y="817606"/>
                  </a:cubicBezTo>
                  <a:cubicBezTo>
                    <a:pt x="1632923" y="836118"/>
                    <a:pt x="1632237" y="854868"/>
                    <a:pt x="1630958" y="873286"/>
                  </a:cubicBezTo>
                  <a:cubicBezTo>
                    <a:pt x="1630745" y="876032"/>
                    <a:pt x="1628425" y="878139"/>
                    <a:pt x="1625679" y="878116"/>
                  </a:cubicBezTo>
                  <a:close/>
                  <a:moveTo>
                    <a:pt x="5208" y="820802"/>
                  </a:moveTo>
                  <a:lnTo>
                    <a:pt x="5208" y="820802"/>
                  </a:lnTo>
                  <a:cubicBezTo>
                    <a:pt x="2320" y="820802"/>
                    <a:pt x="0" y="818482"/>
                    <a:pt x="0" y="815593"/>
                  </a:cubicBezTo>
                  <a:cubicBezTo>
                    <a:pt x="0" y="797057"/>
                    <a:pt x="663" y="778331"/>
                    <a:pt x="1918" y="759889"/>
                  </a:cubicBezTo>
                  <a:cubicBezTo>
                    <a:pt x="2107" y="757025"/>
                    <a:pt x="4593" y="754846"/>
                    <a:pt x="7458" y="755036"/>
                  </a:cubicBezTo>
                  <a:cubicBezTo>
                    <a:pt x="10346" y="755249"/>
                    <a:pt x="12500" y="757735"/>
                    <a:pt x="12310" y="760599"/>
                  </a:cubicBezTo>
                  <a:cubicBezTo>
                    <a:pt x="11055" y="778804"/>
                    <a:pt x="10417" y="797293"/>
                    <a:pt x="10417" y="815593"/>
                  </a:cubicBezTo>
                  <a:cubicBezTo>
                    <a:pt x="10417" y="818482"/>
                    <a:pt x="8096" y="820802"/>
                    <a:pt x="5208" y="820802"/>
                  </a:cubicBezTo>
                  <a:close/>
                  <a:moveTo>
                    <a:pt x="1625892" y="767441"/>
                  </a:moveTo>
                  <a:cubicBezTo>
                    <a:pt x="1623194" y="767441"/>
                    <a:pt x="1620944" y="765381"/>
                    <a:pt x="1620684" y="762706"/>
                  </a:cubicBezTo>
                  <a:cubicBezTo>
                    <a:pt x="1619477" y="744454"/>
                    <a:pt x="1617654" y="726035"/>
                    <a:pt x="1615215" y="707972"/>
                  </a:cubicBezTo>
                  <a:cubicBezTo>
                    <a:pt x="1614860" y="705108"/>
                    <a:pt x="1616896" y="702527"/>
                    <a:pt x="1619737" y="702172"/>
                  </a:cubicBezTo>
                  <a:cubicBezTo>
                    <a:pt x="1622554" y="701817"/>
                    <a:pt x="1625134" y="703782"/>
                    <a:pt x="1625537" y="706576"/>
                  </a:cubicBezTo>
                  <a:cubicBezTo>
                    <a:pt x="1627905" y="724875"/>
                    <a:pt x="1629869" y="743530"/>
                    <a:pt x="1631077" y="762020"/>
                  </a:cubicBezTo>
                  <a:cubicBezTo>
                    <a:pt x="1631266" y="764884"/>
                    <a:pt x="1629088" y="767370"/>
                    <a:pt x="1626223" y="767559"/>
                  </a:cubicBezTo>
                  <a:close/>
                  <a:moveTo>
                    <a:pt x="12760" y="710340"/>
                  </a:moveTo>
                  <a:cubicBezTo>
                    <a:pt x="12524" y="710363"/>
                    <a:pt x="12287" y="710363"/>
                    <a:pt x="12050" y="710340"/>
                  </a:cubicBezTo>
                  <a:cubicBezTo>
                    <a:pt x="9209" y="709961"/>
                    <a:pt x="7221" y="707357"/>
                    <a:pt x="7599" y="704516"/>
                  </a:cubicBezTo>
                  <a:cubicBezTo>
                    <a:pt x="7599" y="704492"/>
                    <a:pt x="7599" y="704492"/>
                    <a:pt x="7599" y="704469"/>
                  </a:cubicBezTo>
                  <a:cubicBezTo>
                    <a:pt x="10109" y="686145"/>
                    <a:pt x="13305" y="667679"/>
                    <a:pt x="17069" y="649569"/>
                  </a:cubicBezTo>
                  <a:cubicBezTo>
                    <a:pt x="17661" y="646752"/>
                    <a:pt x="20407" y="644953"/>
                    <a:pt x="23224" y="645544"/>
                  </a:cubicBezTo>
                  <a:cubicBezTo>
                    <a:pt x="26065" y="646113"/>
                    <a:pt x="27864" y="648883"/>
                    <a:pt x="27272" y="651700"/>
                  </a:cubicBezTo>
                  <a:cubicBezTo>
                    <a:pt x="23555" y="669573"/>
                    <a:pt x="20407" y="687802"/>
                    <a:pt x="17921" y="705889"/>
                  </a:cubicBezTo>
                  <a:cubicBezTo>
                    <a:pt x="17543" y="708446"/>
                    <a:pt x="15341" y="710340"/>
                    <a:pt x="12760" y="710340"/>
                  </a:cubicBezTo>
                  <a:close/>
                  <a:moveTo>
                    <a:pt x="1611096" y="657784"/>
                  </a:moveTo>
                  <a:cubicBezTo>
                    <a:pt x="1608634" y="657784"/>
                    <a:pt x="1606503" y="656056"/>
                    <a:pt x="1606006" y="653641"/>
                  </a:cubicBezTo>
                  <a:cubicBezTo>
                    <a:pt x="1602337" y="635743"/>
                    <a:pt x="1597981" y="617751"/>
                    <a:pt x="1593080" y="600162"/>
                  </a:cubicBezTo>
                  <a:cubicBezTo>
                    <a:pt x="1592299" y="597392"/>
                    <a:pt x="1593933" y="594528"/>
                    <a:pt x="1596702" y="593746"/>
                  </a:cubicBezTo>
                  <a:cubicBezTo>
                    <a:pt x="1599472" y="592965"/>
                    <a:pt x="1602337" y="594598"/>
                    <a:pt x="1603118" y="597368"/>
                  </a:cubicBezTo>
                  <a:cubicBezTo>
                    <a:pt x="1608089" y="615171"/>
                    <a:pt x="1612587" y="633400"/>
                    <a:pt x="1616209" y="651534"/>
                  </a:cubicBezTo>
                  <a:cubicBezTo>
                    <a:pt x="1616777" y="654351"/>
                    <a:pt x="1614978" y="657097"/>
                    <a:pt x="1612161" y="657689"/>
                  </a:cubicBezTo>
                  <a:cubicBezTo>
                    <a:pt x="1611806" y="657760"/>
                    <a:pt x="1611451" y="657784"/>
                    <a:pt x="1611096" y="657784"/>
                  </a:cubicBezTo>
                  <a:close/>
                  <a:moveTo>
                    <a:pt x="35298" y="602008"/>
                  </a:moveTo>
                  <a:cubicBezTo>
                    <a:pt x="34824" y="602008"/>
                    <a:pt x="34351" y="601961"/>
                    <a:pt x="33901" y="601819"/>
                  </a:cubicBezTo>
                  <a:cubicBezTo>
                    <a:pt x="31131" y="601038"/>
                    <a:pt x="29521" y="598173"/>
                    <a:pt x="30279" y="595404"/>
                  </a:cubicBezTo>
                  <a:cubicBezTo>
                    <a:pt x="35298" y="577577"/>
                    <a:pt x="40979" y="559727"/>
                    <a:pt x="47205" y="542303"/>
                  </a:cubicBezTo>
                  <a:cubicBezTo>
                    <a:pt x="48058" y="539557"/>
                    <a:pt x="50993" y="538042"/>
                    <a:pt x="53739" y="538894"/>
                  </a:cubicBezTo>
                  <a:cubicBezTo>
                    <a:pt x="56486" y="539746"/>
                    <a:pt x="58001" y="542682"/>
                    <a:pt x="57149" y="545428"/>
                  </a:cubicBezTo>
                  <a:cubicBezTo>
                    <a:pt x="57101" y="545546"/>
                    <a:pt x="57054" y="545689"/>
                    <a:pt x="57007" y="545807"/>
                  </a:cubicBezTo>
                  <a:cubicBezTo>
                    <a:pt x="50875" y="562994"/>
                    <a:pt x="45170" y="580631"/>
                    <a:pt x="40317" y="598221"/>
                  </a:cubicBezTo>
                  <a:cubicBezTo>
                    <a:pt x="39677" y="600470"/>
                    <a:pt x="37642" y="602008"/>
                    <a:pt x="35298" y="602008"/>
                  </a:cubicBezTo>
                  <a:close/>
                  <a:moveTo>
                    <a:pt x="1581433" y="551181"/>
                  </a:moveTo>
                  <a:cubicBezTo>
                    <a:pt x="1579231" y="551181"/>
                    <a:pt x="1577242" y="549784"/>
                    <a:pt x="1576508" y="547701"/>
                  </a:cubicBezTo>
                  <a:cubicBezTo>
                    <a:pt x="1570425" y="530490"/>
                    <a:pt x="1563654" y="513255"/>
                    <a:pt x="1556362" y="496447"/>
                  </a:cubicBezTo>
                  <a:cubicBezTo>
                    <a:pt x="1555534" y="493701"/>
                    <a:pt x="1557120" y="490789"/>
                    <a:pt x="1559866" y="489984"/>
                  </a:cubicBezTo>
                  <a:cubicBezTo>
                    <a:pt x="1562162" y="489297"/>
                    <a:pt x="1564625" y="490244"/>
                    <a:pt x="1565831" y="492304"/>
                  </a:cubicBezTo>
                  <a:cubicBezTo>
                    <a:pt x="1573194" y="509326"/>
                    <a:pt x="1580036" y="526797"/>
                    <a:pt x="1586239" y="544245"/>
                  </a:cubicBezTo>
                  <a:cubicBezTo>
                    <a:pt x="1587209" y="546920"/>
                    <a:pt x="1585813" y="549879"/>
                    <a:pt x="1583137" y="550849"/>
                  </a:cubicBezTo>
                  <a:cubicBezTo>
                    <a:pt x="1583113" y="550849"/>
                    <a:pt x="1583090" y="550873"/>
                    <a:pt x="1583066" y="550873"/>
                  </a:cubicBezTo>
                  <a:cubicBezTo>
                    <a:pt x="1582545" y="551063"/>
                    <a:pt x="1582001" y="551181"/>
                    <a:pt x="1581433" y="551181"/>
                  </a:cubicBezTo>
                  <a:close/>
                  <a:moveTo>
                    <a:pt x="72466" y="497867"/>
                  </a:moveTo>
                  <a:cubicBezTo>
                    <a:pt x="71755" y="497867"/>
                    <a:pt x="71045" y="497702"/>
                    <a:pt x="70382" y="497418"/>
                  </a:cubicBezTo>
                  <a:cubicBezTo>
                    <a:pt x="67755" y="496281"/>
                    <a:pt x="66547" y="493227"/>
                    <a:pt x="67707" y="490600"/>
                  </a:cubicBezTo>
                  <a:cubicBezTo>
                    <a:pt x="67707" y="490600"/>
                    <a:pt x="67707" y="490576"/>
                    <a:pt x="67707" y="490576"/>
                  </a:cubicBezTo>
                  <a:cubicBezTo>
                    <a:pt x="75093" y="473625"/>
                    <a:pt x="83166" y="456746"/>
                    <a:pt x="91689" y="440340"/>
                  </a:cubicBezTo>
                  <a:cubicBezTo>
                    <a:pt x="93228" y="437902"/>
                    <a:pt x="96447" y="437168"/>
                    <a:pt x="98862" y="438707"/>
                  </a:cubicBezTo>
                  <a:cubicBezTo>
                    <a:pt x="101016" y="440056"/>
                    <a:pt x="101868" y="442731"/>
                    <a:pt x="100922" y="445075"/>
                  </a:cubicBezTo>
                  <a:cubicBezTo>
                    <a:pt x="92517" y="461268"/>
                    <a:pt x="84539" y="477958"/>
                    <a:pt x="77248" y="494790"/>
                  </a:cubicBezTo>
                  <a:cubicBezTo>
                    <a:pt x="76395" y="496660"/>
                    <a:pt x="74525" y="497867"/>
                    <a:pt x="72466" y="497867"/>
                  </a:cubicBezTo>
                  <a:close/>
                  <a:moveTo>
                    <a:pt x="1537376" y="449526"/>
                  </a:moveTo>
                  <a:cubicBezTo>
                    <a:pt x="1535387" y="449573"/>
                    <a:pt x="1533564" y="448484"/>
                    <a:pt x="1532641" y="446732"/>
                  </a:cubicBezTo>
                  <a:cubicBezTo>
                    <a:pt x="1524261" y="430516"/>
                    <a:pt x="1515193" y="414370"/>
                    <a:pt x="1505677" y="398722"/>
                  </a:cubicBezTo>
                  <a:cubicBezTo>
                    <a:pt x="1504185" y="396260"/>
                    <a:pt x="1504966" y="393063"/>
                    <a:pt x="1507428" y="391549"/>
                  </a:cubicBezTo>
                  <a:cubicBezTo>
                    <a:pt x="1509867" y="390057"/>
                    <a:pt x="1513087" y="390838"/>
                    <a:pt x="1514578" y="393300"/>
                  </a:cubicBezTo>
                  <a:cubicBezTo>
                    <a:pt x="1524213" y="409162"/>
                    <a:pt x="1533398" y="425520"/>
                    <a:pt x="1541898" y="441926"/>
                  </a:cubicBezTo>
                  <a:cubicBezTo>
                    <a:pt x="1543247" y="444459"/>
                    <a:pt x="1542300" y="447608"/>
                    <a:pt x="1539767" y="448981"/>
                  </a:cubicBezTo>
                  <a:cubicBezTo>
                    <a:pt x="1539743" y="449005"/>
                    <a:pt x="1539696" y="449005"/>
                    <a:pt x="1539672" y="449028"/>
                  </a:cubicBezTo>
                  <a:cubicBezTo>
                    <a:pt x="1538962" y="449360"/>
                    <a:pt x="1538157" y="449526"/>
                    <a:pt x="1537376" y="449526"/>
                  </a:cubicBezTo>
                  <a:close/>
                  <a:moveTo>
                    <a:pt x="123506" y="399811"/>
                  </a:moveTo>
                  <a:cubicBezTo>
                    <a:pt x="120618" y="399787"/>
                    <a:pt x="118298" y="397420"/>
                    <a:pt x="118322" y="394531"/>
                  </a:cubicBezTo>
                  <a:cubicBezTo>
                    <a:pt x="118345" y="393585"/>
                    <a:pt x="118606" y="392685"/>
                    <a:pt x="119079" y="391880"/>
                  </a:cubicBezTo>
                  <a:cubicBezTo>
                    <a:pt x="128691" y="376113"/>
                    <a:pt x="138989" y="360465"/>
                    <a:pt x="149689" y="345361"/>
                  </a:cubicBezTo>
                  <a:cubicBezTo>
                    <a:pt x="151417" y="343064"/>
                    <a:pt x="154685" y="342615"/>
                    <a:pt x="156981" y="344343"/>
                  </a:cubicBezTo>
                  <a:cubicBezTo>
                    <a:pt x="159183" y="346000"/>
                    <a:pt x="159703" y="349078"/>
                    <a:pt x="158188" y="351374"/>
                  </a:cubicBezTo>
                  <a:cubicBezTo>
                    <a:pt x="147630" y="366289"/>
                    <a:pt x="137474" y="381748"/>
                    <a:pt x="127957" y="397301"/>
                  </a:cubicBezTo>
                  <a:cubicBezTo>
                    <a:pt x="127010" y="398840"/>
                    <a:pt x="125329" y="399787"/>
                    <a:pt x="123506" y="399787"/>
                  </a:cubicBezTo>
                  <a:close/>
                  <a:moveTo>
                    <a:pt x="1479872" y="354831"/>
                  </a:moveTo>
                  <a:cubicBezTo>
                    <a:pt x="1478168" y="354831"/>
                    <a:pt x="1476581" y="354002"/>
                    <a:pt x="1475611" y="352605"/>
                  </a:cubicBezTo>
                  <a:cubicBezTo>
                    <a:pt x="1465076" y="337667"/>
                    <a:pt x="1453902" y="322918"/>
                    <a:pt x="1442468" y="308737"/>
                  </a:cubicBezTo>
                  <a:cubicBezTo>
                    <a:pt x="1440668" y="306512"/>
                    <a:pt x="1441000" y="303222"/>
                    <a:pt x="1443225" y="301399"/>
                  </a:cubicBezTo>
                  <a:cubicBezTo>
                    <a:pt x="1445474" y="299599"/>
                    <a:pt x="1448765" y="299955"/>
                    <a:pt x="1450564" y="302180"/>
                  </a:cubicBezTo>
                  <a:cubicBezTo>
                    <a:pt x="1462212" y="316526"/>
                    <a:pt x="1473551" y="331488"/>
                    <a:pt x="1484204" y="346616"/>
                  </a:cubicBezTo>
                  <a:cubicBezTo>
                    <a:pt x="1485862" y="348959"/>
                    <a:pt x="1485317" y="352179"/>
                    <a:pt x="1482973" y="353836"/>
                  </a:cubicBezTo>
                  <a:cubicBezTo>
                    <a:pt x="1482973" y="353860"/>
                    <a:pt x="1482950" y="353860"/>
                    <a:pt x="1482950" y="353860"/>
                  </a:cubicBezTo>
                  <a:cubicBezTo>
                    <a:pt x="1482074" y="354546"/>
                    <a:pt x="1480985" y="354901"/>
                    <a:pt x="1479872" y="354901"/>
                  </a:cubicBezTo>
                  <a:close/>
                  <a:moveTo>
                    <a:pt x="187425" y="309448"/>
                  </a:moveTo>
                  <a:cubicBezTo>
                    <a:pt x="186242" y="309448"/>
                    <a:pt x="185082" y="309045"/>
                    <a:pt x="184158" y="308264"/>
                  </a:cubicBezTo>
                  <a:cubicBezTo>
                    <a:pt x="181933" y="306489"/>
                    <a:pt x="181578" y="303245"/>
                    <a:pt x="183353" y="301020"/>
                  </a:cubicBezTo>
                  <a:cubicBezTo>
                    <a:pt x="183377" y="300996"/>
                    <a:pt x="183377" y="300973"/>
                    <a:pt x="183401" y="300949"/>
                  </a:cubicBezTo>
                  <a:cubicBezTo>
                    <a:pt x="195096" y="286603"/>
                    <a:pt x="207406" y="272540"/>
                    <a:pt x="220048" y="258975"/>
                  </a:cubicBezTo>
                  <a:cubicBezTo>
                    <a:pt x="222131" y="256987"/>
                    <a:pt x="225422" y="257058"/>
                    <a:pt x="227411" y="259117"/>
                  </a:cubicBezTo>
                  <a:cubicBezTo>
                    <a:pt x="229257" y="261035"/>
                    <a:pt x="229352" y="264041"/>
                    <a:pt x="227648" y="266078"/>
                  </a:cubicBezTo>
                  <a:cubicBezTo>
                    <a:pt x="215171" y="279406"/>
                    <a:pt x="203003" y="293349"/>
                    <a:pt x="191474" y="307507"/>
                  </a:cubicBezTo>
                  <a:cubicBezTo>
                    <a:pt x="190479" y="308737"/>
                    <a:pt x="188988" y="309448"/>
                    <a:pt x="187425" y="309448"/>
                  </a:cubicBezTo>
                  <a:close/>
                  <a:moveTo>
                    <a:pt x="1410082" y="268895"/>
                  </a:moveTo>
                  <a:cubicBezTo>
                    <a:pt x="1408638" y="268895"/>
                    <a:pt x="1407241" y="268303"/>
                    <a:pt x="1406270" y="267238"/>
                  </a:cubicBezTo>
                  <a:cubicBezTo>
                    <a:pt x="1393842" y="253885"/>
                    <a:pt x="1380774" y="240770"/>
                    <a:pt x="1367446" y="228270"/>
                  </a:cubicBezTo>
                  <a:cubicBezTo>
                    <a:pt x="1365244" y="226424"/>
                    <a:pt x="1364960" y="223133"/>
                    <a:pt x="1366806" y="220931"/>
                  </a:cubicBezTo>
                  <a:cubicBezTo>
                    <a:pt x="1368653" y="218730"/>
                    <a:pt x="1371943" y="218446"/>
                    <a:pt x="1374145" y="220292"/>
                  </a:cubicBezTo>
                  <a:cubicBezTo>
                    <a:pt x="1374287" y="220411"/>
                    <a:pt x="1374429" y="220529"/>
                    <a:pt x="1374548" y="220671"/>
                  </a:cubicBezTo>
                  <a:cubicBezTo>
                    <a:pt x="1388042" y="233336"/>
                    <a:pt x="1401276" y="246712"/>
                    <a:pt x="1413870" y="260135"/>
                  </a:cubicBezTo>
                  <a:cubicBezTo>
                    <a:pt x="1415835" y="262242"/>
                    <a:pt x="1415716" y="265533"/>
                    <a:pt x="1413609" y="267498"/>
                  </a:cubicBezTo>
                  <a:cubicBezTo>
                    <a:pt x="1413609" y="267498"/>
                    <a:pt x="1413609" y="267498"/>
                    <a:pt x="1413609" y="267498"/>
                  </a:cubicBezTo>
                  <a:cubicBezTo>
                    <a:pt x="1412662" y="268421"/>
                    <a:pt x="1411407" y="268942"/>
                    <a:pt x="1410082" y="268942"/>
                  </a:cubicBezTo>
                  <a:close/>
                  <a:moveTo>
                    <a:pt x="262992" y="228649"/>
                  </a:moveTo>
                  <a:cubicBezTo>
                    <a:pt x="260104" y="228649"/>
                    <a:pt x="257784" y="226329"/>
                    <a:pt x="257784" y="223441"/>
                  </a:cubicBezTo>
                  <a:cubicBezTo>
                    <a:pt x="257784" y="221997"/>
                    <a:pt x="258376" y="220624"/>
                    <a:pt x="259441" y="219630"/>
                  </a:cubicBezTo>
                  <a:cubicBezTo>
                    <a:pt x="272959" y="206988"/>
                    <a:pt x="287092" y="194654"/>
                    <a:pt x="301439" y="182982"/>
                  </a:cubicBezTo>
                  <a:cubicBezTo>
                    <a:pt x="303687" y="181183"/>
                    <a:pt x="306978" y="181562"/>
                    <a:pt x="308753" y="183835"/>
                  </a:cubicBezTo>
                  <a:cubicBezTo>
                    <a:pt x="310506" y="186036"/>
                    <a:pt x="310174" y="189232"/>
                    <a:pt x="308020" y="191055"/>
                  </a:cubicBezTo>
                  <a:cubicBezTo>
                    <a:pt x="293816" y="202584"/>
                    <a:pt x="279895" y="214729"/>
                    <a:pt x="266567" y="227229"/>
                  </a:cubicBezTo>
                  <a:cubicBezTo>
                    <a:pt x="265596" y="228128"/>
                    <a:pt x="264318" y="228649"/>
                    <a:pt x="262992" y="228649"/>
                  </a:cubicBezTo>
                  <a:close/>
                  <a:moveTo>
                    <a:pt x="1329354" y="193138"/>
                  </a:moveTo>
                  <a:cubicBezTo>
                    <a:pt x="1328147" y="193138"/>
                    <a:pt x="1326987" y="192712"/>
                    <a:pt x="1326064" y="191955"/>
                  </a:cubicBezTo>
                  <a:cubicBezTo>
                    <a:pt x="1311860" y="180402"/>
                    <a:pt x="1297229" y="169181"/>
                    <a:pt x="1282362" y="158598"/>
                  </a:cubicBezTo>
                  <a:cubicBezTo>
                    <a:pt x="1280065" y="156870"/>
                    <a:pt x="1279616" y="153603"/>
                    <a:pt x="1281344" y="151307"/>
                  </a:cubicBezTo>
                  <a:cubicBezTo>
                    <a:pt x="1283001" y="149105"/>
                    <a:pt x="1286079" y="148584"/>
                    <a:pt x="1288375" y="150099"/>
                  </a:cubicBezTo>
                  <a:cubicBezTo>
                    <a:pt x="1303455" y="160824"/>
                    <a:pt x="1318370" y="172187"/>
                    <a:pt x="1332668" y="183882"/>
                  </a:cubicBezTo>
                  <a:cubicBezTo>
                    <a:pt x="1334894" y="185681"/>
                    <a:pt x="1335249" y="188972"/>
                    <a:pt x="1333450" y="191197"/>
                  </a:cubicBezTo>
                  <a:cubicBezTo>
                    <a:pt x="1332432" y="192428"/>
                    <a:pt x="1330940" y="193138"/>
                    <a:pt x="1329354" y="193138"/>
                  </a:cubicBezTo>
                  <a:close/>
                  <a:moveTo>
                    <a:pt x="348833" y="158598"/>
                  </a:moveTo>
                  <a:cubicBezTo>
                    <a:pt x="345945" y="158622"/>
                    <a:pt x="343602" y="156302"/>
                    <a:pt x="343578" y="153437"/>
                  </a:cubicBezTo>
                  <a:cubicBezTo>
                    <a:pt x="343578" y="151709"/>
                    <a:pt x="344406" y="150123"/>
                    <a:pt x="345803" y="149129"/>
                  </a:cubicBezTo>
                  <a:cubicBezTo>
                    <a:pt x="360930" y="138428"/>
                    <a:pt x="376579" y="128107"/>
                    <a:pt x="392393" y="118471"/>
                  </a:cubicBezTo>
                  <a:cubicBezTo>
                    <a:pt x="394855" y="116980"/>
                    <a:pt x="398051" y="117761"/>
                    <a:pt x="399543" y="120200"/>
                  </a:cubicBezTo>
                  <a:cubicBezTo>
                    <a:pt x="401058" y="122662"/>
                    <a:pt x="400277" y="125881"/>
                    <a:pt x="397814" y="127373"/>
                  </a:cubicBezTo>
                  <a:cubicBezTo>
                    <a:pt x="382237" y="136842"/>
                    <a:pt x="366754" y="147046"/>
                    <a:pt x="351840" y="157628"/>
                  </a:cubicBezTo>
                  <a:cubicBezTo>
                    <a:pt x="350964" y="158291"/>
                    <a:pt x="349922" y="158670"/>
                    <a:pt x="348833" y="158693"/>
                  </a:cubicBezTo>
                  <a:close/>
                  <a:moveTo>
                    <a:pt x="1239204" y="129030"/>
                  </a:moveTo>
                  <a:cubicBezTo>
                    <a:pt x="1238234" y="129030"/>
                    <a:pt x="1237311" y="128770"/>
                    <a:pt x="1236482" y="128272"/>
                  </a:cubicBezTo>
                  <a:cubicBezTo>
                    <a:pt x="1220905" y="118803"/>
                    <a:pt x="1204830" y="109594"/>
                    <a:pt x="1188661" y="101142"/>
                  </a:cubicBezTo>
                  <a:cubicBezTo>
                    <a:pt x="1185986" y="100053"/>
                    <a:pt x="1184707" y="97023"/>
                    <a:pt x="1185797" y="94348"/>
                  </a:cubicBezTo>
                  <a:cubicBezTo>
                    <a:pt x="1186886" y="91696"/>
                    <a:pt x="1189916" y="90418"/>
                    <a:pt x="1192591" y="91483"/>
                  </a:cubicBezTo>
                  <a:cubicBezTo>
                    <a:pt x="1192875" y="91602"/>
                    <a:pt x="1193135" y="91744"/>
                    <a:pt x="1193396" y="91909"/>
                  </a:cubicBezTo>
                  <a:cubicBezTo>
                    <a:pt x="1209778" y="100479"/>
                    <a:pt x="1226066" y="109712"/>
                    <a:pt x="1241832" y="119395"/>
                  </a:cubicBezTo>
                  <a:cubicBezTo>
                    <a:pt x="1244271" y="120910"/>
                    <a:pt x="1245029" y="124129"/>
                    <a:pt x="1243513" y="126568"/>
                  </a:cubicBezTo>
                  <a:cubicBezTo>
                    <a:pt x="1242566" y="128083"/>
                    <a:pt x="1240909" y="129030"/>
                    <a:pt x="1239110" y="129030"/>
                  </a:cubicBezTo>
                  <a:close/>
                  <a:moveTo>
                    <a:pt x="443363" y="101118"/>
                  </a:moveTo>
                  <a:cubicBezTo>
                    <a:pt x="440475" y="101118"/>
                    <a:pt x="438155" y="98798"/>
                    <a:pt x="438155" y="95910"/>
                  </a:cubicBezTo>
                  <a:cubicBezTo>
                    <a:pt x="438155" y="93945"/>
                    <a:pt x="439244" y="92170"/>
                    <a:pt x="440995" y="91270"/>
                  </a:cubicBezTo>
                  <a:cubicBezTo>
                    <a:pt x="457425" y="82748"/>
                    <a:pt x="474352" y="74698"/>
                    <a:pt x="491326" y="67265"/>
                  </a:cubicBezTo>
                  <a:cubicBezTo>
                    <a:pt x="493812" y="65797"/>
                    <a:pt x="497007" y="66626"/>
                    <a:pt x="498452" y="69111"/>
                  </a:cubicBezTo>
                  <a:cubicBezTo>
                    <a:pt x="499919" y="71597"/>
                    <a:pt x="499091" y="74793"/>
                    <a:pt x="496605" y="76237"/>
                  </a:cubicBezTo>
                  <a:cubicBezTo>
                    <a:pt x="496250" y="76450"/>
                    <a:pt x="495871" y="76616"/>
                    <a:pt x="495492" y="76734"/>
                  </a:cubicBezTo>
                  <a:cubicBezTo>
                    <a:pt x="478731" y="84050"/>
                    <a:pt x="462018" y="92028"/>
                    <a:pt x="445778" y="100408"/>
                  </a:cubicBezTo>
                  <a:cubicBezTo>
                    <a:pt x="445044" y="100834"/>
                    <a:pt x="444215" y="101095"/>
                    <a:pt x="443363" y="101118"/>
                  </a:cubicBezTo>
                  <a:close/>
                  <a:moveTo>
                    <a:pt x="1141219" y="77989"/>
                  </a:moveTo>
                  <a:cubicBezTo>
                    <a:pt x="1140485" y="77989"/>
                    <a:pt x="1139774" y="77847"/>
                    <a:pt x="1139111" y="77563"/>
                  </a:cubicBezTo>
                  <a:cubicBezTo>
                    <a:pt x="1122422" y="70224"/>
                    <a:pt x="1105258" y="63359"/>
                    <a:pt x="1088095" y="57227"/>
                  </a:cubicBezTo>
                  <a:cubicBezTo>
                    <a:pt x="1085348" y="56375"/>
                    <a:pt x="1083834" y="53439"/>
                    <a:pt x="1084685" y="50693"/>
                  </a:cubicBezTo>
                  <a:cubicBezTo>
                    <a:pt x="1085538" y="47947"/>
                    <a:pt x="1088473" y="46432"/>
                    <a:pt x="1091219" y="47284"/>
                  </a:cubicBezTo>
                  <a:cubicBezTo>
                    <a:pt x="1091338" y="47332"/>
                    <a:pt x="1091480" y="47379"/>
                    <a:pt x="1091599" y="47426"/>
                  </a:cubicBezTo>
                  <a:cubicBezTo>
                    <a:pt x="1108998" y="53676"/>
                    <a:pt x="1126399" y="60589"/>
                    <a:pt x="1143302" y="68023"/>
                  </a:cubicBezTo>
                  <a:cubicBezTo>
                    <a:pt x="1145930" y="69183"/>
                    <a:pt x="1147113" y="72260"/>
                    <a:pt x="1145954" y="74888"/>
                  </a:cubicBezTo>
                  <a:cubicBezTo>
                    <a:pt x="1145101" y="76758"/>
                    <a:pt x="1143254" y="77965"/>
                    <a:pt x="1141219" y="77989"/>
                  </a:cubicBezTo>
                  <a:close/>
                  <a:moveTo>
                    <a:pt x="544923" y="56849"/>
                  </a:moveTo>
                  <a:cubicBezTo>
                    <a:pt x="542035" y="56849"/>
                    <a:pt x="539715" y="54505"/>
                    <a:pt x="539715" y="51616"/>
                  </a:cubicBezTo>
                  <a:cubicBezTo>
                    <a:pt x="539739" y="49439"/>
                    <a:pt x="541112" y="47474"/>
                    <a:pt x="543171" y="46740"/>
                  </a:cubicBezTo>
                  <a:cubicBezTo>
                    <a:pt x="560572" y="40537"/>
                    <a:pt x="578446" y="34903"/>
                    <a:pt x="596272" y="29860"/>
                  </a:cubicBezTo>
                  <a:cubicBezTo>
                    <a:pt x="598994" y="28937"/>
                    <a:pt x="601953" y="30405"/>
                    <a:pt x="602877" y="33127"/>
                  </a:cubicBezTo>
                  <a:cubicBezTo>
                    <a:pt x="603800" y="35850"/>
                    <a:pt x="602332" y="38809"/>
                    <a:pt x="599610" y="39732"/>
                  </a:cubicBezTo>
                  <a:cubicBezTo>
                    <a:pt x="599444" y="39780"/>
                    <a:pt x="599255" y="39827"/>
                    <a:pt x="599089" y="39874"/>
                  </a:cubicBezTo>
                  <a:cubicBezTo>
                    <a:pt x="581500" y="44822"/>
                    <a:pt x="563862" y="50433"/>
                    <a:pt x="546675" y="56446"/>
                  </a:cubicBezTo>
                  <a:cubicBezTo>
                    <a:pt x="546107" y="56659"/>
                    <a:pt x="545515" y="56754"/>
                    <a:pt x="544923" y="56754"/>
                  </a:cubicBezTo>
                  <a:close/>
                  <a:moveTo>
                    <a:pt x="1037125" y="40632"/>
                  </a:moveTo>
                  <a:cubicBezTo>
                    <a:pt x="1036652" y="40632"/>
                    <a:pt x="1036178" y="40561"/>
                    <a:pt x="1035704" y="40442"/>
                  </a:cubicBezTo>
                  <a:cubicBezTo>
                    <a:pt x="1018139" y="35447"/>
                    <a:pt x="1000194" y="30973"/>
                    <a:pt x="982296" y="27280"/>
                  </a:cubicBezTo>
                  <a:cubicBezTo>
                    <a:pt x="979479" y="26688"/>
                    <a:pt x="977680" y="23918"/>
                    <a:pt x="978272" y="21101"/>
                  </a:cubicBezTo>
                  <a:cubicBezTo>
                    <a:pt x="978864" y="18284"/>
                    <a:pt x="981634" y="16485"/>
                    <a:pt x="984451" y="17076"/>
                  </a:cubicBezTo>
                  <a:cubicBezTo>
                    <a:pt x="1002537" y="20888"/>
                    <a:pt x="1020742" y="25362"/>
                    <a:pt x="1038545" y="30405"/>
                  </a:cubicBezTo>
                  <a:cubicBezTo>
                    <a:pt x="1041315" y="31162"/>
                    <a:pt x="1042949" y="34051"/>
                    <a:pt x="1042167" y="36820"/>
                  </a:cubicBezTo>
                  <a:cubicBezTo>
                    <a:pt x="1041552" y="39070"/>
                    <a:pt x="1039469" y="40655"/>
                    <a:pt x="1037125" y="40632"/>
                  </a:cubicBezTo>
                  <a:close/>
                  <a:moveTo>
                    <a:pt x="651455" y="26972"/>
                  </a:moveTo>
                  <a:cubicBezTo>
                    <a:pt x="648591" y="26949"/>
                    <a:pt x="646271" y="24581"/>
                    <a:pt x="646318" y="21693"/>
                  </a:cubicBezTo>
                  <a:cubicBezTo>
                    <a:pt x="646342" y="19278"/>
                    <a:pt x="648046" y="17195"/>
                    <a:pt x="650414" y="16674"/>
                  </a:cubicBezTo>
                  <a:cubicBezTo>
                    <a:pt x="668477" y="12934"/>
                    <a:pt x="686966" y="9761"/>
                    <a:pt x="705313" y="7204"/>
                  </a:cubicBezTo>
                  <a:cubicBezTo>
                    <a:pt x="708154" y="6802"/>
                    <a:pt x="710782" y="8814"/>
                    <a:pt x="711185" y="11655"/>
                  </a:cubicBezTo>
                  <a:cubicBezTo>
                    <a:pt x="711587" y="14496"/>
                    <a:pt x="709574" y="17124"/>
                    <a:pt x="706734" y="17526"/>
                  </a:cubicBezTo>
                  <a:cubicBezTo>
                    <a:pt x="688600" y="19894"/>
                    <a:pt x="670370" y="23137"/>
                    <a:pt x="652521" y="26854"/>
                  </a:cubicBezTo>
                  <a:cubicBezTo>
                    <a:pt x="652165" y="26901"/>
                    <a:pt x="651811" y="26901"/>
                    <a:pt x="651455" y="26877"/>
                  </a:cubicBezTo>
                  <a:close/>
                  <a:moveTo>
                    <a:pt x="928841" y="17881"/>
                  </a:moveTo>
                  <a:cubicBezTo>
                    <a:pt x="928604" y="17905"/>
                    <a:pt x="928368" y="17905"/>
                    <a:pt x="928131" y="17881"/>
                  </a:cubicBezTo>
                  <a:cubicBezTo>
                    <a:pt x="910044" y="15372"/>
                    <a:pt x="891650" y="13454"/>
                    <a:pt x="873421" y="12176"/>
                  </a:cubicBezTo>
                  <a:cubicBezTo>
                    <a:pt x="870580" y="11915"/>
                    <a:pt x="868473" y="9454"/>
                    <a:pt x="868686" y="6613"/>
                  </a:cubicBezTo>
                  <a:cubicBezTo>
                    <a:pt x="868923" y="3772"/>
                    <a:pt x="871409" y="1641"/>
                    <a:pt x="874249" y="1878"/>
                  </a:cubicBezTo>
                  <a:cubicBezTo>
                    <a:pt x="874249" y="1878"/>
                    <a:pt x="874249" y="1878"/>
                    <a:pt x="874249" y="1878"/>
                  </a:cubicBezTo>
                  <a:cubicBezTo>
                    <a:pt x="892715" y="3156"/>
                    <a:pt x="911346" y="5121"/>
                    <a:pt x="929646" y="7654"/>
                  </a:cubicBezTo>
                  <a:cubicBezTo>
                    <a:pt x="932487" y="8033"/>
                    <a:pt x="934499" y="10661"/>
                    <a:pt x="934097" y="13525"/>
                  </a:cubicBezTo>
                  <a:cubicBezTo>
                    <a:pt x="933765" y="16106"/>
                    <a:pt x="931540" y="18023"/>
                    <a:pt x="928936" y="18023"/>
                  </a:cubicBezTo>
                  <a:close/>
                  <a:moveTo>
                    <a:pt x="761089" y="11987"/>
                  </a:moveTo>
                  <a:cubicBezTo>
                    <a:pt x="758224" y="11915"/>
                    <a:pt x="755952" y="9501"/>
                    <a:pt x="756023" y="6636"/>
                  </a:cubicBezTo>
                  <a:cubicBezTo>
                    <a:pt x="756094" y="4009"/>
                    <a:pt x="758129" y="1831"/>
                    <a:pt x="760757" y="1594"/>
                  </a:cubicBezTo>
                  <a:cubicBezTo>
                    <a:pt x="779176" y="339"/>
                    <a:pt x="797901" y="-300"/>
                    <a:pt x="816414" y="-300"/>
                  </a:cubicBezTo>
                  <a:lnTo>
                    <a:pt x="818474" y="-300"/>
                  </a:lnTo>
                  <a:cubicBezTo>
                    <a:pt x="821362" y="-300"/>
                    <a:pt x="823682" y="2044"/>
                    <a:pt x="823682" y="4908"/>
                  </a:cubicBezTo>
                  <a:cubicBezTo>
                    <a:pt x="823682" y="7773"/>
                    <a:pt x="821362" y="10117"/>
                    <a:pt x="818474" y="10117"/>
                  </a:cubicBezTo>
                  <a:lnTo>
                    <a:pt x="816438" y="10117"/>
                  </a:lnTo>
                  <a:cubicBezTo>
                    <a:pt x="798162" y="10117"/>
                    <a:pt x="779649" y="10755"/>
                    <a:pt x="761468" y="11987"/>
                  </a:cubicBezTo>
                  <a:close/>
                </a:path>
              </a:pathLst>
            </a:custGeom>
            <a:solidFill>
              <a:srgbClr val="485259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53C9735-D075-2257-53CE-DB8715E93C7A}"/>
                </a:ext>
              </a:extLst>
            </p:cNvPr>
            <p:cNvSpPr/>
            <p:nvPr/>
          </p:nvSpPr>
          <p:spPr>
            <a:xfrm>
              <a:off x="7333998" y="1952475"/>
              <a:ext cx="1632852" cy="1632852"/>
            </a:xfrm>
            <a:custGeom>
              <a:avLst/>
              <a:gdLst>
                <a:gd name="connsiteX0" fmla="*/ 816532 w 1632852"/>
                <a:gd name="connsiteY0" fmla="*/ 1632552 h 1632852"/>
                <a:gd name="connsiteX1" fmla="*/ 760875 w 1632852"/>
                <a:gd name="connsiteY1" fmla="*/ 1630658 h 1632852"/>
                <a:gd name="connsiteX2" fmla="*/ 756046 w 1632852"/>
                <a:gd name="connsiteY2" fmla="*/ 1625095 h 1632852"/>
                <a:gd name="connsiteX3" fmla="*/ 761586 w 1632852"/>
                <a:gd name="connsiteY3" fmla="*/ 1620265 h 1632852"/>
                <a:gd name="connsiteX4" fmla="*/ 816556 w 1632852"/>
                <a:gd name="connsiteY4" fmla="*/ 1622136 h 1632852"/>
                <a:gd name="connsiteX5" fmla="*/ 818569 w 1632852"/>
                <a:gd name="connsiteY5" fmla="*/ 1622136 h 1632852"/>
                <a:gd name="connsiteX6" fmla="*/ 823777 w 1632852"/>
                <a:gd name="connsiteY6" fmla="*/ 1627344 h 1632852"/>
                <a:gd name="connsiteX7" fmla="*/ 818569 w 1632852"/>
                <a:gd name="connsiteY7" fmla="*/ 1632552 h 1632852"/>
                <a:gd name="connsiteX8" fmla="*/ 873918 w 1632852"/>
                <a:gd name="connsiteY8" fmla="*/ 1630540 h 1632852"/>
                <a:gd name="connsiteX9" fmla="*/ 868520 w 1632852"/>
                <a:gd name="connsiteY9" fmla="*/ 1625521 h 1632852"/>
                <a:gd name="connsiteX10" fmla="*/ 873539 w 1632852"/>
                <a:gd name="connsiteY10" fmla="*/ 1620123 h 1632852"/>
                <a:gd name="connsiteX11" fmla="*/ 928249 w 1632852"/>
                <a:gd name="connsiteY11" fmla="*/ 1614418 h 1632852"/>
                <a:gd name="connsiteX12" fmla="*/ 934144 w 1632852"/>
                <a:gd name="connsiteY12" fmla="*/ 1618845 h 1632852"/>
                <a:gd name="connsiteX13" fmla="*/ 929693 w 1632852"/>
                <a:gd name="connsiteY13" fmla="*/ 1624740 h 1632852"/>
                <a:gd name="connsiteX14" fmla="*/ 874273 w 1632852"/>
                <a:gd name="connsiteY14" fmla="*/ 1630516 h 1632852"/>
                <a:gd name="connsiteX15" fmla="*/ 706165 w 1632852"/>
                <a:gd name="connsiteY15" fmla="*/ 1625071 h 1632852"/>
                <a:gd name="connsiteX16" fmla="*/ 705455 w 1632852"/>
                <a:gd name="connsiteY16" fmla="*/ 1625071 h 1632852"/>
                <a:gd name="connsiteX17" fmla="*/ 650532 w 1632852"/>
                <a:gd name="connsiteY17" fmla="*/ 1615602 h 1632852"/>
                <a:gd name="connsiteX18" fmla="*/ 646483 w 1632852"/>
                <a:gd name="connsiteY18" fmla="*/ 1609447 h 1632852"/>
                <a:gd name="connsiteX19" fmla="*/ 652639 w 1632852"/>
                <a:gd name="connsiteY19" fmla="*/ 1605398 h 1632852"/>
                <a:gd name="connsiteX20" fmla="*/ 706852 w 1632852"/>
                <a:gd name="connsiteY20" fmla="*/ 1614726 h 1632852"/>
                <a:gd name="connsiteX21" fmla="*/ 711303 w 1632852"/>
                <a:gd name="connsiteY21" fmla="*/ 1620597 h 1632852"/>
                <a:gd name="connsiteX22" fmla="*/ 706165 w 1632852"/>
                <a:gd name="connsiteY22" fmla="*/ 1625095 h 1632852"/>
                <a:gd name="connsiteX23" fmla="*/ 983504 w 1632852"/>
                <a:gd name="connsiteY23" fmla="*/ 1615270 h 1632852"/>
                <a:gd name="connsiteX24" fmla="*/ 978343 w 1632852"/>
                <a:gd name="connsiteY24" fmla="*/ 1610015 h 1632852"/>
                <a:gd name="connsiteX25" fmla="*/ 982438 w 1632852"/>
                <a:gd name="connsiteY25" fmla="*/ 1604972 h 1632852"/>
                <a:gd name="connsiteX26" fmla="*/ 1035846 w 1632852"/>
                <a:gd name="connsiteY26" fmla="*/ 1591810 h 1632852"/>
                <a:gd name="connsiteX27" fmla="*/ 1042262 w 1632852"/>
                <a:gd name="connsiteY27" fmla="*/ 1595432 h 1632852"/>
                <a:gd name="connsiteX28" fmla="*/ 1038664 w 1632852"/>
                <a:gd name="connsiteY28" fmla="*/ 1601847 h 1632852"/>
                <a:gd name="connsiteX29" fmla="*/ 984569 w 1632852"/>
                <a:gd name="connsiteY29" fmla="*/ 1615152 h 1632852"/>
                <a:gd name="connsiteX30" fmla="*/ 983385 w 1632852"/>
                <a:gd name="connsiteY30" fmla="*/ 1615270 h 1632852"/>
                <a:gd name="connsiteX31" fmla="*/ 597811 w 1632852"/>
                <a:gd name="connsiteY31" fmla="*/ 1602581 h 1632852"/>
                <a:gd name="connsiteX32" fmla="*/ 596390 w 1632852"/>
                <a:gd name="connsiteY32" fmla="*/ 1602392 h 1632852"/>
                <a:gd name="connsiteX33" fmla="*/ 543290 w 1632852"/>
                <a:gd name="connsiteY33" fmla="*/ 1585512 h 1632852"/>
                <a:gd name="connsiteX34" fmla="*/ 539880 w 1632852"/>
                <a:gd name="connsiteY34" fmla="*/ 1578978 h 1632852"/>
                <a:gd name="connsiteX35" fmla="*/ 546414 w 1632852"/>
                <a:gd name="connsiteY35" fmla="*/ 1575569 h 1632852"/>
                <a:gd name="connsiteX36" fmla="*/ 546793 w 1632852"/>
                <a:gd name="connsiteY36" fmla="*/ 1575711 h 1632852"/>
                <a:gd name="connsiteX37" fmla="*/ 599207 w 1632852"/>
                <a:gd name="connsiteY37" fmla="*/ 1592283 h 1632852"/>
                <a:gd name="connsiteX38" fmla="*/ 602924 w 1632852"/>
                <a:gd name="connsiteY38" fmla="*/ 1598604 h 1632852"/>
                <a:gd name="connsiteX39" fmla="*/ 597811 w 1632852"/>
                <a:gd name="connsiteY39" fmla="*/ 1602487 h 1632852"/>
                <a:gd name="connsiteX40" fmla="*/ 1089965 w 1632852"/>
                <a:gd name="connsiteY40" fmla="*/ 1585133 h 1632852"/>
                <a:gd name="connsiteX41" fmla="*/ 1084757 w 1632852"/>
                <a:gd name="connsiteY41" fmla="*/ 1579902 h 1632852"/>
                <a:gd name="connsiteX42" fmla="*/ 1088213 w 1632852"/>
                <a:gd name="connsiteY42" fmla="*/ 1575025 h 1632852"/>
                <a:gd name="connsiteX43" fmla="*/ 1139254 w 1632852"/>
                <a:gd name="connsiteY43" fmla="*/ 1554689 h 1632852"/>
                <a:gd name="connsiteX44" fmla="*/ 1146379 w 1632852"/>
                <a:gd name="connsiteY44" fmla="*/ 1556536 h 1632852"/>
                <a:gd name="connsiteX45" fmla="*/ 1144533 w 1632852"/>
                <a:gd name="connsiteY45" fmla="*/ 1563661 h 1632852"/>
                <a:gd name="connsiteX46" fmla="*/ 1143420 w 1632852"/>
                <a:gd name="connsiteY46" fmla="*/ 1564159 h 1632852"/>
                <a:gd name="connsiteX47" fmla="*/ 1091740 w 1632852"/>
                <a:gd name="connsiteY47" fmla="*/ 1584755 h 1632852"/>
                <a:gd name="connsiteX48" fmla="*/ 1089846 w 1632852"/>
                <a:gd name="connsiteY48" fmla="*/ 1585133 h 1632852"/>
                <a:gd name="connsiteX49" fmla="*/ 493385 w 1632852"/>
                <a:gd name="connsiteY49" fmla="*/ 1565437 h 1632852"/>
                <a:gd name="connsiteX50" fmla="*/ 491325 w 1632852"/>
                <a:gd name="connsiteY50" fmla="*/ 1564987 h 1632852"/>
                <a:gd name="connsiteX51" fmla="*/ 440972 w 1632852"/>
                <a:gd name="connsiteY51" fmla="*/ 1540958 h 1632852"/>
                <a:gd name="connsiteX52" fmla="*/ 439338 w 1632852"/>
                <a:gd name="connsiteY52" fmla="*/ 1533785 h 1632852"/>
                <a:gd name="connsiteX53" fmla="*/ 445706 w 1632852"/>
                <a:gd name="connsiteY53" fmla="*/ 1531726 h 1632852"/>
                <a:gd name="connsiteX54" fmla="*/ 495421 w 1632852"/>
                <a:gd name="connsiteY54" fmla="*/ 1555399 h 1632852"/>
                <a:gd name="connsiteX55" fmla="*/ 498144 w 1632852"/>
                <a:gd name="connsiteY55" fmla="*/ 1562241 h 1632852"/>
                <a:gd name="connsiteX56" fmla="*/ 493338 w 1632852"/>
                <a:gd name="connsiteY56" fmla="*/ 1565390 h 1632852"/>
                <a:gd name="connsiteX57" fmla="*/ 1191099 w 1632852"/>
                <a:gd name="connsiteY57" fmla="*/ 1540721 h 1632852"/>
                <a:gd name="connsiteX58" fmla="*/ 1185938 w 1632852"/>
                <a:gd name="connsiteY58" fmla="*/ 1535466 h 1632852"/>
                <a:gd name="connsiteX59" fmla="*/ 1188732 w 1632852"/>
                <a:gd name="connsiteY59" fmla="*/ 1530897 h 1632852"/>
                <a:gd name="connsiteX60" fmla="*/ 1236553 w 1632852"/>
                <a:gd name="connsiteY60" fmla="*/ 1503790 h 1632852"/>
                <a:gd name="connsiteX61" fmla="*/ 1243749 w 1632852"/>
                <a:gd name="connsiteY61" fmla="*/ 1505377 h 1632852"/>
                <a:gd name="connsiteX62" fmla="*/ 1242164 w 1632852"/>
                <a:gd name="connsiteY62" fmla="*/ 1512550 h 1632852"/>
                <a:gd name="connsiteX63" fmla="*/ 1241998 w 1632852"/>
                <a:gd name="connsiteY63" fmla="*/ 1512668 h 1632852"/>
                <a:gd name="connsiteX64" fmla="*/ 1193561 w 1632852"/>
                <a:gd name="connsiteY64" fmla="*/ 1540130 h 1632852"/>
                <a:gd name="connsiteX65" fmla="*/ 1191075 w 1632852"/>
                <a:gd name="connsiteY65" fmla="*/ 1540721 h 1632852"/>
                <a:gd name="connsiteX66" fmla="*/ 395139 w 1632852"/>
                <a:gd name="connsiteY66" fmla="*/ 1514325 h 1632852"/>
                <a:gd name="connsiteX67" fmla="*/ 392440 w 1632852"/>
                <a:gd name="connsiteY67" fmla="*/ 1513568 h 1632852"/>
                <a:gd name="connsiteX68" fmla="*/ 345850 w 1632852"/>
                <a:gd name="connsiteY68" fmla="*/ 1482910 h 1632852"/>
                <a:gd name="connsiteX69" fmla="*/ 344619 w 1632852"/>
                <a:gd name="connsiteY69" fmla="*/ 1475642 h 1632852"/>
                <a:gd name="connsiteX70" fmla="*/ 351887 w 1632852"/>
                <a:gd name="connsiteY70" fmla="*/ 1474411 h 1632852"/>
                <a:gd name="connsiteX71" fmla="*/ 397861 w 1632852"/>
                <a:gd name="connsiteY71" fmla="*/ 1504666 h 1632852"/>
                <a:gd name="connsiteX72" fmla="*/ 399613 w 1632852"/>
                <a:gd name="connsiteY72" fmla="*/ 1511816 h 1632852"/>
                <a:gd name="connsiteX73" fmla="*/ 395139 w 1632852"/>
                <a:gd name="connsiteY73" fmla="*/ 1514325 h 1632852"/>
                <a:gd name="connsiteX74" fmla="*/ 1285273 w 1632852"/>
                <a:gd name="connsiteY74" fmla="*/ 1482934 h 1632852"/>
                <a:gd name="connsiteX75" fmla="*/ 1280042 w 1632852"/>
                <a:gd name="connsiteY75" fmla="*/ 1477749 h 1632852"/>
                <a:gd name="connsiteX76" fmla="*/ 1282267 w 1632852"/>
                <a:gd name="connsiteY76" fmla="*/ 1473464 h 1632852"/>
                <a:gd name="connsiteX77" fmla="*/ 1325968 w 1632852"/>
                <a:gd name="connsiteY77" fmla="*/ 1440108 h 1632852"/>
                <a:gd name="connsiteX78" fmla="*/ 1333331 w 1632852"/>
                <a:gd name="connsiteY78" fmla="*/ 1440818 h 1632852"/>
                <a:gd name="connsiteX79" fmla="*/ 1332621 w 1632852"/>
                <a:gd name="connsiteY79" fmla="*/ 1448181 h 1632852"/>
                <a:gd name="connsiteX80" fmla="*/ 1288351 w 1632852"/>
                <a:gd name="connsiteY80" fmla="*/ 1481963 h 1632852"/>
                <a:gd name="connsiteX81" fmla="*/ 1285273 w 1632852"/>
                <a:gd name="connsiteY81" fmla="*/ 1482934 h 1632852"/>
                <a:gd name="connsiteX82" fmla="*/ 304634 w 1632852"/>
                <a:gd name="connsiteY82" fmla="*/ 1450359 h 1632852"/>
                <a:gd name="connsiteX83" fmla="*/ 301343 w 1632852"/>
                <a:gd name="connsiteY83" fmla="*/ 1449199 h 1632852"/>
                <a:gd name="connsiteX84" fmla="*/ 259370 w 1632852"/>
                <a:gd name="connsiteY84" fmla="*/ 1412528 h 1632852"/>
                <a:gd name="connsiteX85" fmla="*/ 258730 w 1632852"/>
                <a:gd name="connsiteY85" fmla="*/ 1405189 h 1632852"/>
                <a:gd name="connsiteX86" fmla="*/ 266069 w 1632852"/>
                <a:gd name="connsiteY86" fmla="*/ 1404550 h 1632852"/>
                <a:gd name="connsiteX87" fmla="*/ 266472 w 1632852"/>
                <a:gd name="connsiteY87" fmla="*/ 1404929 h 1632852"/>
                <a:gd name="connsiteX88" fmla="*/ 307925 w 1632852"/>
                <a:gd name="connsiteY88" fmla="*/ 1441102 h 1632852"/>
                <a:gd name="connsiteX89" fmla="*/ 308706 w 1632852"/>
                <a:gd name="connsiteY89" fmla="*/ 1448417 h 1632852"/>
                <a:gd name="connsiteX90" fmla="*/ 304634 w 1632852"/>
                <a:gd name="connsiteY90" fmla="*/ 1450359 h 1632852"/>
                <a:gd name="connsiteX91" fmla="*/ 1370925 w 1632852"/>
                <a:gd name="connsiteY91" fmla="*/ 1412859 h 1632852"/>
                <a:gd name="connsiteX92" fmla="*/ 1367114 w 1632852"/>
                <a:gd name="connsiteY92" fmla="*/ 1411202 h 1632852"/>
                <a:gd name="connsiteX93" fmla="*/ 1367350 w 1632852"/>
                <a:gd name="connsiteY93" fmla="*/ 1403840 h 1632852"/>
                <a:gd name="connsiteX94" fmla="*/ 1367350 w 1632852"/>
                <a:gd name="connsiteY94" fmla="*/ 1403840 h 1632852"/>
                <a:gd name="connsiteX95" fmla="*/ 1406176 w 1632852"/>
                <a:gd name="connsiteY95" fmla="*/ 1364873 h 1632852"/>
                <a:gd name="connsiteX96" fmla="*/ 1413538 w 1632852"/>
                <a:gd name="connsiteY96" fmla="*/ 1364612 h 1632852"/>
                <a:gd name="connsiteX97" fmla="*/ 1413798 w 1632852"/>
                <a:gd name="connsiteY97" fmla="*/ 1371975 h 1632852"/>
                <a:gd name="connsiteX98" fmla="*/ 1374476 w 1632852"/>
                <a:gd name="connsiteY98" fmla="*/ 1411439 h 1632852"/>
                <a:gd name="connsiteX99" fmla="*/ 1371020 w 1632852"/>
                <a:gd name="connsiteY99" fmla="*/ 1412859 h 1632852"/>
                <a:gd name="connsiteX100" fmla="*/ 223859 w 1632852"/>
                <a:gd name="connsiteY100" fmla="*/ 1374792 h 1632852"/>
                <a:gd name="connsiteX101" fmla="*/ 220048 w 1632852"/>
                <a:gd name="connsiteY101" fmla="*/ 1373135 h 1632852"/>
                <a:gd name="connsiteX102" fmla="*/ 183401 w 1632852"/>
                <a:gd name="connsiteY102" fmla="*/ 1331161 h 1632852"/>
                <a:gd name="connsiteX103" fmla="*/ 184253 w 1632852"/>
                <a:gd name="connsiteY103" fmla="*/ 1323846 h 1632852"/>
                <a:gd name="connsiteX104" fmla="*/ 191473 w 1632852"/>
                <a:gd name="connsiteY104" fmla="*/ 1324580 h 1632852"/>
                <a:gd name="connsiteX105" fmla="*/ 227671 w 1632852"/>
                <a:gd name="connsiteY105" fmla="*/ 1366033 h 1632852"/>
                <a:gd name="connsiteX106" fmla="*/ 227410 w 1632852"/>
                <a:gd name="connsiteY106" fmla="*/ 1373372 h 1632852"/>
                <a:gd name="connsiteX107" fmla="*/ 223859 w 1632852"/>
                <a:gd name="connsiteY107" fmla="*/ 1374792 h 1632852"/>
                <a:gd name="connsiteX108" fmla="*/ 1446421 w 1632852"/>
                <a:gd name="connsiteY108" fmla="*/ 1331848 h 1632852"/>
                <a:gd name="connsiteX109" fmla="*/ 1441236 w 1632852"/>
                <a:gd name="connsiteY109" fmla="*/ 1326616 h 1632852"/>
                <a:gd name="connsiteX110" fmla="*/ 1442397 w 1632852"/>
                <a:gd name="connsiteY110" fmla="*/ 1323349 h 1632852"/>
                <a:gd name="connsiteX111" fmla="*/ 1475540 w 1632852"/>
                <a:gd name="connsiteY111" fmla="*/ 1279481 h 1632852"/>
                <a:gd name="connsiteX112" fmla="*/ 1482713 w 1632852"/>
                <a:gd name="connsiteY112" fmla="*/ 1277777 h 1632852"/>
                <a:gd name="connsiteX113" fmla="*/ 1484394 w 1632852"/>
                <a:gd name="connsiteY113" fmla="*/ 1284950 h 1632852"/>
                <a:gd name="connsiteX114" fmla="*/ 1484038 w 1632852"/>
                <a:gd name="connsiteY114" fmla="*/ 1285471 h 1632852"/>
                <a:gd name="connsiteX115" fmla="*/ 1450398 w 1632852"/>
                <a:gd name="connsiteY115" fmla="*/ 1329907 h 1632852"/>
                <a:gd name="connsiteX116" fmla="*/ 1446421 w 1632852"/>
                <a:gd name="connsiteY116" fmla="*/ 1331848 h 1632852"/>
                <a:gd name="connsiteX117" fmla="*/ 153832 w 1632852"/>
                <a:gd name="connsiteY117" fmla="*/ 1289022 h 1632852"/>
                <a:gd name="connsiteX118" fmla="*/ 149571 w 1632852"/>
                <a:gd name="connsiteY118" fmla="*/ 1286820 h 1632852"/>
                <a:gd name="connsiteX119" fmla="*/ 118961 w 1632852"/>
                <a:gd name="connsiteY119" fmla="*/ 1240301 h 1632852"/>
                <a:gd name="connsiteX120" fmla="*/ 121067 w 1632852"/>
                <a:gd name="connsiteY120" fmla="*/ 1233246 h 1632852"/>
                <a:gd name="connsiteX121" fmla="*/ 127838 w 1632852"/>
                <a:gd name="connsiteY121" fmla="*/ 1234880 h 1632852"/>
                <a:gd name="connsiteX122" fmla="*/ 158070 w 1632852"/>
                <a:gd name="connsiteY122" fmla="*/ 1280807 h 1632852"/>
                <a:gd name="connsiteX123" fmla="*/ 156863 w 1632852"/>
                <a:gd name="connsiteY123" fmla="*/ 1288027 h 1632852"/>
                <a:gd name="connsiteX124" fmla="*/ 156839 w 1632852"/>
                <a:gd name="connsiteY124" fmla="*/ 1288051 h 1632852"/>
                <a:gd name="connsiteX125" fmla="*/ 153951 w 1632852"/>
                <a:gd name="connsiteY125" fmla="*/ 1289022 h 1632852"/>
                <a:gd name="connsiteX126" fmla="*/ 1510103 w 1632852"/>
                <a:gd name="connsiteY126" fmla="*/ 1241343 h 1632852"/>
                <a:gd name="connsiteX127" fmla="*/ 1507405 w 1632852"/>
                <a:gd name="connsiteY127" fmla="*/ 1240585 h 1632852"/>
                <a:gd name="connsiteX128" fmla="*/ 1505653 w 1632852"/>
                <a:gd name="connsiteY128" fmla="*/ 1233483 h 1632852"/>
                <a:gd name="connsiteX129" fmla="*/ 1532617 w 1632852"/>
                <a:gd name="connsiteY129" fmla="*/ 1185473 h 1632852"/>
                <a:gd name="connsiteX130" fmla="*/ 1539743 w 1632852"/>
                <a:gd name="connsiteY130" fmla="*/ 1183650 h 1632852"/>
                <a:gd name="connsiteX131" fmla="*/ 1541873 w 1632852"/>
                <a:gd name="connsiteY131" fmla="*/ 1190207 h 1632852"/>
                <a:gd name="connsiteX132" fmla="*/ 1514554 w 1632852"/>
                <a:gd name="connsiteY132" fmla="*/ 1238810 h 1632852"/>
                <a:gd name="connsiteX133" fmla="*/ 1510174 w 1632852"/>
                <a:gd name="connsiteY133" fmla="*/ 1241343 h 1632852"/>
                <a:gd name="connsiteX134" fmla="*/ 96210 w 1632852"/>
                <a:gd name="connsiteY134" fmla="*/ 1194611 h 1632852"/>
                <a:gd name="connsiteX135" fmla="*/ 91475 w 1632852"/>
                <a:gd name="connsiteY135" fmla="*/ 1191817 h 1632852"/>
                <a:gd name="connsiteX136" fmla="*/ 67494 w 1632852"/>
                <a:gd name="connsiteY136" fmla="*/ 1141581 h 1632852"/>
                <a:gd name="connsiteX137" fmla="*/ 70950 w 1632852"/>
                <a:gd name="connsiteY137" fmla="*/ 1135071 h 1632852"/>
                <a:gd name="connsiteX138" fmla="*/ 76964 w 1632852"/>
                <a:gd name="connsiteY138" fmla="*/ 1137415 h 1632852"/>
                <a:gd name="connsiteX139" fmla="*/ 100637 w 1632852"/>
                <a:gd name="connsiteY139" fmla="*/ 1187130 h 1632852"/>
                <a:gd name="connsiteX140" fmla="*/ 98459 w 1632852"/>
                <a:gd name="connsiteY140" fmla="*/ 1194208 h 1632852"/>
                <a:gd name="connsiteX141" fmla="*/ 98412 w 1632852"/>
                <a:gd name="connsiteY141" fmla="*/ 1194232 h 1632852"/>
                <a:gd name="connsiteX142" fmla="*/ 96329 w 1632852"/>
                <a:gd name="connsiteY142" fmla="*/ 1194611 h 1632852"/>
                <a:gd name="connsiteX143" fmla="*/ 1561026 w 1632852"/>
                <a:gd name="connsiteY143" fmla="*/ 1142978 h 1632852"/>
                <a:gd name="connsiteX144" fmla="*/ 1555865 w 1632852"/>
                <a:gd name="connsiteY144" fmla="*/ 1137723 h 1632852"/>
                <a:gd name="connsiteX145" fmla="*/ 1556291 w 1632852"/>
                <a:gd name="connsiteY145" fmla="*/ 1135687 h 1632852"/>
                <a:gd name="connsiteX146" fmla="*/ 1576461 w 1632852"/>
                <a:gd name="connsiteY146" fmla="*/ 1084433 h 1632852"/>
                <a:gd name="connsiteX147" fmla="*/ 1583113 w 1632852"/>
                <a:gd name="connsiteY147" fmla="*/ 1081261 h 1632852"/>
                <a:gd name="connsiteX148" fmla="*/ 1586285 w 1632852"/>
                <a:gd name="connsiteY148" fmla="*/ 1087913 h 1632852"/>
                <a:gd name="connsiteX149" fmla="*/ 1565855 w 1632852"/>
                <a:gd name="connsiteY149" fmla="*/ 1139830 h 1632852"/>
                <a:gd name="connsiteX150" fmla="*/ 1561144 w 1632852"/>
                <a:gd name="connsiteY150" fmla="*/ 1142978 h 1632852"/>
                <a:gd name="connsiteX151" fmla="*/ 51988 w 1632852"/>
                <a:gd name="connsiteY151" fmla="*/ 1093263 h 1632852"/>
                <a:gd name="connsiteX152" fmla="*/ 47087 w 1632852"/>
                <a:gd name="connsiteY152" fmla="*/ 1089807 h 1632852"/>
                <a:gd name="connsiteX153" fmla="*/ 30184 w 1632852"/>
                <a:gd name="connsiteY153" fmla="*/ 1036706 h 1632852"/>
                <a:gd name="connsiteX154" fmla="*/ 33451 w 1632852"/>
                <a:gd name="connsiteY154" fmla="*/ 1030102 h 1632852"/>
                <a:gd name="connsiteX155" fmla="*/ 40056 w 1632852"/>
                <a:gd name="connsiteY155" fmla="*/ 1033369 h 1632852"/>
                <a:gd name="connsiteX156" fmla="*/ 40198 w 1632852"/>
                <a:gd name="connsiteY156" fmla="*/ 1033889 h 1632852"/>
                <a:gd name="connsiteX157" fmla="*/ 56888 w 1632852"/>
                <a:gd name="connsiteY157" fmla="*/ 1086303 h 1632852"/>
                <a:gd name="connsiteX158" fmla="*/ 53787 w 1632852"/>
                <a:gd name="connsiteY158" fmla="*/ 1092932 h 1632852"/>
                <a:gd name="connsiteX159" fmla="*/ 53739 w 1632852"/>
                <a:gd name="connsiteY159" fmla="*/ 1092955 h 1632852"/>
                <a:gd name="connsiteX160" fmla="*/ 52106 w 1632852"/>
                <a:gd name="connsiteY160" fmla="*/ 1093311 h 1632852"/>
                <a:gd name="connsiteX161" fmla="*/ 1598122 w 1632852"/>
                <a:gd name="connsiteY161" fmla="*/ 1038624 h 1632852"/>
                <a:gd name="connsiteX162" fmla="*/ 1596726 w 1632852"/>
                <a:gd name="connsiteY162" fmla="*/ 1038435 h 1632852"/>
                <a:gd name="connsiteX163" fmla="*/ 1593080 w 1632852"/>
                <a:gd name="connsiteY163" fmla="*/ 1032066 h 1632852"/>
                <a:gd name="connsiteX164" fmla="*/ 1593104 w 1632852"/>
                <a:gd name="connsiteY164" fmla="*/ 1032019 h 1632852"/>
                <a:gd name="connsiteX165" fmla="*/ 1606006 w 1632852"/>
                <a:gd name="connsiteY165" fmla="*/ 978540 h 1632852"/>
                <a:gd name="connsiteX166" fmla="*/ 1612161 w 1632852"/>
                <a:gd name="connsiteY166" fmla="*/ 974492 h 1632852"/>
                <a:gd name="connsiteX167" fmla="*/ 1616209 w 1632852"/>
                <a:gd name="connsiteY167" fmla="*/ 980647 h 1632852"/>
                <a:gd name="connsiteX168" fmla="*/ 1603118 w 1632852"/>
                <a:gd name="connsiteY168" fmla="*/ 1034813 h 1632852"/>
                <a:gd name="connsiteX169" fmla="*/ 1598122 w 1632852"/>
                <a:gd name="connsiteY169" fmla="*/ 1038624 h 1632852"/>
                <a:gd name="connsiteX170" fmla="*/ 22158 w 1632852"/>
                <a:gd name="connsiteY170" fmla="*/ 986802 h 1632852"/>
                <a:gd name="connsiteX171" fmla="*/ 17069 w 1632852"/>
                <a:gd name="connsiteY171" fmla="*/ 982659 h 1632852"/>
                <a:gd name="connsiteX172" fmla="*/ 7599 w 1632852"/>
                <a:gd name="connsiteY172" fmla="*/ 927760 h 1632852"/>
                <a:gd name="connsiteX173" fmla="*/ 12050 w 1632852"/>
                <a:gd name="connsiteY173" fmla="*/ 921889 h 1632852"/>
                <a:gd name="connsiteX174" fmla="*/ 17921 w 1632852"/>
                <a:gd name="connsiteY174" fmla="*/ 926339 h 1632852"/>
                <a:gd name="connsiteX175" fmla="*/ 27390 w 1632852"/>
                <a:gd name="connsiteY175" fmla="*/ 980529 h 1632852"/>
                <a:gd name="connsiteX176" fmla="*/ 23389 w 1632852"/>
                <a:gd name="connsiteY176" fmla="*/ 986684 h 1632852"/>
                <a:gd name="connsiteX177" fmla="*/ 23342 w 1632852"/>
                <a:gd name="connsiteY177" fmla="*/ 986684 h 1632852"/>
                <a:gd name="connsiteX178" fmla="*/ 22158 w 1632852"/>
                <a:gd name="connsiteY178" fmla="*/ 986778 h 1632852"/>
                <a:gd name="connsiteX179" fmla="*/ 1620376 w 1632852"/>
                <a:gd name="connsiteY179" fmla="*/ 930222 h 1632852"/>
                <a:gd name="connsiteX180" fmla="*/ 1619689 w 1632852"/>
                <a:gd name="connsiteY180" fmla="*/ 930222 h 1632852"/>
                <a:gd name="connsiteX181" fmla="*/ 1615215 w 1632852"/>
                <a:gd name="connsiteY181" fmla="*/ 924374 h 1632852"/>
                <a:gd name="connsiteX182" fmla="*/ 1620683 w 1632852"/>
                <a:gd name="connsiteY182" fmla="*/ 869641 h 1632852"/>
                <a:gd name="connsiteX183" fmla="*/ 1626152 w 1632852"/>
                <a:gd name="connsiteY183" fmla="*/ 864717 h 1632852"/>
                <a:gd name="connsiteX184" fmla="*/ 1631077 w 1632852"/>
                <a:gd name="connsiteY184" fmla="*/ 870185 h 1632852"/>
                <a:gd name="connsiteX185" fmla="*/ 1631077 w 1632852"/>
                <a:gd name="connsiteY185" fmla="*/ 870327 h 1632852"/>
                <a:gd name="connsiteX186" fmla="*/ 1625537 w 1632852"/>
                <a:gd name="connsiteY186" fmla="*/ 925771 h 1632852"/>
                <a:gd name="connsiteX187" fmla="*/ 1620376 w 1632852"/>
                <a:gd name="connsiteY187" fmla="*/ 930198 h 1632852"/>
                <a:gd name="connsiteX188" fmla="*/ 7102 w 1632852"/>
                <a:gd name="connsiteY188" fmla="*/ 877193 h 1632852"/>
                <a:gd name="connsiteX189" fmla="*/ 1917 w 1632852"/>
                <a:gd name="connsiteY189" fmla="*/ 872458 h 1632852"/>
                <a:gd name="connsiteX190" fmla="*/ 0 w 1632852"/>
                <a:gd name="connsiteY190" fmla="*/ 816753 h 1632852"/>
                <a:gd name="connsiteX191" fmla="*/ 5208 w 1632852"/>
                <a:gd name="connsiteY191" fmla="*/ 811545 h 1632852"/>
                <a:gd name="connsiteX192" fmla="*/ 5208 w 1632852"/>
                <a:gd name="connsiteY192" fmla="*/ 811545 h 1632852"/>
                <a:gd name="connsiteX193" fmla="*/ 10416 w 1632852"/>
                <a:gd name="connsiteY193" fmla="*/ 816706 h 1632852"/>
                <a:gd name="connsiteX194" fmla="*/ 10416 w 1632852"/>
                <a:gd name="connsiteY194" fmla="*/ 816753 h 1632852"/>
                <a:gd name="connsiteX195" fmla="*/ 12310 w 1632852"/>
                <a:gd name="connsiteY195" fmla="*/ 871748 h 1632852"/>
                <a:gd name="connsiteX196" fmla="*/ 7457 w 1632852"/>
                <a:gd name="connsiteY196" fmla="*/ 877287 h 1632852"/>
                <a:gd name="connsiteX197" fmla="*/ 1627644 w 1632852"/>
                <a:gd name="connsiteY197" fmla="*/ 819807 h 1632852"/>
                <a:gd name="connsiteX198" fmla="*/ 1622435 w 1632852"/>
                <a:gd name="connsiteY198" fmla="*/ 814623 h 1632852"/>
                <a:gd name="connsiteX199" fmla="*/ 1620494 w 1632852"/>
                <a:gd name="connsiteY199" fmla="*/ 759629 h 1632852"/>
                <a:gd name="connsiteX200" fmla="*/ 1625347 w 1632852"/>
                <a:gd name="connsiteY200" fmla="*/ 754077 h 1632852"/>
                <a:gd name="connsiteX201" fmla="*/ 1630887 w 1632852"/>
                <a:gd name="connsiteY201" fmla="*/ 758918 h 1632852"/>
                <a:gd name="connsiteX202" fmla="*/ 1632852 w 1632852"/>
                <a:gd name="connsiteY202" fmla="*/ 814599 h 1632852"/>
                <a:gd name="connsiteX203" fmla="*/ 1627691 w 1632852"/>
                <a:gd name="connsiteY203" fmla="*/ 819807 h 1632852"/>
                <a:gd name="connsiteX204" fmla="*/ 1627667 w 1632852"/>
                <a:gd name="connsiteY204" fmla="*/ 819807 h 1632852"/>
                <a:gd name="connsiteX205" fmla="*/ 7055 w 1632852"/>
                <a:gd name="connsiteY205" fmla="*/ 766518 h 1632852"/>
                <a:gd name="connsiteX206" fmla="*/ 6699 w 1632852"/>
                <a:gd name="connsiteY206" fmla="*/ 766518 h 1632852"/>
                <a:gd name="connsiteX207" fmla="*/ 1847 w 1632852"/>
                <a:gd name="connsiteY207" fmla="*/ 760954 h 1632852"/>
                <a:gd name="connsiteX208" fmla="*/ 7457 w 1632852"/>
                <a:gd name="connsiteY208" fmla="*/ 705534 h 1632852"/>
                <a:gd name="connsiteX209" fmla="*/ 13375 w 1632852"/>
                <a:gd name="connsiteY209" fmla="*/ 701135 h 1632852"/>
                <a:gd name="connsiteX210" fmla="*/ 17779 w 1632852"/>
                <a:gd name="connsiteY210" fmla="*/ 706931 h 1632852"/>
                <a:gd name="connsiteX211" fmla="*/ 12239 w 1632852"/>
                <a:gd name="connsiteY211" fmla="*/ 761665 h 1632852"/>
                <a:gd name="connsiteX212" fmla="*/ 7055 w 1632852"/>
                <a:gd name="connsiteY212" fmla="*/ 766494 h 1632852"/>
                <a:gd name="connsiteX213" fmla="*/ 1619950 w 1632852"/>
                <a:gd name="connsiteY213" fmla="*/ 709416 h 1632852"/>
                <a:gd name="connsiteX214" fmla="*/ 1614812 w 1632852"/>
                <a:gd name="connsiteY214" fmla="*/ 704942 h 1632852"/>
                <a:gd name="connsiteX215" fmla="*/ 1605343 w 1632852"/>
                <a:gd name="connsiteY215" fmla="*/ 650753 h 1632852"/>
                <a:gd name="connsiteX216" fmla="*/ 1609367 w 1632852"/>
                <a:gd name="connsiteY216" fmla="*/ 644574 h 1632852"/>
                <a:gd name="connsiteX217" fmla="*/ 1615546 w 1632852"/>
                <a:gd name="connsiteY217" fmla="*/ 648598 h 1632852"/>
                <a:gd name="connsiteX218" fmla="*/ 1625016 w 1632852"/>
                <a:gd name="connsiteY218" fmla="*/ 703498 h 1632852"/>
                <a:gd name="connsiteX219" fmla="*/ 1620565 w 1632852"/>
                <a:gd name="connsiteY219" fmla="*/ 709369 h 1632852"/>
                <a:gd name="connsiteX220" fmla="*/ 1619950 w 1632852"/>
                <a:gd name="connsiteY220" fmla="*/ 709393 h 1632852"/>
                <a:gd name="connsiteX221" fmla="*/ 21969 w 1632852"/>
                <a:gd name="connsiteY221" fmla="*/ 656884 h 1632852"/>
                <a:gd name="connsiteX222" fmla="*/ 20904 w 1632852"/>
                <a:gd name="connsiteY222" fmla="*/ 656884 h 1632852"/>
                <a:gd name="connsiteX223" fmla="*/ 16855 w 1632852"/>
                <a:gd name="connsiteY223" fmla="*/ 650731 h 1632852"/>
                <a:gd name="connsiteX224" fmla="*/ 16855 w 1632852"/>
                <a:gd name="connsiteY224" fmla="*/ 650729 h 1632852"/>
                <a:gd name="connsiteX225" fmla="*/ 30018 w 1632852"/>
                <a:gd name="connsiteY225" fmla="*/ 596587 h 1632852"/>
                <a:gd name="connsiteX226" fmla="*/ 36623 w 1632852"/>
                <a:gd name="connsiteY226" fmla="*/ 593318 h 1632852"/>
                <a:gd name="connsiteX227" fmla="*/ 40032 w 1632852"/>
                <a:gd name="connsiteY227" fmla="*/ 599404 h 1632852"/>
                <a:gd name="connsiteX228" fmla="*/ 27059 w 1632852"/>
                <a:gd name="connsiteY228" fmla="*/ 652836 h 1632852"/>
                <a:gd name="connsiteX229" fmla="*/ 21969 w 1632852"/>
                <a:gd name="connsiteY229" fmla="*/ 656861 h 1632852"/>
                <a:gd name="connsiteX230" fmla="*/ 1597294 w 1632852"/>
                <a:gd name="connsiteY230" fmla="*/ 601133 h 1632852"/>
                <a:gd name="connsiteX231" fmla="*/ 1592275 w 1632852"/>
                <a:gd name="connsiteY231" fmla="*/ 597321 h 1632852"/>
                <a:gd name="connsiteX232" fmla="*/ 1575514 w 1632852"/>
                <a:gd name="connsiteY232" fmla="*/ 544931 h 1632852"/>
                <a:gd name="connsiteX233" fmla="*/ 1578402 w 1632852"/>
                <a:gd name="connsiteY233" fmla="*/ 538156 h 1632852"/>
                <a:gd name="connsiteX234" fmla="*/ 1585173 w 1632852"/>
                <a:gd name="connsiteY234" fmla="*/ 541041 h 1632852"/>
                <a:gd name="connsiteX235" fmla="*/ 1585315 w 1632852"/>
                <a:gd name="connsiteY235" fmla="*/ 541427 h 1632852"/>
                <a:gd name="connsiteX236" fmla="*/ 1602313 w 1632852"/>
                <a:gd name="connsiteY236" fmla="*/ 594504 h 1632852"/>
                <a:gd name="connsiteX237" fmla="*/ 1598738 w 1632852"/>
                <a:gd name="connsiteY237" fmla="*/ 600910 h 1632852"/>
                <a:gd name="connsiteX238" fmla="*/ 1598714 w 1632852"/>
                <a:gd name="connsiteY238" fmla="*/ 600919 h 1632852"/>
                <a:gd name="connsiteX239" fmla="*/ 1597294 w 1632852"/>
                <a:gd name="connsiteY239" fmla="*/ 601109 h 1632852"/>
                <a:gd name="connsiteX240" fmla="*/ 51869 w 1632852"/>
                <a:gd name="connsiteY240" fmla="*/ 550281 h 1632852"/>
                <a:gd name="connsiteX241" fmla="*/ 50117 w 1632852"/>
                <a:gd name="connsiteY241" fmla="*/ 549974 h 1632852"/>
                <a:gd name="connsiteX242" fmla="*/ 46945 w 1632852"/>
                <a:gd name="connsiteY242" fmla="*/ 543366 h 1632852"/>
                <a:gd name="connsiteX243" fmla="*/ 46945 w 1632852"/>
                <a:gd name="connsiteY243" fmla="*/ 543345 h 1632852"/>
                <a:gd name="connsiteX244" fmla="*/ 67447 w 1632852"/>
                <a:gd name="connsiteY244" fmla="*/ 491428 h 1632852"/>
                <a:gd name="connsiteX245" fmla="*/ 73957 w 1632852"/>
                <a:gd name="connsiteY245" fmla="*/ 487977 h 1632852"/>
                <a:gd name="connsiteX246" fmla="*/ 77413 w 1632852"/>
                <a:gd name="connsiteY246" fmla="*/ 494484 h 1632852"/>
                <a:gd name="connsiteX247" fmla="*/ 76916 w 1632852"/>
                <a:gd name="connsiteY247" fmla="*/ 495595 h 1632852"/>
                <a:gd name="connsiteX248" fmla="*/ 56699 w 1632852"/>
                <a:gd name="connsiteY248" fmla="*/ 546825 h 1632852"/>
                <a:gd name="connsiteX249" fmla="*/ 51869 w 1632852"/>
                <a:gd name="connsiteY249" fmla="*/ 550281 h 1632852"/>
                <a:gd name="connsiteX250" fmla="*/ 1559889 w 1632852"/>
                <a:gd name="connsiteY250" fmla="*/ 496992 h 1632852"/>
                <a:gd name="connsiteX251" fmla="*/ 1555155 w 1632852"/>
                <a:gd name="connsiteY251" fmla="*/ 493867 h 1632852"/>
                <a:gd name="connsiteX252" fmla="*/ 1531481 w 1632852"/>
                <a:gd name="connsiteY252" fmla="*/ 444317 h 1632852"/>
                <a:gd name="connsiteX253" fmla="*/ 1534345 w 1632852"/>
                <a:gd name="connsiteY253" fmla="*/ 437532 h 1632852"/>
                <a:gd name="connsiteX254" fmla="*/ 1540713 w 1632852"/>
                <a:gd name="connsiteY254" fmla="*/ 439583 h 1632852"/>
                <a:gd name="connsiteX255" fmla="*/ 1564790 w 1632852"/>
                <a:gd name="connsiteY255" fmla="*/ 489795 h 1632852"/>
                <a:gd name="connsiteX256" fmla="*/ 1562115 w 1632852"/>
                <a:gd name="connsiteY256" fmla="*/ 496625 h 1632852"/>
                <a:gd name="connsiteX257" fmla="*/ 1562091 w 1632852"/>
                <a:gd name="connsiteY257" fmla="*/ 496636 h 1632852"/>
                <a:gd name="connsiteX258" fmla="*/ 1559889 w 1632852"/>
                <a:gd name="connsiteY258" fmla="*/ 496992 h 1632852"/>
                <a:gd name="connsiteX259" fmla="*/ 95855 w 1632852"/>
                <a:gd name="connsiteY259" fmla="*/ 448697 h 1632852"/>
                <a:gd name="connsiteX260" fmla="*/ 93488 w 1632852"/>
                <a:gd name="connsiteY260" fmla="*/ 448105 h 1632852"/>
                <a:gd name="connsiteX261" fmla="*/ 91215 w 1632852"/>
                <a:gd name="connsiteY261" fmla="*/ 441100 h 1632852"/>
                <a:gd name="connsiteX262" fmla="*/ 91262 w 1632852"/>
                <a:gd name="connsiteY262" fmla="*/ 441003 h 1632852"/>
                <a:gd name="connsiteX263" fmla="*/ 118629 w 1632852"/>
                <a:gd name="connsiteY263" fmla="*/ 392424 h 1632852"/>
                <a:gd name="connsiteX264" fmla="*/ 125731 w 1632852"/>
                <a:gd name="connsiteY264" fmla="*/ 390696 h 1632852"/>
                <a:gd name="connsiteX265" fmla="*/ 127459 w 1632852"/>
                <a:gd name="connsiteY265" fmla="*/ 397798 h 1632852"/>
                <a:gd name="connsiteX266" fmla="*/ 100448 w 1632852"/>
                <a:gd name="connsiteY266" fmla="*/ 445761 h 1632852"/>
                <a:gd name="connsiteX267" fmla="*/ 95950 w 1632852"/>
                <a:gd name="connsiteY267" fmla="*/ 448697 h 1632852"/>
                <a:gd name="connsiteX268" fmla="*/ 1508730 w 1632852"/>
                <a:gd name="connsiteY268" fmla="*/ 398982 h 1632852"/>
                <a:gd name="connsiteX269" fmla="*/ 1504280 w 1632852"/>
                <a:gd name="connsiteY269" fmla="*/ 396473 h 1632852"/>
                <a:gd name="connsiteX270" fmla="*/ 1474001 w 1632852"/>
                <a:gd name="connsiteY270" fmla="*/ 350593 h 1632852"/>
                <a:gd name="connsiteX271" fmla="*/ 1475232 w 1632852"/>
                <a:gd name="connsiteY271" fmla="*/ 343325 h 1632852"/>
                <a:gd name="connsiteX272" fmla="*/ 1482500 w 1632852"/>
                <a:gd name="connsiteY272" fmla="*/ 344556 h 1632852"/>
                <a:gd name="connsiteX273" fmla="*/ 1513276 w 1632852"/>
                <a:gd name="connsiteY273" fmla="*/ 391051 h 1632852"/>
                <a:gd name="connsiteX274" fmla="*/ 1511548 w 1632852"/>
                <a:gd name="connsiteY274" fmla="*/ 398215 h 1632852"/>
                <a:gd name="connsiteX275" fmla="*/ 1508848 w 1632852"/>
                <a:gd name="connsiteY275" fmla="*/ 398982 h 1632852"/>
                <a:gd name="connsiteX276" fmla="*/ 153666 w 1632852"/>
                <a:gd name="connsiteY276" fmla="*/ 354120 h 1632852"/>
                <a:gd name="connsiteX277" fmla="*/ 148458 w 1632852"/>
                <a:gd name="connsiteY277" fmla="*/ 348966 h 1632852"/>
                <a:gd name="connsiteX278" fmla="*/ 149429 w 1632852"/>
                <a:gd name="connsiteY278" fmla="*/ 345905 h 1632852"/>
                <a:gd name="connsiteX279" fmla="*/ 183116 w 1632852"/>
                <a:gd name="connsiteY279" fmla="*/ 301517 h 1632852"/>
                <a:gd name="connsiteX280" fmla="*/ 190432 w 1632852"/>
                <a:gd name="connsiteY280" fmla="*/ 300748 h 1632852"/>
                <a:gd name="connsiteX281" fmla="*/ 191213 w 1632852"/>
                <a:gd name="connsiteY281" fmla="*/ 308075 h 1632852"/>
                <a:gd name="connsiteX282" fmla="*/ 157928 w 1632852"/>
                <a:gd name="connsiteY282" fmla="*/ 351919 h 1632852"/>
                <a:gd name="connsiteX283" fmla="*/ 153666 w 1632852"/>
                <a:gd name="connsiteY283" fmla="*/ 354120 h 1632852"/>
                <a:gd name="connsiteX284" fmla="*/ 1444882 w 1632852"/>
                <a:gd name="connsiteY284" fmla="*/ 308761 h 1632852"/>
                <a:gd name="connsiteX285" fmla="*/ 1440834 w 1632852"/>
                <a:gd name="connsiteY285" fmla="*/ 306844 h 1632852"/>
                <a:gd name="connsiteX286" fmla="*/ 1404613 w 1632852"/>
                <a:gd name="connsiteY286" fmla="*/ 265462 h 1632852"/>
                <a:gd name="connsiteX287" fmla="*/ 1405252 w 1632852"/>
                <a:gd name="connsiteY287" fmla="*/ 258125 h 1632852"/>
                <a:gd name="connsiteX288" fmla="*/ 1412213 w 1632852"/>
                <a:gd name="connsiteY288" fmla="*/ 258360 h 1632852"/>
                <a:gd name="connsiteX289" fmla="*/ 1448907 w 1632852"/>
                <a:gd name="connsiteY289" fmla="*/ 300286 h 1632852"/>
                <a:gd name="connsiteX290" fmla="*/ 1448197 w 1632852"/>
                <a:gd name="connsiteY290" fmla="*/ 307582 h 1632852"/>
                <a:gd name="connsiteX291" fmla="*/ 1448173 w 1632852"/>
                <a:gd name="connsiteY291" fmla="*/ 307601 h 1632852"/>
                <a:gd name="connsiteX292" fmla="*/ 1444787 w 1632852"/>
                <a:gd name="connsiteY292" fmla="*/ 308761 h 1632852"/>
                <a:gd name="connsiteX293" fmla="*/ 223551 w 1632852"/>
                <a:gd name="connsiteY293" fmla="*/ 268255 h 1632852"/>
                <a:gd name="connsiteX294" fmla="*/ 218343 w 1632852"/>
                <a:gd name="connsiteY294" fmla="*/ 263104 h 1632852"/>
                <a:gd name="connsiteX295" fmla="*/ 219763 w 1632852"/>
                <a:gd name="connsiteY295" fmla="*/ 259496 h 1632852"/>
                <a:gd name="connsiteX296" fmla="*/ 259133 w 1632852"/>
                <a:gd name="connsiteY296" fmla="*/ 220079 h 1632852"/>
                <a:gd name="connsiteX297" fmla="*/ 266495 w 1632852"/>
                <a:gd name="connsiteY297" fmla="*/ 219932 h 1632852"/>
                <a:gd name="connsiteX298" fmla="*/ 266638 w 1632852"/>
                <a:gd name="connsiteY298" fmla="*/ 227297 h 1632852"/>
                <a:gd name="connsiteX299" fmla="*/ 266235 w 1632852"/>
                <a:gd name="connsiteY299" fmla="*/ 227679 h 1632852"/>
                <a:gd name="connsiteX300" fmla="*/ 227363 w 1632852"/>
                <a:gd name="connsiteY300" fmla="*/ 266598 h 1632852"/>
                <a:gd name="connsiteX301" fmla="*/ 223457 w 1632852"/>
                <a:gd name="connsiteY301" fmla="*/ 268255 h 1632852"/>
                <a:gd name="connsiteX302" fmla="*/ 1369197 w 1632852"/>
                <a:gd name="connsiteY302" fmla="*/ 228010 h 1632852"/>
                <a:gd name="connsiteX303" fmla="*/ 1365646 w 1632852"/>
                <a:gd name="connsiteY303" fmla="*/ 226613 h 1632852"/>
                <a:gd name="connsiteX304" fmla="*/ 1324146 w 1632852"/>
                <a:gd name="connsiteY304" fmla="*/ 190463 h 1632852"/>
                <a:gd name="connsiteX305" fmla="*/ 1323294 w 1632852"/>
                <a:gd name="connsiteY305" fmla="*/ 183146 h 1632852"/>
                <a:gd name="connsiteX306" fmla="*/ 1330608 w 1632852"/>
                <a:gd name="connsiteY306" fmla="*/ 182303 h 1632852"/>
                <a:gd name="connsiteX307" fmla="*/ 1330727 w 1632852"/>
                <a:gd name="connsiteY307" fmla="*/ 182391 h 1632852"/>
                <a:gd name="connsiteX308" fmla="*/ 1372748 w 1632852"/>
                <a:gd name="connsiteY308" fmla="*/ 218990 h 1632852"/>
                <a:gd name="connsiteX309" fmla="*/ 1373009 w 1632852"/>
                <a:gd name="connsiteY309" fmla="*/ 226350 h 1632852"/>
                <a:gd name="connsiteX310" fmla="*/ 1369197 w 1632852"/>
                <a:gd name="connsiteY310" fmla="*/ 228010 h 1632852"/>
                <a:gd name="connsiteX311" fmla="*/ 304373 w 1632852"/>
                <a:gd name="connsiteY311" fmla="*/ 192641 h 1632852"/>
                <a:gd name="connsiteX312" fmla="*/ 300325 w 1632852"/>
                <a:gd name="connsiteY312" fmla="*/ 190724 h 1632852"/>
                <a:gd name="connsiteX313" fmla="*/ 301012 w 1632852"/>
                <a:gd name="connsiteY313" fmla="*/ 183458 h 1632852"/>
                <a:gd name="connsiteX314" fmla="*/ 301083 w 1632852"/>
                <a:gd name="connsiteY314" fmla="*/ 183409 h 1632852"/>
                <a:gd name="connsiteX315" fmla="*/ 345400 w 1632852"/>
                <a:gd name="connsiteY315" fmla="*/ 149650 h 1632852"/>
                <a:gd name="connsiteX316" fmla="*/ 352692 w 1632852"/>
                <a:gd name="connsiteY316" fmla="*/ 150658 h 1632852"/>
                <a:gd name="connsiteX317" fmla="*/ 351697 w 1632852"/>
                <a:gd name="connsiteY317" fmla="*/ 157954 h 1632852"/>
                <a:gd name="connsiteX318" fmla="*/ 351414 w 1632852"/>
                <a:gd name="connsiteY318" fmla="*/ 158149 h 1632852"/>
                <a:gd name="connsiteX319" fmla="*/ 307664 w 1632852"/>
                <a:gd name="connsiteY319" fmla="*/ 191458 h 1632852"/>
                <a:gd name="connsiteX320" fmla="*/ 304279 w 1632852"/>
                <a:gd name="connsiteY320" fmla="*/ 192641 h 1632852"/>
                <a:gd name="connsiteX321" fmla="*/ 1283308 w 1632852"/>
                <a:gd name="connsiteY321" fmla="*/ 158172 h 1632852"/>
                <a:gd name="connsiteX322" fmla="*/ 1280302 w 1632852"/>
                <a:gd name="connsiteY322" fmla="*/ 157225 h 1632852"/>
                <a:gd name="connsiteX323" fmla="*/ 1234280 w 1632852"/>
                <a:gd name="connsiteY323" fmla="*/ 127018 h 1632852"/>
                <a:gd name="connsiteX324" fmla="*/ 1232528 w 1632852"/>
                <a:gd name="connsiteY324" fmla="*/ 119856 h 1632852"/>
                <a:gd name="connsiteX325" fmla="*/ 1239701 w 1632852"/>
                <a:gd name="connsiteY325" fmla="*/ 118116 h 1632852"/>
                <a:gd name="connsiteX326" fmla="*/ 1286315 w 1632852"/>
                <a:gd name="connsiteY326" fmla="*/ 148703 h 1632852"/>
                <a:gd name="connsiteX327" fmla="*/ 1287593 w 1632852"/>
                <a:gd name="connsiteY327" fmla="*/ 155959 h 1632852"/>
                <a:gd name="connsiteX328" fmla="*/ 1283308 w 1632852"/>
                <a:gd name="connsiteY328" fmla="*/ 158172 h 1632852"/>
                <a:gd name="connsiteX329" fmla="*/ 394618 w 1632852"/>
                <a:gd name="connsiteY329" fmla="*/ 128651 h 1632852"/>
                <a:gd name="connsiteX330" fmla="*/ 389434 w 1632852"/>
                <a:gd name="connsiteY330" fmla="*/ 123422 h 1632852"/>
                <a:gd name="connsiteX331" fmla="*/ 391895 w 1632852"/>
                <a:gd name="connsiteY331" fmla="*/ 119016 h 1632852"/>
                <a:gd name="connsiteX332" fmla="*/ 440356 w 1632852"/>
                <a:gd name="connsiteY332" fmla="*/ 91602 h 1632852"/>
                <a:gd name="connsiteX333" fmla="*/ 447529 w 1632852"/>
                <a:gd name="connsiteY333" fmla="*/ 93233 h 1632852"/>
                <a:gd name="connsiteX334" fmla="*/ 445895 w 1632852"/>
                <a:gd name="connsiteY334" fmla="*/ 100415 h 1632852"/>
                <a:gd name="connsiteX335" fmla="*/ 445091 w 1632852"/>
                <a:gd name="connsiteY335" fmla="*/ 100834 h 1632852"/>
                <a:gd name="connsiteX336" fmla="*/ 397246 w 1632852"/>
                <a:gd name="connsiteY336" fmla="*/ 127893 h 1632852"/>
                <a:gd name="connsiteX337" fmla="*/ 394523 w 1632852"/>
                <a:gd name="connsiteY337" fmla="*/ 128651 h 1632852"/>
                <a:gd name="connsiteX338" fmla="*/ 1188708 w 1632852"/>
                <a:gd name="connsiteY338" fmla="*/ 100598 h 1632852"/>
                <a:gd name="connsiteX339" fmla="*/ 1186341 w 1632852"/>
                <a:gd name="connsiteY339" fmla="*/ 100030 h 1632852"/>
                <a:gd name="connsiteX340" fmla="*/ 1136626 w 1632852"/>
                <a:gd name="connsiteY340" fmla="*/ 76356 h 1632852"/>
                <a:gd name="connsiteX341" fmla="*/ 1134803 w 1632852"/>
                <a:gd name="connsiteY341" fmla="*/ 69216 h 1632852"/>
                <a:gd name="connsiteX342" fmla="*/ 1140769 w 1632852"/>
                <a:gd name="connsiteY342" fmla="*/ 66886 h 1632852"/>
                <a:gd name="connsiteX343" fmla="*/ 1191146 w 1632852"/>
                <a:gd name="connsiteY343" fmla="*/ 90844 h 1632852"/>
                <a:gd name="connsiteX344" fmla="*/ 1193348 w 1632852"/>
                <a:gd name="connsiteY344" fmla="*/ 97873 h 1632852"/>
                <a:gd name="connsiteX345" fmla="*/ 1188779 w 1632852"/>
                <a:gd name="connsiteY345" fmla="*/ 100669 h 1632852"/>
                <a:gd name="connsiteX346" fmla="*/ 492699 w 1632852"/>
                <a:gd name="connsiteY346" fmla="*/ 77563 h 1632852"/>
                <a:gd name="connsiteX347" fmla="*/ 487443 w 1632852"/>
                <a:gd name="connsiteY347" fmla="*/ 72400 h 1632852"/>
                <a:gd name="connsiteX348" fmla="*/ 490592 w 1632852"/>
                <a:gd name="connsiteY348" fmla="*/ 67573 h 1632852"/>
                <a:gd name="connsiteX349" fmla="*/ 542319 w 1632852"/>
                <a:gd name="connsiteY349" fmla="*/ 47048 h 1632852"/>
                <a:gd name="connsiteX350" fmla="*/ 548853 w 1632852"/>
                <a:gd name="connsiteY350" fmla="*/ 50459 h 1632852"/>
                <a:gd name="connsiteX351" fmla="*/ 545822 w 1632852"/>
                <a:gd name="connsiteY351" fmla="*/ 56848 h 1632852"/>
                <a:gd name="connsiteX352" fmla="*/ 494782 w 1632852"/>
                <a:gd name="connsiteY352" fmla="*/ 77113 h 1632852"/>
                <a:gd name="connsiteX353" fmla="*/ 492580 w 1632852"/>
                <a:gd name="connsiteY353" fmla="*/ 77468 h 1632852"/>
                <a:gd name="connsiteX354" fmla="*/ 1087100 w 1632852"/>
                <a:gd name="connsiteY354" fmla="*/ 56470 h 1632852"/>
                <a:gd name="connsiteX355" fmla="*/ 1085372 w 1632852"/>
                <a:gd name="connsiteY355" fmla="*/ 56186 h 1632852"/>
                <a:gd name="connsiteX356" fmla="*/ 1032911 w 1632852"/>
                <a:gd name="connsiteY356" fmla="*/ 39614 h 1632852"/>
                <a:gd name="connsiteX357" fmla="*/ 1029312 w 1632852"/>
                <a:gd name="connsiteY357" fmla="*/ 33186 h 1632852"/>
                <a:gd name="connsiteX358" fmla="*/ 1035728 w 1632852"/>
                <a:gd name="connsiteY358" fmla="*/ 29576 h 1632852"/>
                <a:gd name="connsiteX359" fmla="*/ 1088852 w 1632852"/>
                <a:gd name="connsiteY359" fmla="*/ 46385 h 1632852"/>
                <a:gd name="connsiteX360" fmla="*/ 1091977 w 1632852"/>
                <a:gd name="connsiteY360" fmla="*/ 53049 h 1632852"/>
                <a:gd name="connsiteX361" fmla="*/ 1087100 w 1632852"/>
                <a:gd name="connsiteY361" fmla="*/ 56493 h 1632852"/>
                <a:gd name="connsiteX362" fmla="*/ 596816 w 1632852"/>
                <a:gd name="connsiteY362" fmla="*/ 40324 h 1632852"/>
                <a:gd name="connsiteX363" fmla="*/ 591584 w 1632852"/>
                <a:gd name="connsiteY363" fmla="*/ 35144 h 1632852"/>
                <a:gd name="connsiteX364" fmla="*/ 595396 w 1632852"/>
                <a:gd name="connsiteY364" fmla="*/ 30097 h 1632852"/>
                <a:gd name="connsiteX365" fmla="*/ 649514 w 1632852"/>
                <a:gd name="connsiteY365" fmla="*/ 16840 h 1632852"/>
                <a:gd name="connsiteX366" fmla="*/ 655669 w 1632852"/>
                <a:gd name="connsiteY366" fmla="*/ 20876 h 1632852"/>
                <a:gd name="connsiteX367" fmla="*/ 651645 w 1632852"/>
                <a:gd name="connsiteY367" fmla="*/ 27043 h 1632852"/>
                <a:gd name="connsiteX368" fmla="*/ 598236 w 1632852"/>
                <a:gd name="connsiteY368" fmla="*/ 40135 h 1632852"/>
                <a:gd name="connsiteX369" fmla="*/ 596697 w 1632852"/>
                <a:gd name="connsiteY369" fmla="*/ 40324 h 1632852"/>
                <a:gd name="connsiteX370" fmla="*/ 980521 w 1632852"/>
                <a:gd name="connsiteY370" fmla="*/ 26735 h 1632852"/>
                <a:gd name="connsiteX371" fmla="*/ 979456 w 1632852"/>
                <a:gd name="connsiteY371" fmla="*/ 26735 h 1632852"/>
                <a:gd name="connsiteX372" fmla="*/ 925242 w 1632852"/>
                <a:gd name="connsiteY372" fmla="*/ 17479 h 1632852"/>
                <a:gd name="connsiteX373" fmla="*/ 920721 w 1632852"/>
                <a:gd name="connsiteY373" fmla="*/ 11669 h 1632852"/>
                <a:gd name="connsiteX374" fmla="*/ 926521 w 1632852"/>
                <a:gd name="connsiteY374" fmla="*/ 7143 h 1632852"/>
                <a:gd name="connsiteX375" fmla="*/ 926639 w 1632852"/>
                <a:gd name="connsiteY375" fmla="*/ 7157 h 1632852"/>
                <a:gd name="connsiteX376" fmla="*/ 981562 w 1632852"/>
                <a:gd name="connsiteY376" fmla="*/ 16627 h 1632852"/>
                <a:gd name="connsiteX377" fmla="*/ 985539 w 1632852"/>
                <a:gd name="connsiteY377" fmla="*/ 22820 h 1632852"/>
                <a:gd name="connsiteX378" fmla="*/ 980521 w 1632852"/>
                <a:gd name="connsiteY378" fmla="*/ 26925 h 1632852"/>
                <a:gd name="connsiteX379" fmla="*/ 705123 w 1632852"/>
                <a:gd name="connsiteY379" fmla="*/ 17716 h 1632852"/>
                <a:gd name="connsiteX380" fmla="*/ 699939 w 1632852"/>
                <a:gd name="connsiteY380" fmla="*/ 12493 h 1632852"/>
                <a:gd name="connsiteX381" fmla="*/ 704437 w 1632852"/>
                <a:gd name="connsiteY381" fmla="*/ 7347 h 1632852"/>
                <a:gd name="connsiteX382" fmla="*/ 759834 w 1632852"/>
                <a:gd name="connsiteY382" fmla="*/ 1618 h 1632852"/>
                <a:gd name="connsiteX383" fmla="*/ 765397 w 1632852"/>
                <a:gd name="connsiteY383" fmla="*/ 6447 h 1632852"/>
                <a:gd name="connsiteX384" fmla="*/ 760568 w 1632852"/>
                <a:gd name="connsiteY384" fmla="*/ 12010 h 1632852"/>
                <a:gd name="connsiteX385" fmla="*/ 705857 w 1632852"/>
                <a:gd name="connsiteY385" fmla="*/ 17668 h 1632852"/>
                <a:gd name="connsiteX386" fmla="*/ 870840 w 1632852"/>
                <a:gd name="connsiteY386" fmla="*/ 11892 h 1632852"/>
                <a:gd name="connsiteX387" fmla="*/ 870485 w 1632852"/>
                <a:gd name="connsiteY387" fmla="*/ 11892 h 1632852"/>
                <a:gd name="connsiteX388" fmla="*/ 816532 w 1632852"/>
                <a:gd name="connsiteY388" fmla="*/ 10116 h 1632852"/>
                <a:gd name="connsiteX389" fmla="*/ 815515 w 1632852"/>
                <a:gd name="connsiteY389" fmla="*/ 10116 h 1632852"/>
                <a:gd name="connsiteX390" fmla="*/ 810306 w 1632852"/>
                <a:gd name="connsiteY390" fmla="*/ 4908 h 1632852"/>
                <a:gd name="connsiteX391" fmla="*/ 815515 w 1632852"/>
                <a:gd name="connsiteY391" fmla="*/ -300 h 1632852"/>
                <a:gd name="connsiteX392" fmla="*/ 816532 w 1632852"/>
                <a:gd name="connsiteY392" fmla="*/ -300 h 1632852"/>
                <a:gd name="connsiteX393" fmla="*/ 871172 w 1632852"/>
                <a:gd name="connsiteY393" fmla="*/ 1499 h 1632852"/>
                <a:gd name="connsiteX394" fmla="*/ 876214 w 1632852"/>
                <a:gd name="connsiteY394" fmla="*/ 6873 h 1632852"/>
                <a:gd name="connsiteX395" fmla="*/ 870840 w 1632852"/>
                <a:gd name="connsiteY395" fmla="*/ 11916 h 163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</a:cxnLst>
              <a:rect l="l" t="t" r="r" b="b"/>
              <a:pathLst>
                <a:path w="1632852" h="1632852">
                  <a:moveTo>
                    <a:pt x="816532" y="1632552"/>
                  </a:moveTo>
                  <a:cubicBezTo>
                    <a:pt x="798019" y="1632552"/>
                    <a:pt x="779294" y="1631913"/>
                    <a:pt x="760875" y="1630658"/>
                  </a:cubicBezTo>
                  <a:cubicBezTo>
                    <a:pt x="758011" y="1630469"/>
                    <a:pt x="755833" y="1627983"/>
                    <a:pt x="756046" y="1625095"/>
                  </a:cubicBezTo>
                  <a:cubicBezTo>
                    <a:pt x="756235" y="1622230"/>
                    <a:pt x="758721" y="1620076"/>
                    <a:pt x="761586" y="1620265"/>
                  </a:cubicBezTo>
                  <a:cubicBezTo>
                    <a:pt x="779743" y="1621496"/>
                    <a:pt x="798256" y="1622136"/>
                    <a:pt x="816556" y="1622136"/>
                  </a:cubicBezTo>
                  <a:lnTo>
                    <a:pt x="818569" y="1622136"/>
                  </a:lnTo>
                  <a:cubicBezTo>
                    <a:pt x="821457" y="1622136"/>
                    <a:pt x="823777" y="1624456"/>
                    <a:pt x="823777" y="1627344"/>
                  </a:cubicBezTo>
                  <a:cubicBezTo>
                    <a:pt x="823777" y="1630208"/>
                    <a:pt x="821457" y="1632552"/>
                    <a:pt x="818569" y="1632552"/>
                  </a:cubicBezTo>
                  <a:close/>
                  <a:moveTo>
                    <a:pt x="873918" y="1630540"/>
                  </a:moveTo>
                  <a:cubicBezTo>
                    <a:pt x="871029" y="1630634"/>
                    <a:pt x="868615" y="1628386"/>
                    <a:pt x="868520" y="1625521"/>
                  </a:cubicBezTo>
                  <a:cubicBezTo>
                    <a:pt x="868425" y="1622656"/>
                    <a:pt x="870651" y="1620218"/>
                    <a:pt x="873539" y="1620123"/>
                  </a:cubicBezTo>
                  <a:cubicBezTo>
                    <a:pt x="891768" y="1618845"/>
                    <a:pt x="910186" y="1616928"/>
                    <a:pt x="928249" y="1614418"/>
                  </a:cubicBezTo>
                  <a:cubicBezTo>
                    <a:pt x="931090" y="1614016"/>
                    <a:pt x="933741" y="1616004"/>
                    <a:pt x="934144" y="1618845"/>
                  </a:cubicBezTo>
                  <a:cubicBezTo>
                    <a:pt x="934523" y="1621710"/>
                    <a:pt x="932534" y="1624337"/>
                    <a:pt x="929693" y="1624740"/>
                  </a:cubicBezTo>
                  <a:cubicBezTo>
                    <a:pt x="911393" y="1627273"/>
                    <a:pt x="892738" y="1629238"/>
                    <a:pt x="874273" y="1630516"/>
                  </a:cubicBezTo>
                  <a:close/>
                  <a:moveTo>
                    <a:pt x="706165" y="1625071"/>
                  </a:moveTo>
                  <a:lnTo>
                    <a:pt x="705455" y="1625071"/>
                  </a:lnTo>
                  <a:cubicBezTo>
                    <a:pt x="687108" y="1622562"/>
                    <a:pt x="668642" y="1619389"/>
                    <a:pt x="650532" y="1615602"/>
                  </a:cubicBezTo>
                  <a:cubicBezTo>
                    <a:pt x="647714" y="1615010"/>
                    <a:pt x="645892" y="1612264"/>
                    <a:pt x="646483" y="1609447"/>
                  </a:cubicBezTo>
                  <a:cubicBezTo>
                    <a:pt x="647075" y="1606629"/>
                    <a:pt x="649822" y="1604807"/>
                    <a:pt x="652639" y="1605398"/>
                  </a:cubicBezTo>
                  <a:cubicBezTo>
                    <a:pt x="670513" y="1609115"/>
                    <a:pt x="688765" y="1612240"/>
                    <a:pt x="706852" y="1614726"/>
                  </a:cubicBezTo>
                  <a:cubicBezTo>
                    <a:pt x="709693" y="1615105"/>
                    <a:pt x="711705" y="1617732"/>
                    <a:pt x="711303" y="1620597"/>
                  </a:cubicBezTo>
                  <a:cubicBezTo>
                    <a:pt x="710971" y="1623154"/>
                    <a:pt x="708769" y="1625095"/>
                    <a:pt x="706165" y="1625095"/>
                  </a:cubicBezTo>
                  <a:close/>
                  <a:moveTo>
                    <a:pt x="983504" y="1615270"/>
                  </a:moveTo>
                  <a:cubicBezTo>
                    <a:pt x="980616" y="1615246"/>
                    <a:pt x="978319" y="1612903"/>
                    <a:pt x="978343" y="1610015"/>
                  </a:cubicBezTo>
                  <a:cubicBezTo>
                    <a:pt x="978343" y="1607576"/>
                    <a:pt x="980047" y="1605493"/>
                    <a:pt x="982438" y="1604972"/>
                  </a:cubicBezTo>
                  <a:cubicBezTo>
                    <a:pt x="1000312" y="1601208"/>
                    <a:pt x="1018280" y="1596781"/>
                    <a:pt x="1035846" y="1591810"/>
                  </a:cubicBezTo>
                  <a:cubicBezTo>
                    <a:pt x="1038616" y="1591028"/>
                    <a:pt x="1041504" y="1592638"/>
                    <a:pt x="1042262" y="1595432"/>
                  </a:cubicBezTo>
                  <a:cubicBezTo>
                    <a:pt x="1043043" y="1598201"/>
                    <a:pt x="1041433" y="1601066"/>
                    <a:pt x="1038664" y="1601847"/>
                  </a:cubicBezTo>
                  <a:cubicBezTo>
                    <a:pt x="1020885" y="1606866"/>
                    <a:pt x="1002679" y="1611317"/>
                    <a:pt x="984569" y="1615152"/>
                  </a:cubicBezTo>
                  <a:cubicBezTo>
                    <a:pt x="984190" y="1615246"/>
                    <a:pt x="983787" y="1615294"/>
                    <a:pt x="983385" y="1615270"/>
                  </a:cubicBezTo>
                  <a:close/>
                  <a:moveTo>
                    <a:pt x="597811" y="1602581"/>
                  </a:moveTo>
                  <a:cubicBezTo>
                    <a:pt x="597337" y="1602581"/>
                    <a:pt x="596863" y="1602534"/>
                    <a:pt x="596390" y="1602392"/>
                  </a:cubicBezTo>
                  <a:cubicBezTo>
                    <a:pt x="578587" y="1597397"/>
                    <a:pt x="560737" y="1591715"/>
                    <a:pt x="543290" y="1585512"/>
                  </a:cubicBezTo>
                  <a:cubicBezTo>
                    <a:pt x="540543" y="1584660"/>
                    <a:pt x="539028" y="1581725"/>
                    <a:pt x="539880" y="1578978"/>
                  </a:cubicBezTo>
                  <a:cubicBezTo>
                    <a:pt x="540733" y="1576232"/>
                    <a:pt x="543668" y="1574717"/>
                    <a:pt x="546414" y="1575569"/>
                  </a:cubicBezTo>
                  <a:cubicBezTo>
                    <a:pt x="546533" y="1575617"/>
                    <a:pt x="546675" y="1575664"/>
                    <a:pt x="546793" y="1575711"/>
                  </a:cubicBezTo>
                  <a:cubicBezTo>
                    <a:pt x="564004" y="1581843"/>
                    <a:pt x="581641" y="1587548"/>
                    <a:pt x="599207" y="1592283"/>
                  </a:cubicBezTo>
                  <a:cubicBezTo>
                    <a:pt x="601977" y="1592993"/>
                    <a:pt x="603658" y="1595834"/>
                    <a:pt x="602924" y="1598604"/>
                  </a:cubicBezTo>
                  <a:cubicBezTo>
                    <a:pt x="602332" y="1600924"/>
                    <a:pt x="600202" y="1602534"/>
                    <a:pt x="597811" y="1602487"/>
                  </a:cubicBezTo>
                  <a:close/>
                  <a:moveTo>
                    <a:pt x="1089965" y="1585133"/>
                  </a:moveTo>
                  <a:cubicBezTo>
                    <a:pt x="1087077" y="1585133"/>
                    <a:pt x="1084757" y="1582790"/>
                    <a:pt x="1084757" y="1579902"/>
                  </a:cubicBezTo>
                  <a:cubicBezTo>
                    <a:pt x="1084780" y="1577724"/>
                    <a:pt x="1086153" y="1575759"/>
                    <a:pt x="1088213" y="1575025"/>
                  </a:cubicBezTo>
                  <a:cubicBezTo>
                    <a:pt x="1105353" y="1568870"/>
                    <a:pt x="1122540" y="1562028"/>
                    <a:pt x="1139254" y="1554689"/>
                  </a:cubicBezTo>
                  <a:cubicBezTo>
                    <a:pt x="1141740" y="1553221"/>
                    <a:pt x="1144935" y="1554050"/>
                    <a:pt x="1146379" y="1556536"/>
                  </a:cubicBezTo>
                  <a:cubicBezTo>
                    <a:pt x="1147847" y="1559021"/>
                    <a:pt x="1147019" y="1562217"/>
                    <a:pt x="1144533" y="1563661"/>
                  </a:cubicBezTo>
                  <a:cubicBezTo>
                    <a:pt x="1144177" y="1563874"/>
                    <a:pt x="1143799" y="1564040"/>
                    <a:pt x="1143420" y="1564159"/>
                  </a:cubicBezTo>
                  <a:cubicBezTo>
                    <a:pt x="1126493" y="1571592"/>
                    <a:pt x="1109093" y="1578529"/>
                    <a:pt x="1091740" y="1584755"/>
                  </a:cubicBezTo>
                  <a:cubicBezTo>
                    <a:pt x="1091148" y="1584992"/>
                    <a:pt x="1090485" y="1585133"/>
                    <a:pt x="1089846" y="1585133"/>
                  </a:cubicBezTo>
                  <a:close/>
                  <a:moveTo>
                    <a:pt x="493385" y="1565437"/>
                  </a:moveTo>
                  <a:cubicBezTo>
                    <a:pt x="492675" y="1565437"/>
                    <a:pt x="491965" y="1565295"/>
                    <a:pt x="491325" y="1564987"/>
                  </a:cubicBezTo>
                  <a:cubicBezTo>
                    <a:pt x="474351" y="1557601"/>
                    <a:pt x="457401" y="1549528"/>
                    <a:pt x="440972" y="1540958"/>
                  </a:cubicBezTo>
                  <a:cubicBezTo>
                    <a:pt x="438533" y="1539420"/>
                    <a:pt x="437799" y="1536200"/>
                    <a:pt x="439338" y="1533785"/>
                  </a:cubicBezTo>
                  <a:cubicBezTo>
                    <a:pt x="440687" y="1531631"/>
                    <a:pt x="443363" y="1530779"/>
                    <a:pt x="445706" y="1531726"/>
                  </a:cubicBezTo>
                  <a:cubicBezTo>
                    <a:pt x="461946" y="1540177"/>
                    <a:pt x="478660" y="1548155"/>
                    <a:pt x="495421" y="1555399"/>
                  </a:cubicBezTo>
                  <a:cubicBezTo>
                    <a:pt x="498073" y="1556536"/>
                    <a:pt x="499280" y="1559613"/>
                    <a:pt x="498144" y="1562241"/>
                  </a:cubicBezTo>
                  <a:cubicBezTo>
                    <a:pt x="497315" y="1564159"/>
                    <a:pt x="495421" y="1565390"/>
                    <a:pt x="493338" y="1565390"/>
                  </a:cubicBezTo>
                  <a:close/>
                  <a:moveTo>
                    <a:pt x="1191099" y="1540721"/>
                  </a:moveTo>
                  <a:cubicBezTo>
                    <a:pt x="1188211" y="1540698"/>
                    <a:pt x="1185915" y="1538354"/>
                    <a:pt x="1185938" y="1535466"/>
                  </a:cubicBezTo>
                  <a:cubicBezTo>
                    <a:pt x="1185962" y="1533549"/>
                    <a:pt x="1187027" y="1531796"/>
                    <a:pt x="1188732" y="1530897"/>
                  </a:cubicBezTo>
                  <a:cubicBezTo>
                    <a:pt x="1204901" y="1522469"/>
                    <a:pt x="1220999" y="1513331"/>
                    <a:pt x="1236553" y="1503790"/>
                  </a:cubicBezTo>
                  <a:cubicBezTo>
                    <a:pt x="1238967" y="1502228"/>
                    <a:pt x="1242187" y="1502938"/>
                    <a:pt x="1243749" y="1505377"/>
                  </a:cubicBezTo>
                  <a:cubicBezTo>
                    <a:pt x="1245289" y="1507791"/>
                    <a:pt x="1244602" y="1511011"/>
                    <a:pt x="1242164" y="1512550"/>
                  </a:cubicBezTo>
                  <a:cubicBezTo>
                    <a:pt x="1242116" y="1512597"/>
                    <a:pt x="1242045" y="1512644"/>
                    <a:pt x="1241998" y="1512668"/>
                  </a:cubicBezTo>
                  <a:cubicBezTo>
                    <a:pt x="1226231" y="1522327"/>
                    <a:pt x="1209943" y="1531607"/>
                    <a:pt x="1193561" y="1540130"/>
                  </a:cubicBezTo>
                  <a:cubicBezTo>
                    <a:pt x="1192803" y="1540532"/>
                    <a:pt x="1191952" y="1540745"/>
                    <a:pt x="1191075" y="1540721"/>
                  </a:cubicBezTo>
                  <a:close/>
                  <a:moveTo>
                    <a:pt x="395139" y="1514325"/>
                  </a:moveTo>
                  <a:cubicBezTo>
                    <a:pt x="394192" y="1514325"/>
                    <a:pt x="393245" y="1514065"/>
                    <a:pt x="392440" y="1513568"/>
                  </a:cubicBezTo>
                  <a:cubicBezTo>
                    <a:pt x="376650" y="1503933"/>
                    <a:pt x="360978" y="1493611"/>
                    <a:pt x="345850" y="1482910"/>
                  </a:cubicBezTo>
                  <a:cubicBezTo>
                    <a:pt x="343506" y="1481253"/>
                    <a:pt x="342962" y="1477986"/>
                    <a:pt x="344619" y="1475642"/>
                  </a:cubicBezTo>
                  <a:cubicBezTo>
                    <a:pt x="346277" y="1473299"/>
                    <a:pt x="349543" y="1472754"/>
                    <a:pt x="351887" y="1474411"/>
                  </a:cubicBezTo>
                  <a:cubicBezTo>
                    <a:pt x="366802" y="1484994"/>
                    <a:pt x="382284" y="1495173"/>
                    <a:pt x="397861" y="1504666"/>
                  </a:cubicBezTo>
                  <a:cubicBezTo>
                    <a:pt x="400323" y="1506158"/>
                    <a:pt x="401105" y="1509354"/>
                    <a:pt x="399613" y="1511816"/>
                  </a:cubicBezTo>
                  <a:cubicBezTo>
                    <a:pt x="398666" y="1513378"/>
                    <a:pt x="396962" y="1514325"/>
                    <a:pt x="395139" y="1514325"/>
                  </a:cubicBezTo>
                  <a:close/>
                  <a:moveTo>
                    <a:pt x="1285273" y="1482934"/>
                  </a:moveTo>
                  <a:cubicBezTo>
                    <a:pt x="1282385" y="1482934"/>
                    <a:pt x="1280065" y="1480614"/>
                    <a:pt x="1280042" y="1477749"/>
                  </a:cubicBezTo>
                  <a:cubicBezTo>
                    <a:pt x="1280042" y="1476045"/>
                    <a:pt x="1280870" y="1474435"/>
                    <a:pt x="1282267" y="1473464"/>
                  </a:cubicBezTo>
                  <a:cubicBezTo>
                    <a:pt x="1297134" y="1462906"/>
                    <a:pt x="1311859" y="1451661"/>
                    <a:pt x="1325968" y="1440108"/>
                  </a:cubicBezTo>
                  <a:cubicBezTo>
                    <a:pt x="1328194" y="1438262"/>
                    <a:pt x="1331485" y="1438593"/>
                    <a:pt x="1333331" y="1440818"/>
                  </a:cubicBezTo>
                  <a:cubicBezTo>
                    <a:pt x="1335178" y="1443043"/>
                    <a:pt x="1334846" y="1446334"/>
                    <a:pt x="1332621" y="1448181"/>
                  </a:cubicBezTo>
                  <a:cubicBezTo>
                    <a:pt x="1318417" y="1459875"/>
                    <a:pt x="1303407" y="1471263"/>
                    <a:pt x="1288351" y="1481963"/>
                  </a:cubicBezTo>
                  <a:cubicBezTo>
                    <a:pt x="1287451" y="1482602"/>
                    <a:pt x="1286386" y="1482957"/>
                    <a:pt x="1285273" y="1482934"/>
                  </a:cubicBezTo>
                  <a:close/>
                  <a:moveTo>
                    <a:pt x="304634" y="1450359"/>
                  </a:moveTo>
                  <a:cubicBezTo>
                    <a:pt x="303427" y="1450359"/>
                    <a:pt x="302267" y="1449956"/>
                    <a:pt x="301343" y="1449199"/>
                  </a:cubicBezTo>
                  <a:cubicBezTo>
                    <a:pt x="286997" y="1437362"/>
                    <a:pt x="272935" y="1425170"/>
                    <a:pt x="259370" y="1412528"/>
                  </a:cubicBezTo>
                  <a:cubicBezTo>
                    <a:pt x="257168" y="1410681"/>
                    <a:pt x="256884" y="1407391"/>
                    <a:pt x="258730" y="1405189"/>
                  </a:cubicBezTo>
                  <a:cubicBezTo>
                    <a:pt x="260577" y="1402988"/>
                    <a:pt x="263868" y="1402703"/>
                    <a:pt x="266069" y="1404550"/>
                  </a:cubicBezTo>
                  <a:cubicBezTo>
                    <a:pt x="266212" y="1404668"/>
                    <a:pt x="266354" y="1404787"/>
                    <a:pt x="266472" y="1404929"/>
                  </a:cubicBezTo>
                  <a:cubicBezTo>
                    <a:pt x="279800" y="1417381"/>
                    <a:pt x="293744" y="1429573"/>
                    <a:pt x="307925" y="1441102"/>
                  </a:cubicBezTo>
                  <a:cubicBezTo>
                    <a:pt x="310150" y="1442901"/>
                    <a:pt x="310505" y="1446192"/>
                    <a:pt x="308706" y="1448417"/>
                  </a:cubicBezTo>
                  <a:cubicBezTo>
                    <a:pt x="307712" y="1449648"/>
                    <a:pt x="306220" y="1450359"/>
                    <a:pt x="304634" y="1450359"/>
                  </a:cubicBezTo>
                  <a:close/>
                  <a:moveTo>
                    <a:pt x="1370925" y="1412859"/>
                  </a:moveTo>
                  <a:cubicBezTo>
                    <a:pt x="1369481" y="1412859"/>
                    <a:pt x="1368084" y="1412267"/>
                    <a:pt x="1367114" y="1411202"/>
                  </a:cubicBezTo>
                  <a:cubicBezTo>
                    <a:pt x="1365149" y="1409095"/>
                    <a:pt x="1365244" y="1405805"/>
                    <a:pt x="1367350" y="1403840"/>
                  </a:cubicBezTo>
                  <a:cubicBezTo>
                    <a:pt x="1367350" y="1403840"/>
                    <a:pt x="1367350" y="1403840"/>
                    <a:pt x="1367350" y="1403840"/>
                  </a:cubicBezTo>
                  <a:cubicBezTo>
                    <a:pt x="1380679" y="1391340"/>
                    <a:pt x="1393747" y="1378248"/>
                    <a:pt x="1406176" y="1364873"/>
                  </a:cubicBezTo>
                  <a:cubicBezTo>
                    <a:pt x="1408140" y="1362766"/>
                    <a:pt x="1411431" y="1362647"/>
                    <a:pt x="1413538" y="1364612"/>
                  </a:cubicBezTo>
                  <a:cubicBezTo>
                    <a:pt x="1415645" y="1366577"/>
                    <a:pt x="1415764" y="1369868"/>
                    <a:pt x="1413798" y="1371975"/>
                  </a:cubicBezTo>
                  <a:cubicBezTo>
                    <a:pt x="1401204" y="1385516"/>
                    <a:pt x="1387970" y="1398797"/>
                    <a:pt x="1374476" y="1411439"/>
                  </a:cubicBezTo>
                  <a:cubicBezTo>
                    <a:pt x="1373553" y="1412339"/>
                    <a:pt x="1372298" y="1412836"/>
                    <a:pt x="1371020" y="1412859"/>
                  </a:cubicBezTo>
                  <a:close/>
                  <a:moveTo>
                    <a:pt x="223859" y="1374792"/>
                  </a:moveTo>
                  <a:cubicBezTo>
                    <a:pt x="222415" y="1374792"/>
                    <a:pt x="221042" y="1374200"/>
                    <a:pt x="220048" y="1373135"/>
                  </a:cubicBezTo>
                  <a:cubicBezTo>
                    <a:pt x="207429" y="1359617"/>
                    <a:pt x="195095" y="1345507"/>
                    <a:pt x="183401" y="1331161"/>
                  </a:cubicBezTo>
                  <a:cubicBezTo>
                    <a:pt x="181602" y="1328912"/>
                    <a:pt x="181980" y="1325621"/>
                    <a:pt x="184253" y="1323846"/>
                  </a:cubicBezTo>
                  <a:cubicBezTo>
                    <a:pt x="186455" y="1322094"/>
                    <a:pt x="189650" y="1322426"/>
                    <a:pt x="191473" y="1324580"/>
                  </a:cubicBezTo>
                  <a:cubicBezTo>
                    <a:pt x="203026" y="1338784"/>
                    <a:pt x="215147" y="1352681"/>
                    <a:pt x="227671" y="1366033"/>
                  </a:cubicBezTo>
                  <a:cubicBezTo>
                    <a:pt x="229612" y="1368139"/>
                    <a:pt x="229494" y="1371406"/>
                    <a:pt x="227410" y="1373372"/>
                  </a:cubicBezTo>
                  <a:cubicBezTo>
                    <a:pt x="226463" y="1374295"/>
                    <a:pt x="225185" y="1374792"/>
                    <a:pt x="223859" y="1374792"/>
                  </a:cubicBezTo>
                  <a:close/>
                  <a:moveTo>
                    <a:pt x="1446421" y="1331848"/>
                  </a:moveTo>
                  <a:cubicBezTo>
                    <a:pt x="1443533" y="1331848"/>
                    <a:pt x="1441213" y="1329504"/>
                    <a:pt x="1441236" y="1326616"/>
                  </a:cubicBezTo>
                  <a:cubicBezTo>
                    <a:pt x="1441236" y="1325432"/>
                    <a:pt x="1441639" y="1324272"/>
                    <a:pt x="1442397" y="1323349"/>
                  </a:cubicBezTo>
                  <a:cubicBezTo>
                    <a:pt x="1453902" y="1309145"/>
                    <a:pt x="1465076" y="1294396"/>
                    <a:pt x="1475540" y="1279481"/>
                  </a:cubicBezTo>
                  <a:cubicBezTo>
                    <a:pt x="1477055" y="1277043"/>
                    <a:pt x="1480251" y="1276285"/>
                    <a:pt x="1482713" y="1277777"/>
                  </a:cubicBezTo>
                  <a:cubicBezTo>
                    <a:pt x="1485151" y="1279292"/>
                    <a:pt x="1485909" y="1282512"/>
                    <a:pt x="1484394" y="1284950"/>
                  </a:cubicBezTo>
                  <a:cubicBezTo>
                    <a:pt x="1484299" y="1285139"/>
                    <a:pt x="1484181" y="1285305"/>
                    <a:pt x="1484038" y="1285471"/>
                  </a:cubicBezTo>
                  <a:cubicBezTo>
                    <a:pt x="1473385" y="1300598"/>
                    <a:pt x="1462069" y="1315536"/>
                    <a:pt x="1450398" y="1329907"/>
                  </a:cubicBezTo>
                  <a:cubicBezTo>
                    <a:pt x="1449428" y="1331114"/>
                    <a:pt x="1447960" y="1331824"/>
                    <a:pt x="1446421" y="1331848"/>
                  </a:cubicBezTo>
                  <a:close/>
                  <a:moveTo>
                    <a:pt x="153832" y="1289022"/>
                  </a:moveTo>
                  <a:cubicBezTo>
                    <a:pt x="152128" y="1289022"/>
                    <a:pt x="150541" y="1288217"/>
                    <a:pt x="149571" y="1286820"/>
                  </a:cubicBezTo>
                  <a:cubicBezTo>
                    <a:pt x="138894" y="1271716"/>
                    <a:pt x="128596" y="1256044"/>
                    <a:pt x="118961" y="1240301"/>
                  </a:cubicBezTo>
                  <a:cubicBezTo>
                    <a:pt x="117588" y="1237768"/>
                    <a:pt x="118534" y="1234620"/>
                    <a:pt x="121067" y="1233246"/>
                  </a:cubicBezTo>
                  <a:cubicBezTo>
                    <a:pt x="123411" y="1231968"/>
                    <a:pt x="126323" y="1232678"/>
                    <a:pt x="127838" y="1234880"/>
                  </a:cubicBezTo>
                  <a:cubicBezTo>
                    <a:pt x="137308" y="1250457"/>
                    <a:pt x="147535" y="1265893"/>
                    <a:pt x="158070" y="1280807"/>
                  </a:cubicBezTo>
                  <a:cubicBezTo>
                    <a:pt x="159727" y="1283127"/>
                    <a:pt x="159183" y="1286370"/>
                    <a:pt x="156863" y="1288027"/>
                  </a:cubicBezTo>
                  <a:cubicBezTo>
                    <a:pt x="156863" y="1288051"/>
                    <a:pt x="156839" y="1288051"/>
                    <a:pt x="156839" y="1288051"/>
                  </a:cubicBezTo>
                  <a:cubicBezTo>
                    <a:pt x="155986" y="1288667"/>
                    <a:pt x="154992" y="1288998"/>
                    <a:pt x="153951" y="1289022"/>
                  </a:cubicBezTo>
                  <a:close/>
                  <a:moveTo>
                    <a:pt x="1510103" y="1241343"/>
                  </a:moveTo>
                  <a:cubicBezTo>
                    <a:pt x="1509157" y="1241343"/>
                    <a:pt x="1508209" y="1241082"/>
                    <a:pt x="1507405" y="1240585"/>
                  </a:cubicBezTo>
                  <a:cubicBezTo>
                    <a:pt x="1504966" y="1239094"/>
                    <a:pt x="1504185" y="1235921"/>
                    <a:pt x="1505653" y="1233483"/>
                  </a:cubicBezTo>
                  <a:cubicBezTo>
                    <a:pt x="1515122" y="1217858"/>
                    <a:pt x="1524236" y="1201689"/>
                    <a:pt x="1532617" y="1185473"/>
                  </a:cubicBezTo>
                  <a:cubicBezTo>
                    <a:pt x="1534085" y="1182987"/>
                    <a:pt x="1537281" y="1182182"/>
                    <a:pt x="1539743" y="1183650"/>
                  </a:cubicBezTo>
                  <a:cubicBezTo>
                    <a:pt x="1542015" y="1184975"/>
                    <a:pt x="1542915" y="1187793"/>
                    <a:pt x="1541873" y="1190207"/>
                  </a:cubicBezTo>
                  <a:cubicBezTo>
                    <a:pt x="1533375" y="1206637"/>
                    <a:pt x="1524189" y="1222996"/>
                    <a:pt x="1514554" y="1238810"/>
                  </a:cubicBezTo>
                  <a:cubicBezTo>
                    <a:pt x="1513631" y="1240348"/>
                    <a:pt x="1511974" y="1241319"/>
                    <a:pt x="1510174" y="1241343"/>
                  </a:cubicBezTo>
                  <a:close/>
                  <a:moveTo>
                    <a:pt x="96210" y="1194611"/>
                  </a:moveTo>
                  <a:cubicBezTo>
                    <a:pt x="94221" y="1194658"/>
                    <a:pt x="92399" y="1193569"/>
                    <a:pt x="91475" y="1191817"/>
                  </a:cubicBezTo>
                  <a:cubicBezTo>
                    <a:pt x="82952" y="1175411"/>
                    <a:pt x="74904" y="1158532"/>
                    <a:pt x="67494" y="1141581"/>
                  </a:cubicBezTo>
                  <a:cubicBezTo>
                    <a:pt x="66641" y="1138835"/>
                    <a:pt x="68204" y="1135923"/>
                    <a:pt x="70950" y="1135071"/>
                  </a:cubicBezTo>
                  <a:cubicBezTo>
                    <a:pt x="73247" y="1134361"/>
                    <a:pt x="75732" y="1135332"/>
                    <a:pt x="76964" y="1137415"/>
                  </a:cubicBezTo>
                  <a:cubicBezTo>
                    <a:pt x="84255" y="1154129"/>
                    <a:pt x="92233" y="1170819"/>
                    <a:pt x="100637" y="1187130"/>
                  </a:cubicBezTo>
                  <a:cubicBezTo>
                    <a:pt x="101986" y="1189687"/>
                    <a:pt x="101016" y="1192859"/>
                    <a:pt x="98459" y="1194208"/>
                  </a:cubicBezTo>
                  <a:cubicBezTo>
                    <a:pt x="98459" y="1194208"/>
                    <a:pt x="98435" y="1194232"/>
                    <a:pt x="98412" y="1194232"/>
                  </a:cubicBezTo>
                  <a:cubicBezTo>
                    <a:pt x="97749" y="1194492"/>
                    <a:pt x="97039" y="1194634"/>
                    <a:pt x="96329" y="1194611"/>
                  </a:cubicBezTo>
                  <a:close/>
                  <a:moveTo>
                    <a:pt x="1561026" y="1142978"/>
                  </a:moveTo>
                  <a:cubicBezTo>
                    <a:pt x="1558137" y="1142954"/>
                    <a:pt x="1555841" y="1140611"/>
                    <a:pt x="1555865" y="1137723"/>
                  </a:cubicBezTo>
                  <a:cubicBezTo>
                    <a:pt x="1555865" y="1137036"/>
                    <a:pt x="1556007" y="1136326"/>
                    <a:pt x="1556291" y="1135687"/>
                  </a:cubicBezTo>
                  <a:cubicBezTo>
                    <a:pt x="1563583" y="1118902"/>
                    <a:pt x="1570353" y="1101667"/>
                    <a:pt x="1576461" y="1084433"/>
                  </a:cubicBezTo>
                  <a:cubicBezTo>
                    <a:pt x="1577431" y="1081710"/>
                    <a:pt x="1580391" y="1080290"/>
                    <a:pt x="1583113" y="1081261"/>
                  </a:cubicBezTo>
                  <a:cubicBezTo>
                    <a:pt x="1585836" y="1082231"/>
                    <a:pt x="1587256" y="1085191"/>
                    <a:pt x="1586285" y="1087913"/>
                  </a:cubicBezTo>
                  <a:cubicBezTo>
                    <a:pt x="1580107" y="1105360"/>
                    <a:pt x="1573217" y="1122832"/>
                    <a:pt x="1565855" y="1139830"/>
                  </a:cubicBezTo>
                  <a:cubicBezTo>
                    <a:pt x="1565050" y="1141724"/>
                    <a:pt x="1563203" y="1142954"/>
                    <a:pt x="1561144" y="1142978"/>
                  </a:cubicBezTo>
                  <a:close/>
                  <a:moveTo>
                    <a:pt x="51988" y="1093263"/>
                  </a:moveTo>
                  <a:cubicBezTo>
                    <a:pt x="49786" y="1093263"/>
                    <a:pt x="47821" y="1091866"/>
                    <a:pt x="47087" y="1089807"/>
                  </a:cubicBezTo>
                  <a:cubicBezTo>
                    <a:pt x="40861" y="1072383"/>
                    <a:pt x="35250" y="1054533"/>
                    <a:pt x="30184" y="1036706"/>
                  </a:cubicBezTo>
                  <a:cubicBezTo>
                    <a:pt x="29260" y="1033984"/>
                    <a:pt x="30729" y="1031025"/>
                    <a:pt x="33451" y="1030102"/>
                  </a:cubicBezTo>
                  <a:cubicBezTo>
                    <a:pt x="36174" y="1029178"/>
                    <a:pt x="39133" y="1030646"/>
                    <a:pt x="40056" y="1033369"/>
                  </a:cubicBezTo>
                  <a:cubicBezTo>
                    <a:pt x="40103" y="1033534"/>
                    <a:pt x="40151" y="1033724"/>
                    <a:pt x="40198" y="1033889"/>
                  </a:cubicBezTo>
                  <a:cubicBezTo>
                    <a:pt x="45145" y="1051479"/>
                    <a:pt x="50756" y="1069116"/>
                    <a:pt x="56888" y="1086303"/>
                  </a:cubicBezTo>
                  <a:cubicBezTo>
                    <a:pt x="57859" y="1089002"/>
                    <a:pt x="56462" y="1091961"/>
                    <a:pt x="53787" y="1092932"/>
                  </a:cubicBezTo>
                  <a:cubicBezTo>
                    <a:pt x="53763" y="1092955"/>
                    <a:pt x="53763" y="1092955"/>
                    <a:pt x="53739" y="1092955"/>
                  </a:cubicBezTo>
                  <a:cubicBezTo>
                    <a:pt x="53219" y="1093169"/>
                    <a:pt x="52674" y="1093287"/>
                    <a:pt x="52106" y="1093311"/>
                  </a:cubicBezTo>
                  <a:close/>
                  <a:moveTo>
                    <a:pt x="1598122" y="1038624"/>
                  </a:moveTo>
                  <a:cubicBezTo>
                    <a:pt x="1597649" y="1038624"/>
                    <a:pt x="1597176" y="1038553"/>
                    <a:pt x="1596726" y="1038435"/>
                  </a:cubicBezTo>
                  <a:cubicBezTo>
                    <a:pt x="1593956" y="1037677"/>
                    <a:pt x="1592346" y="1034836"/>
                    <a:pt x="1593080" y="1032066"/>
                  </a:cubicBezTo>
                  <a:cubicBezTo>
                    <a:pt x="1593104" y="1032043"/>
                    <a:pt x="1593104" y="1032043"/>
                    <a:pt x="1593104" y="1032019"/>
                  </a:cubicBezTo>
                  <a:cubicBezTo>
                    <a:pt x="1597981" y="1014430"/>
                    <a:pt x="1602336" y="996508"/>
                    <a:pt x="1606006" y="978540"/>
                  </a:cubicBezTo>
                  <a:cubicBezTo>
                    <a:pt x="1606598" y="975723"/>
                    <a:pt x="1609344" y="973900"/>
                    <a:pt x="1612161" y="974492"/>
                  </a:cubicBezTo>
                  <a:cubicBezTo>
                    <a:pt x="1614978" y="975084"/>
                    <a:pt x="1616801" y="977830"/>
                    <a:pt x="1616209" y="980647"/>
                  </a:cubicBezTo>
                  <a:cubicBezTo>
                    <a:pt x="1612492" y="998781"/>
                    <a:pt x="1608089" y="1016986"/>
                    <a:pt x="1603118" y="1034813"/>
                  </a:cubicBezTo>
                  <a:cubicBezTo>
                    <a:pt x="1602502" y="1037062"/>
                    <a:pt x="1600442" y="1038624"/>
                    <a:pt x="1598122" y="1038624"/>
                  </a:cubicBezTo>
                  <a:close/>
                  <a:moveTo>
                    <a:pt x="22158" y="986802"/>
                  </a:moveTo>
                  <a:cubicBezTo>
                    <a:pt x="19696" y="986802"/>
                    <a:pt x="17566" y="985074"/>
                    <a:pt x="17069" y="982659"/>
                  </a:cubicBezTo>
                  <a:cubicBezTo>
                    <a:pt x="13304" y="964549"/>
                    <a:pt x="10109" y="946083"/>
                    <a:pt x="7599" y="927760"/>
                  </a:cubicBezTo>
                  <a:cubicBezTo>
                    <a:pt x="7196" y="924919"/>
                    <a:pt x="9209" y="922291"/>
                    <a:pt x="12050" y="921889"/>
                  </a:cubicBezTo>
                  <a:cubicBezTo>
                    <a:pt x="14890" y="921486"/>
                    <a:pt x="17518" y="923498"/>
                    <a:pt x="17921" y="926339"/>
                  </a:cubicBezTo>
                  <a:cubicBezTo>
                    <a:pt x="20407" y="944426"/>
                    <a:pt x="23555" y="962655"/>
                    <a:pt x="27390" y="980529"/>
                  </a:cubicBezTo>
                  <a:cubicBezTo>
                    <a:pt x="27982" y="983322"/>
                    <a:pt x="26183" y="986092"/>
                    <a:pt x="23389" y="986684"/>
                  </a:cubicBezTo>
                  <a:cubicBezTo>
                    <a:pt x="23366" y="986684"/>
                    <a:pt x="23366" y="986684"/>
                    <a:pt x="23342" y="986684"/>
                  </a:cubicBezTo>
                  <a:cubicBezTo>
                    <a:pt x="22963" y="986778"/>
                    <a:pt x="22561" y="986802"/>
                    <a:pt x="22158" y="986778"/>
                  </a:cubicBezTo>
                  <a:close/>
                  <a:moveTo>
                    <a:pt x="1620376" y="930222"/>
                  </a:moveTo>
                  <a:cubicBezTo>
                    <a:pt x="1620139" y="930245"/>
                    <a:pt x="1619926" y="930245"/>
                    <a:pt x="1619689" y="930222"/>
                  </a:cubicBezTo>
                  <a:cubicBezTo>
                    <a:pt x="1616849" y="929843"/>
                    <a:pt x="1614836" y="927215"/>
                    <a:pt x="1615215" y="924374"/>
                  </a:cubicBezTo>
                  <a:cubicBezTo>
                    <a:pt x="1617583" y="906311"/>
                    <a:pt x="1619500" y="887893"/>
                    <a:pt x="1620683" y="869641"/>
                  </a:cubicBezTo>
                  <a:cubicBezTo>
                    <a:pt x="1620826" y="866776"/>
                    <a:pt x="1623288" y="864551"/>
                    <a:pt x="1626152" y="864717"/>
                  </a:cubicBezTo>
                  <a:cubicBezTo>
                    <a:pt x="1629017" y="864858"/>
                    <a:pt x="1631242" y="867321"/>
                    <a:pt x="1631077" y="870185"/>
                  </a:cubicBezTo>
                  <a:cubicBezTo>
                    <a:pt x="1631077" y="870232"/>
                    <a:pt x="1631077" y="870280"/>
                    <a:pt x="1631077" y="870327"/>
                  </a:cubicBezTo>
                  <a:cubicBezTo>
                    <a:pt x="1629869" y="888816"/>
                    <a:pt x="1627999" y="907448"/>
                    <a:pt x="1625537" y="925771"/>
                  </a:cubicBezTo>
                  <a:cubicBezTo>
                    <a:pt x="1625158" y="928328"/>
                    <a:pt x="1622956" y="930198"/>
                    <a:pt x="1620376" y="930198"/>
                  </a:cubicBezTo>
                  <a:close/>
                  <a:moveTo>
                    <a:pt x="7102" y="877193"/>
                  </a:moveTo>
                  <a:cubicBezTo>
                    <a:pt x="4403" y="877193"/>
                    <a:pt x="2154" y="875133"/>
                    <a:pt x="1917" y="872458"/>
                  </a:cubicBezTo>
                  <a:cubicBezTo>
                    <a:pt x="663" y="854016"/>
                    <a:pt x="24" y="835290"/>
                    <a:pt x="0" y="816753"/>
                  </a:cubicBezTo>
                  <a:cubicBezTo>
                    <a:pt x="0" y="813889"/>
                    <a:pt x="2320" y="811545"/>
                    <a:pt x="5208" y="811545"/>
                  </a:cubicBezTo>
                  <a:lnTo>
                    <a:pt x="5208" y="811545"/>
                  </a:lnTo>
                  <a:cubicBezTo>
                    <a:pt x="8073" y="811522"/>
                    <a:pt x="10393" y="813841"/>
                    <a:pt x="10416" y="816706"/>
                  </a:cubicBezTo>
                  <a:cubicBezTo>
                    <a:pt x="10416" y="816730"/>
                    <a:pt x="10416" y="816730"/>
                    <a:pt x="10416" y="816753"/>
                  </a:cubicBezTo>
                  <a:cubicBezTo>
                    <a:pt x="10416" y="835053"/>
                    <a:pt x="11079" y="853542"/>
                    <a:pt x="12310" y="871748"/>
                  </a:cubicBezTo>
                  <a:cubicBezTo>
                    <a:pt x="12500" y="874612"/>
                    <a:pt x="10321" y="877098"/>
                    <a:pt x="7457" y="877287"/>
                  </a:cubicBezTo>
                  <a:close/>
                  <a:moveTo>
                    <a:pt x="1627644" y="819807"/>
                  </a:moveTo>
                  <a:cubicBezTo>
                    <a:pt x="1624779" y="819807"/>
                    <a:pt x="1622459" y="817487"/>
                    <a:pt x="1622435" y="814623"/>
                  </a:cubicBezTo>
                  <a:cubicBezTo>
                    <a:pt x="1622435" y="796323"/>
                    <a:pt x="1621749" y="777834"/>
                    <a:pt x="1620494" y="759629"/>
                  </a:cubicBezTo>
                  <a:cubicBezTo>
                    <a:pt x="1620305" y="756759"/>
                    <a:pt x="1622459" y="754274"/>
                    <a:pt x="1625347" y="754077"/>
                  </a:cubicBezTo>
                  <a:cubicBezTo>
                    <a:pt x="1628212" y="753881"/>
                    <a:pt x="1630697" y="756049"/>
                    <a:pt x="1630887" y="758918"/>
                  </a:cubicBezTo>
                  <a:cubicBezTo>
                    <a:pt x="1632165" y="777337"/>
                    <a:pt x="1632828" y="796062"/>
                    <a:pt x="1632852" y="814599"/>
                  </a:cubicBezTo>
                  <a:cubicBezTo>
                    <a:pt x="1632876" y="817464"/>
                    <a:pt x="1630556" y="819784"/>
                    <a:pt x="1627691" y="819807"/>
                  </a:cubicBezTo>
                  <a:cubicBezTo>
                    <a:pt x="1627691" y="819807"/>
                    <a:pt x="1627667" y="819807"/>
                    <a:pt x="1627667" y="819807"/>
                  </a:cubicBezTo>
                  <a:close/>
                  <a:moveTo>
                    <a:pt x="7055" y="766518"/>
                  </a:moveTo>
                  <a:lnTo>
                    <a:pt x="6699" y="766518"/>
                  </a:lnTo>
                  <a:cubicBezTo>
                    <a:pt x="3835" y="766316"/>
                    <a:pt x="1657" y="763828"/>
                    <a:pt x="1847" y="760954"/>
                  </a:cubicBezTo>
                  <a:cubicBezTo>
                    <a:pt x="3077" y="742489"/>
                    <a:pt x="4971" y="723857"/>
                    <a:pt x="7457" y="705534"/>
                  </a:cubicBezTo>
                  <a:cubicBezTo>
                    <a:pt x="7883" y="702688"/>
                    <a:pt x="10511" y="700719"/>
                    <a:pt x="13375" y="701135"/>
                  </a:cubicBezTo>
                  <a:cubicBezTo>
                    <a:pt x="16169" y="701545"/>
                    <a:pt x="18134" y="704121"/>
                    <a:pt x="17779" y="706931"/>
                  </a:cubicBezTo>
                  <a:cubicBezTo>
                    <a:pt x="15412" y="725018"/>
                    <a:pt x="13470" y="743436"/>
                    <a:pt x="12239" y="761665"/>
                  </a:cubicBezTo>
                  <a:cubicBezTo>
                    <a:pt x="12050" y="764382"/>
                    <a:pt x="9777" y="766489"/>
                    <a:pt x="7055" y="766494"/>
                  </a:cubicBezTo>
                  <a:close/>
                  <a:moveTo>
                    <a:pt x="1619950" y="709416"/>
                  </a:moveTo>
                  <a:cubicBezTo>
                    <a:pt x="1617369" y="709416"/>
                    <a:pt x="1615168" y="707508"/>
                    <a:pt x="1614812" y="704942"/>
                  </a:cubicBezTo>
                  <a:cubicBezTo>
                    <a:pt x="1612303" y="686808"/>
                    <a:pt x="1609131" y="668579"/>
                    <a:pt x="1605343" y="650753"/>
                  </a:cubicBezTo>
                  <a:cubicBezTo>
                    <a:pt x="1604751" y="647936"/>
                    <a:pt x="1606550" y="645168"/>
                    <a:pt x="1609367" y="644574"/>
                  </a:cubicBezTo>
                  <a:cubicBezTo>
                    <a:pt x="1612185" y="643980"/>
                    <a:pt x="1614955" y="645781"/>
                    <a:pt x="1615546" y="648598"/>
                  </a:cubicBezTo>
                  <a:cubicBezTo>
                    <a:pt x="1619311" y="666685"/>
                    <a:pt x="1622530" y="685151"/>
                    <a:pt x="1625016" y="703498"/>
                  </a:cubicBezTo>
                  <a:cubicBezTo>
                    <a:pt x="1625394" y="706346"/>
                    <a:pt x="1623406" y="708964"/>
                    <a:pt x="1620565" y="709369"/>
                  </a:cubicBezTo>
                  <a:cubicBezTo>
                    <a:pt x="1620352" y="709393"/>
                    <a:pt x="1620163" y="709402"/>
                    <a:pt x="1619950" y="709393"/>
                  </a:cubicBezTo>
                  <a:close/>
                  <a:moveTo>
                    <a:pt x="21969" y="656884"/>
                  </a:moveTo>
                  <a:cubicBezTo>
                    <a:pt x="21614" y="656920"/>
                    <a:pt x="21259" y="656920"/>
                    <a:pt x="20904" y="656884"/>
                  </a:cubicBezTo>
                  <a:cubicBezTo>
                    <a:pt x="18087" y="656304"/>
                    <a:pt x="16264" y="653549"/>
                    <a:pt x="16855" y="650731"/>
                  </a:cubicBezTo>
                  <a:cubicBezTo>
                    <a:pt x="16855" y="650731"/>
                    <a:pt x="16855" y="650729"/>
                    <a:pt x="16855" y="650729"/>
                  </a:cubicBezTo>
                  <a:cubicBezTo>
                    <a:pt x="20596" y="632619"/>
                    <a:pt x="25023" y="614414"/>
                    <a:pt x="30018" y="596587"/>
                  </a:cubicBezTo>
                  <a:cubicBezTo>
                    <a:pt x="30941" y="593862"/>
                    <a:pt x="33900" y="592399"/>
                    <a:pt x="36623" y="593318"/>
                  </a:cubicBezTo>
                  <a:cubicBezTo>
                    <a:pt x="39156" y="594172"/>
                    <a:pt x="40624" y="596800"/>
                    <a:pt x="40032" y="599404"/>
                  </a:cubicBezTo>
                  <a:cubicBezTo>
                    <a:pt x="35132" y="616970"/>
                    <a:pt x="30752" y="634915"/>
                    <a:pt x="27059" y="652836"/>
                  </a:cubicBezTo>
                  <a:cubicBezTo>
                    <a:pt x="26515" y="655199"/>
                    <a:pt x="24407" y="656870"/>
                    <a:pt x="21969" y="656861"/>
                  </a:cubicBezTo>
                  <a:close/>
                  <a:moveTo>
                    <a:pt x="1597294" y="601133"/>
                  </a:moveTo>
                  <a:cubicBezTo>
                    <a:pt x="1594950" y="601125"/>
                    <a:pt x="1592914" y="599570"/>
                    <a:pt x="1592275" y="597321"/>
                  </a:cubicBezTo>
                  <a:cubicBezTo>
                    <a:pt x="1587327" y="579755"/>
                    <a:pt x="1581669" y="562142"/>
                    <a:pt x="1575514" y="544931"/>
                  </a:cubicBezTo>
                  <a:cubicBezTo>
                    <a:pt x="1574448" y="542263"/>
                    <a:pt x="1575727" y="539228"/>
                    <a:pt x="1578402" y="538156"/>
                  </a:cubicBezTo>
                  <a:cubicBezTo>
                    <a:pt x="1581077" y="537081"/>
                    <a:pt x="1584108" y="538373"/>
                    <a:pt x="1585173" y="541041"/>
                  </a:cubicBezTo>
                  <a:cubicBezTo>
                    <a:pt x="1585220" y="541169"/>
                    <a:pt x="1585268" y="541297"/>
                    <a:pt x="1585315" y="541427"/>
                  </a:cubicBezTo>
                  <a:cubicBezTo>
                    <a:pt x="1591565" y="558851"/>
                    <a:pt x="1597270" y="576701"/>
                    <a:pt x="1602313" y="594504"/>
                  </a:cubicBezTo>
                  <a:cubicBezTo>
                    <a:pt x="1603094" y="597257"/>
                    <a:pt x="1601508" y="600126"/>
                    <a:pt x="1598738" y="600910"/>
                  </a:cubicBezTo>
                  <a:cubicBezTo>
                    <a:pt x="1598738" y="600912"/>
                    <a:pt x="1598714" y="600917"/>
                    <a:pt x="1598714" y="600919"/>
                  </a:cubicBezTo>
                  <a:cubicBezTo>
                    <a:pt x="1598241" y="601050"/>
                    <a:pt x="1597767" y="601114"/>
                    <a:pt x="1597294" y="601109"/>
                  </a:cubicBezTo>
                  <a:close/>
                  <a:moveTo>
                    <a:pt x="51869" y="550281"/>
                  </a:moveTo>
                  <a:cubicBezTo>
                    <a:pt x="51277" y="550284"/>
                    <a:pt x="50685" y="550179"/>
                    <a:pt x="50117" y="549974"/>
                  </a:cubicBezTo>
                  <a:cubicBezTo>
                    <a:pt x="47419" y="549027"/>
                    <a:pt x="45998" y="546070"/>
                    <a:pt x="46945" y="543366"/>
                  </a:cubicBezTo>
                  <a:cubicBezTo>
                    <a:pt x="46945" y="543359"/>
                    <a:pt x="46945" y="543352"/>
                    <a:pt x="46945" y="543345"/>
                  </a:cubicBezTo>
                  <a:cubicBezTo>
                    <a:pt x="53148" y="525897"/>
                    <a:pt x="60036" y="508426"/>
                    <a:pt x="67447" y="491428"/>
                  </a:cubicBezTo>
                  <a:cubicBezTo>
                    <a:pt x="68299" y="488677"/>
                    <a:pt x="71210" y="487134"/>
                    <a:pt x="73957" y="487977"/>
                  </a:cubicBezTo>
                  <a:cubicBezTo>
                    <a:pt x="76703" y="488822"/>
                    <a:pt x="78241" y="491736"/>
                    <a:pt x="77413" y="494484"/>
                  </a:cubicBezTo>
                  <a:cubicBezTo>
                    <a:pt x="77295" y="494873"/>
                    <a:pt x="77129" y="495244"/>
                    <a:pt x="76916" y="495595"/>
                  </a:cubicBezTo>
                  <a:cubicBezTo>
                    <a:pt x="69624" y="512380"/>
                    <a:pt x="62712" y="529614"/>
                    <a:pt x="56699" y="546825"/>
                  </a:cubicBezTo>
                  <a:cubicBezTo>
                    <a:pt x="55965" y="548873"/>
                    <a:pt x="54047" y="550250"/>
                    <a:pt x="51869" y="550281"/>
                  </a:cubicBezTo>
                  <a:close/>
                  <a:moveTo>
                    <a:pt x="1559889" y="496992"/>
                  </a:moveTo>
                  <a:cubicBezTo>
                    <a:pt x="1557829" y="496982"/>
                    <a:pt x="1555983" y="495756"/>
                    <a:pt x="1555155" y="493867"/>
                  </a:cubicBezTo>
                  <a:cubicBezTo>
                    <a:pt x="1547839" y="477153"/>
                    <a:pt x="1539838" y="460487"/>
                    <a:pt x="1531481" y="444317"/>
                  </a:cubicBezTo>
                  <a:cubicBezTo>
                    <a:pt x="1530392" y="441652"/>
                    <a:pt x="1531670" y="438614"/>
                    <a:pt x="1534345" y="437532"/>
                  </a:cubicBezTo>
                  <a:cubicBezTo>
                    <a:pt x="1536689" y="436583"/>
                    <a:pt x="1539364" y="437447"/>
                    <a:pt x="1540713" y="439583"/>
                  </a:cubicBezTo>
                  <a:cubicBezTo>
                    <a:pt x="1549284" y="455965"/>
                    <a:pt x="1557285" y="472868"/>
                    <a:pt x="1564790" y="489795"/>
                  </a:cubicBezTo>
                  <a:cubicBezTo>
                    <a:pt x="1565950" y="492418"/>
                    <a:pt x="1564743" y="495474"/>
                    <a:pt x="1562115" y="496625"/>
                  </a:cubicBezTo>
                  <a:cubicBezTo>
                    <a:pt x="1562115" y="496627"/>
                    <a:pt x="1562091" y="496632"/>
                    <a:pt x="1562091" y="496636"/>
                  </a:cubicBezTo>
                  <a:cubicBezTo>
                    <a:pt x="1561404" y="496920"/>
                    <a:pt x="1560647" y="497044"/>
                    <a:pt x="1559889" y="496992"/>
                  </a:cubicBezTo>
                  <a:close/>
                  <a:moveTo>
                    <a:pt x="95855" y="448697"/>
                  </a:moveTo>
                  <a:cubicBezTo>
                    <a:pt x="95026" y="448695"/>
                    <a:pt x="94221" y="448491"/>
                    <a:pt x="93488" y="448105"/>
                  </a:cubicBezTo>
                  <a:cubicBezTo>
                    <a:pt x="90931" y="446798"/>
                    <a:pt x="89913" y="443664"/>
                    <a:pt x="91215" y="441100"/>
                  </a:cubicBezTo>
                  <a:cubicBezTo>
                    <a:pt x="91238" y="441067"/>
                    <a:pt x="91238" y="441036"/>
                    <a:pt x="91262" y="441003"/>
                  </a:cubicBezTo>
                  <a:cubicBezTo>
                    <a:pt x="99785" y="424573"/>
                    <a:pt x="109017" y="408238"/>
                    <a:pt x="118629" y="392424"/>
                  </a:cubicBezTo>
                  <a:cubicBezTo>
                    <a:pt x="120144" y="390026"/>
                    <a:pt x="123293" y="389262"/>
                    <a:pt x="125731" y="390696"/>
                  </a:cubicBezTo>
                  <a:cubicBezTo>
                    <a:pt x="128170" y="392185"/>
                    <a:pt x="128927" y="395358"/>
                    <a:pt x="127459" y="397798"/>
                  </a:cubicBezTo>
                  <a:cubicBezTo>
                    <a:pt x="117990" y="413399"/>
                    <a:pt x="108852" y="429545"/>
                    <a:pt x="100448" y="445761"/>
                  </a:cubicBezTo>
                  <a:cubicBezTo>
                    <a:pt x="99619" y="447497"/>
                    <a:pt x="97867" y="448626"/>
                    <a:pt x="95950" y="448697"/>
                  </a:cubicBezTo>
                  <a:close/>
                  <a:moveTo>
                    <a:pt x="1508730" y="398982"/>
                  </a:moveTo>
                  <a:cubicBezTo>
                    <a:pt x="1506908" y="398975"/>
                    <a:pt x="1505226" y="398026"/>
                    <a:pt x="1504280" y="396473"/>
                  </a:cubicBezTo>
                  <a:cubicBezTo>
                    <a:pt x="1494810" y="380943"/>
                    <a:pt x="1484583" y="365507"/>
                    <a:pt x="1474001" y="350593"/>
                  </a:cubicBezTo>
                  <a:cubicBezTo>
                    <a:pt x="1472344" y="348247"/>
                    <a:pt x="1472888" y="344992"/>
                    <a:pt x="1475232" y="343325"/>
                  </a:cubicBezTo>
                  <a:cubicBezTo>
                    <a:pt x="1477576" y="341658"/>
                    <a:pt x="1480843" y="342210"/>
                    <a:pt x="1482500" y="344556"/>
                  </a:cubicBezTo>
                  <a:cubicBezTo>
                    <a:pt x="1493200" y="359660"/>
                    <a:pt x="1503522" y="375332"/>
                    <a:pt x="1513276" y="391051"/>
                  </a:cubicBezTo>
                  <a:cubicBezTo>
                    <a:pt x="1514791" y="393504"/>
                    <a:pt x="1514010" y="396709"/>
                    <a:pt x="1511548" y="398215"/>
                  </a:cubicBezTo>
                  <a:cubicBezTo>
                    <a:pt x="1510743" y="398715"/>
                    <a:pt x="1509796" y="398980"/>
                    <a:pt x="1508848" y="398982"/>
                  </a:cubicBezTo>
                  <a:close/>
                  <a:moveTo>
                    <a:pt x="153666" y="354120"/>
                  </a:moveTo>
                  <a:cubicBezTo>
                    <a:pt x="150802" y="354137"/>
                    <a:pt x="148458" y="351831"/>
                    <a:pt x="148458" y="348966"/>
                  </a:cubicBezTo>
                  <a:cubicBezTo>
                    <a:pt x="148435" y="347868"/>
                    <a:pt x="148789" y="346796"/>
                    <a:pt x="149429" y="345905"/>
                  </a:cubicBezTo>
                  <a:cubicBezTo>
                    <a:pt x="160106" y="330802"/>
                    <a:pt x="171445" y="315863"/>
                    <a:pt x="183116" y="301517"/>
                  </a:cubicBezTo>
                  <a:cubicBezTo>
                    <a:pt x="184916" y="299282"/>
                    <a:pt x="188207" y="298937"/>
                    <a:pt x="190432" y="300748"/>
                  </a:cubicBezTo>
                  <a:cubicBezTo>
                    <a:pt x="192681" y="302559"/>
                    <a:pt x="193012" y="305840"/>
                    <a:pt x="191213" y="308075"/>
                  </a:cubicBezTo>
                  <a:cubicBezTo>
                    <a:pt x="179660" y="322279"/>
                    <a:pt x="168462" y="337004"/>
                    <a:pt x="157928" y="351919"/>
                  </a:cubicBezTo>
                  <a:cubicBezTo>
                    <a:pt x="156957" y="353306"/>
                    <a:pt x="155371" y="354127"/>
                    <a:pt x="153666" y="354120"/>
                  </a:cubicBezTo>
                  <a:close/>
                  <a:moveTo>
                    <a:pt x="1444882" y="308761"/>
                  </a:moveTo>
                  <a:cubicBezTo>
                    <a:pt x="1443320" y="308768"/>
                    <a:pt x="1441828" y="308063"/>
                    <a:pt x="1440834" y="306844"/>
                  </a:cubicBezTo>
                  <a:cubicBezTo>
                    <a:pt x="1429305" y="292639"/>
                    <a:pt x="1417160" y="278790"/>
                    <a:pt x="1404613" y="265462"/>
                  </a:cubicBezTo>
                  <a:cubicBezTo>
                    <a:pt x="1402766" y="263258"/>
                    <a:pt x="1403050" y="259972"/>
                    <a:pt x="1405252" y="258125"/>
                  </a:cubicBezTo>
                  <a:cubicBezTo>
                    <a:pt x="1407288" y="256416"/>
                    <a:pt x="1410295" y="256516"/>
                    <a:pt x="1412213" y="258360"/>
                  </a:cubicBezTo>
                  <a:cubicBezTo>
                    <a:pt x="1424878" y="271877"/>
                    <a:pt x="1437212" y="285963"/>
                    <a:pt x="1448907" y="300286"/>
                  </a:cubicBezTo>
                  <a:cubicBezTo>
                    <a:pt x="1450729" y="302497"/>
                    <a:pt x="1450398" y="305764"/>
                    <a:pt x="1448197" y="307582"/>
                  </a:cubicBezTo>
                  <a:cubicBezTo>
                    <a:pt x="1448197" y="307589"/>
                    <a:pt x="1448173" y="307594"/>
                    <a:pt x="1448173" y="307601"/>
                  </a:cubicBezTo>
                  <a:cubicBezTo>
                    <a:pt x="1447226" y="308382"/>
                    <a:pt x="1446018" y="308794"/>
                    <a:pt x="1444787" y="308761"/>
                  </a:cubicBezTo>
                  <a:close/>
                  <a:moveTo>
                    <a:pt x="223551" y="268255"/>
                  </a:moveTo>
                  <a:cubicBezTo>
                    <a:pt x="220687" y="268274"/>
                    <a:pt x="218343" y="265966"/>
                    <a:pt x="218343" y="263104"/>
                  </a:cubicBezTo>
                  <a:cubicBezTo>
                    <a:pt x="218320" y="261762"/>
                    <a:pt x="218840" y="260469"/>
                    <a:pt x="219763" y="259496"/>
                  </a:cubicBezTo>
                  <a:cubicBezTo>
                    <a:pt x="232382" y="245978"/>
                    <a:pt x="245616" y="232721"/>
                    <a:pt x="259133" y="220079"/>
                  </a:cubicBezTo>
                  <a:cubicBezTo>
                    <a:pt x="261121" y="218005"/>
                    <a:pt x="264412" y="217939"/>
                    <a:pt x="266495" y="219932"/>
                  </a:cubicBezTo>
                  <a:cubicBezTo>
                    <a:pt x="268579" y="221926"/>
                    <a:pt x="268626" y="225221"/>
                    <a:pt x="266638" y="227297"/>
                  </a:cubicBezTo>
                  <a:cubicBezTo>
                    <a:pt x="266519" y="227430"/>
                    <a:pt x="266378" y="227558"/>
                    <a:pt x="266235" y="227679"/>
                  </a:cubicBezTo>
                  <a:cubicBezTo>
                    <a:pt x="252907" y="240155"/>
                    <a:pt x="239815" y="253246"/>
                    <a:pt x="227363" y="266598"/>
                  </a:cubicBezTo>
                  <a:cubicBezTo>
                    <a:pt x="226368" y="267687"/>
                    <a:pt x="224925" y="268291"/>
                    <a:pt x="223457" y="268255"/>
                  </a:cubicBezTo>
                  <a:close/>
                  <a:moveTo>
                    <a:pt x="1369197" y="228010"/>
                  </a:moveTo>
                  <a:cubicBezTo>
                    <a:pt x="1367871" y="228000"/>
                    <a:pt x="1366617" y="227503"/>
                    <a:pt x="1365646" y="226613"/>
                  </a:cubicBezTo>
                  <a:cubicBezTo>
                    <a:pt x="1352294" y="214137"/>
                    <a:pt x="1338326" y="201992"/>
                    <a:pt x="1324146" y="190463"/>
                  </a:cubicBezTo>
                  <a:cubicBezTo>
                    <a:pt x="1321897" y="188676"/>
                    <a:pt x="1321518" y="185400"/>
                    <a:pt x="1323294" y="183146"/>
                  </a:cubicBezTo>
                  <a:cubicBezTo>
                    <a:pt x="1325093" y="180892"/>
                    <a:pt x="1328360" y="180516"/>
                    <a:pt x="1330608" y="182303"/>
                  </a:cubicBezTo>
                  <a:cubicBezTo>
                    <a:pt x="1330656" y="182331"/>
                    <a:pt x="1330680" y="182360"/>
                    <a:pt x="1330727" y="182391"/>
                  </a:cubicBezTo>
                  <a:cubicBezTo>
                    <a:pt x="1345073" y="194062"/>
                    <a:pt x="1359135" y="206372"/>
                    <a:pt x="1372748" y="218990"/>
                  </a:cubicBezTo>
                  <a:cubicBezTo>
                    <a:pt x="1374855" y="220950"/>
                    <a:pt x="1374973" y="224246"/>
                    <a:pt x="1373009" y="226350"/>
                  </a:cubicBezTo>
                  <a:cubicBezTo>
                    <a:pt x="1372014" y="227409"/>
                    <a:pt x="1370641" y="228010"/>
                    <a:pt x="1369197" y="228010"/>
                  </a:cubicBezTo>
                  <a:close/>
                  <a:moveTo>
                    <a:pt x="304373" y="192641"/>
                  </a:moveTo>
                  <a:cubicBezTo>
                    <a:pt x="302811" y="192639"/>
                    <a:pt x="301320" y="191936"/>
                    <a:pt x="300325" y="190724"/>
                  </a:cubicBezTo>
                  <a:cubicBezTo>
                    <a:pt x="298502" y="188524"/>
                    <a:pt x="298834" y="185272"/>
                    <a:pt x="301012" y="183458"/>
                  </a:cubicBezTo>
                  <a:cubicBezTo>
                    <a:pt x="301036" y="183442"/>
                    <a:pt x="301059" y="183425"/>
                    <a:pt x="301083" y="183409"/>
                  </a:cubicBezTo>
                  <a:cubicBezTo>
                    <a:pt x="315406" y="171714"/>
                    <a:pt x="330297" y="160350"/>
                    <a:pt x="345400" y="149650"/>
                  </a:cubicBezTo>
                  <a:cubicBezTo>
                    <a:pt x="347697" y="147912"/>
                    <a:pt x="350964" y="148364"/>
                    <a:pt x="352692" y="150658"/>
                  </a:cubicBezTo>
                  <a:cubicBezTo>
                    <a:pt x="354444" y="152950"/>
                    <a:pt x="353971" y="156217"/>
                    <a:pt x="351697" y="157954"/>
                  </a:cubicBezTo>
                  <a:cubicBezTo>
                    <a:pt x="351603" y="158021"/>
                    <a:pt x="351508" y="158087"/>
                    <a:pt x="351414" y="158149"/>
                  </a:cubicBezTo>
                  <a:cubicBezTo>
                    <a:pt x="336523" y="168707"/>
                    <a:pt x="321798" y="179929"/>
                    <a:pt x="307664" y="191458"/>
                  </a:cubicBezTo>
                  <a:cubicBezTo>
                    <a:pt x="306717" y="192248"/>
                    <a:pt x="305510" y="192667"/>
                    <a:pt x="304279" y="192641"/>
                  </a:cubicBezTo>
                  <a:close/>
                  <a:moveTo>
                    <a:pt x="1283308" y="158172"/>
                  </a:moveTo>
                  <a:cubicBezTo>
                    <a:pt x="1282243" y="158175"/>
                    <a:pt x="1281178" y="157843"/>
                    <a:pt x="1280302" y="157225"/>
                  </a:cubicBezTo>
                  <a:cubicBezTo>
                    <a:pt x="1265364" y="146667"/>
                    <a:pt x="1249881" y="136511"/>
                    <a:pt x="1234280" y="127018"/>
                  </a:cubicBezTo>
                  <a:cubicBezTo>
                    <a:pt x="1231818" y="125521"/>
                    <a:pt x="1231037" y="122314"/>
                    <a:pt x="1232528" y="119856"/>
                  </a:cubicBezTo>
                  <a:cubicBezTo>
                    <a:pt x="1234044" y="117399"/>
                    <a:pt x="1237239" y="116620"/>
                    <a:pt x="1239701" y="118116"/>
                  </a:cubicBezTo>
                  <a:cubicBezTo>
                    <a:pt x="1255515" y="127751"/>
                    <a:pt x="1271188" y="138026"/>
                    <a:pt x="1286315" y="148703"/>
                  </a:cubicBezTo>
                  <a:cubicBezTo>
                    <a:pt x="1288659" y="150358"/>
                    <a:pt x="1289227" y="153606"/>
                    <a:pt x="1287593" y="155959"/>
                  </a:cubicBezTo>
                  <a:cubicBezTo>
                    <a:pt x="1286599" y="157351"/>
                    <a:pt x="1285013" y="158177"/>
                    <a:pt x="1283308" y="158172"/>
                  </a:cubicBezTo>
                  <a:close/>
                  <a:moveTo>
                    <a:pt x="394618" y="128651"/>
                  </a:moveTo>
                  <a:cubicBezTo>
                    <a:pt x="391730" y="128639"/>
                    <a:pt x="389410" y="126298"/>
                    <a:pt x="389434" y="123422"/>
                  </a:cubicBezTo>
                  <a:cubicBezTo>
                    <a:pt x="389434" y="121627"/>
                    <a:pt x="390381" y="119960"/>
                    <a:pt x="391895" y="119016"/>
                  </a:cubicBezTo>
                  <a:cubicBezTo>
                    <a:pt x="407686" y="109357"/>
                    <a:pt x="423973" y="100077"/>
                    <a:pt x="440356" y="91602"/>
                  </a:cubicBezTo>
                  <a:cubicBezTo>
                    <a:pt x="442794" y="90070"/>
                    <a:pt x="446014" y="90799"/>
                    <a:pt x="447529" y="93233"/>
                  </a:cubicBezTo>
                  <a:cubicBezTo>
                    <a:pt x="449068" y="95666"/>
                    <a:pt x="448334" y="98884"/>
                    <a:pt x="445895" y="100415"/>
                  </a:cubicBezTo>
                  <a:cubicBezTo>
                    <a:pt x="445659" y="100579"/>
                    <a:pt x="445375" y="100718"/>
                    <a:pt x="445091" y="100834"/>
                  </a:cubicBezTo>
                  <a:cubicBezTo>
                    <a:pt x="428922" y="109262"/>
                    <a:pt x="412823" y="118377"/>
                    <a:pt x="397246" y="127893"/>
                  </a:cubicBezTo>
                  <a:cubicBezTo>
                    <a:pt x="396417" y="128393"/>
                    <a:pt x="395494" y="128653"/>
                    <a:pt x="394523" y="128651"/>
                  </a:cubicBezTo>
                  <a:close/>
                  <a:moveTo>
                    <a:pt x="1188708" y="100598"/>
                  </a:moveTo>
                  <a:cubicBezTo>
                    <a:pt x="1187880" y="100600"/>
                    <a:pt x="1187075" y="100406"/>
                    <a:pt x="1186341" y="100030"/>
                  </a:cubicBezTo>
                  <a:cubicBezTo>
                    <a:pt x="1170101" y="91602"/>
                    <a:pt x="1153363" y="83647"/>
                    <a:pt x="1136626" y="76356"/>
                  </a:cubicBezTo>
                  <a:cubicBezTo>
                    <a:pt x="1134163" y="74886"/>
                    <a:pt x="1133335" y="71690"/>
                    <a:pt x="1134803" y="69216"/>
                  </a:cubicBezTo>
                  <a:cubicBezTo>
                    <a:pt x="1136034" y="67168"/>
                    <a:pt x="1138472" y="66209"/>
                    <a:pt x="1140769" y="66886"/>
                  </a:cubicBezTo>
                  <a:cubicBezTo>
                    <a:pt x="1157742" y="74249"/>
                    <a:pt x="1174693" y="82321"/>
                    <a:pt x="1191146" y="90844"/>
                  </a:cubicBezTo>
                  <a:cubicBezTo>
                    <a:pt x="1193703" y="92174"/>
                    <a:pt x="1194674" y="95323"/>
                    <a:pt x="1193348" y="97873"/>
                  </a:cubicBezTo>
                  <a:cubicBezTo>
                    <a:pt x="1192472" y="99577"/>
                    <a:pt x="1190697" y="100652"/>
                    <a:pt x="1188779" y="100669"/>
                  </a:cubicBezTo>
                  <a:close/>
                  <a:moveTo>
                    <a:pt x="492699" y="77563"/>
                  </a:moveTo>
                  <a:cubicBezTo>
                    <a:pt x="489810" y="77587"/>
                    <a:pt x="487467" y="75276"/>
                    <a:pt x="487443" y="72400"/>
                  </a:cubicBezTo>
                  <a:cubicBezTo>
                    <a:pt x="487419" y="70305"/>
                    <a:pt x="488674" y="68404"/>
                    <a:pt x="490592" y="67573"/>
                  </a:cubicBezTo>
                  <a:cubicBezTo>
                    <a:pt x="507542" y="60163"/>
                    <a:pt x="524943" y="53368"/>
                    <a:pt x="542319" y="47048"/>
                  </a:cubicBezTo>
                  <a:cubicBezTo>
                    <a:pt x="545065" y="46186"/>
                    <a:pt x="547977" y="47713"/>
                    <a:pt x="548853" y="50459"/>
                  </a:cubicBezTo>
                  <a:cubicBezTo>
                    <a:pt x="549658" y="53051"/>
                    <a:pt x="548332" y="55833"/>
                    <a:pt x="545822" y="56848"/>
                  </a:cubicBezTo>
                  <a:cubicBezTo>
                    <a:pt x="528683" y="62980"/>
                    <a:pt x="511495" y="69798"/>
                    <a:pt x="494782" y="77113"/>
                  </a:cubicBezTo>
                  <a:cubicBezTo>
                    <a:pt x="494072" y="77393"/>
                    <a:pt x="493338" y="77513"/>
                    <a:pt x="492580" y="77468"/>
                  </a:cubicBezTo>
                  <a:close/>
                  <a:moveTo>
                    <a:pt x="1087100" y="56470"/>
                  </a:moveTo>
                  <a:cubicBezTo>
                    <a:pt x="1086508" y="56467"/>
                    <a:pt x="1085940" y="56373"/>
                    <a:pt x="1085372" y="56186"/>
                  </a:cubicBezTo>
                  <a:cubicBezTo>
                    <a:pt x="1068137" y="50078"/>
                    <a:pt x="1050501" y="44491"/>
                    <a:pt x="1032911" y="39614"/>
                  </a:cubicBezTo>
                  <a:cubicBezTo>
                    <a:pt x="1030141" y="38835"/>
                    <a:pt x="1028531" y="35959"/>
                    <a:pt x="1029312" y="33186"/>
                  </a:cubicBezTo>
                  <a:cubicBezTo>
                    <a:pt x="1030070" y="30414"/>
                    <a:pt x="1032958" y="28797"/>
                    <a:pt x="1035728" y="29576"/>
                  </a:cubicBezTo>
                  <a:cubicBezTo>
                    <a:pt x="1053531" y="34548"/>
                    <a:pt x="1071404" y="40206"/>
                    <a:pt x="1088852" y="46385"/>
                  </a:cubicBezTo>
                  <a:cubicBezTo>
                    <a:pt x="1091551" y="47358"/>
                    <a:pt x="1092971" y="50343"/>
                    <a:pt x="1091977" y="53049"/>
                  </a:cubicBezTo>
                  <a:cubicBezTo>
                    <a:pt x="1091243" y="55111"/>
                    <a:pt x="1089302" y="56489"/>
                    <a:pt x="1087100" y="56493"/>
                  </a:cubicBezTo>
                  <a:close/>
                  <a:moveTo>
                    <a:pt x="596816" y="40324"/>
                  </a:moveTo>
                  <a:cubicBezTo>
                    <a:pt x="593928" y="40341"/>
                    <a:pt x="591584" y="38021"/>
                    <a:pt x="591584" y="35144"/>
                  </a:cubicBezTo>
                  <a:cubicBezTo>
                    <a:pt x="591560" y="32794"/>
                    <a:pt x="593123" y="30724"/>
                    <a:pt x="595396" y="30097"/>
                  </a:cubicBezTo>
                  <a:cubicBezTo>
                    <a:pt x="613198" y="25078"/>
                    <a:pt x="631403" y="20628"/>
                    <a:pt x="649514" y="16840"/>
                  </a:cubicBezTo>
                  <a:cubicBezTo>
                    <a:pt x="652331" y="16250"/>
                    <a:pt x="655101" y="18059"/>
                    <a:pt x="655669" y="20876"/>
                  </a:cubicBezTo>
                  <a:cubicBezTo>
                    <a:pt x="656261" y="23693"/>
                    <a:pt x="654462" y="26454"/>
                    <a:pt x="651645" y="27043"/>
                  </a:cubicBezTo>
                  <a:cubicBezTo>
                    <a:pt x="633771" y="30784"/>
                    <a:pt x="615802" y="35187"/>
                    <a:pt x="598236" y="40135"/>
                  </a:cubicBezTo>
                  <a:cubicBezTo>
                    <a:pt x="597739" y="40265"/>
                    <a:pt x="597219" y="40329"/>
                    <a:pt x="596697" y="40324"/>
                  </a:cubicBezTo>
                  <a:close/>
                  <a:moveTo>
                    <a:pt x="980521" y="26735"/>
                  </a:moveTo>
                  <a:cubicBezTo>
                    <a:pt x="980166" y="26771"/>
                    <a:pt x="979810" y="26771"/>
                    <a:pt x="979456" y="26735"/>
                  </a:cubicBezTo>
                  <a:cubicBezTo>
                    <a:pt x="961582" y="23042"/>
                    <a:pt x="943353" y="19941"/>
                    <a:pt x="925242" y="17479"/>
                  </a:cubicBezTo>
                  <a:cubicBezTo>
                    <a:pt x="922378" y="17124"/>
                    <a:pt x="920366" y="14522"/>
                    <a:pt x="920721" y="11669"/>
                  </a:cubicBezTo>
                  <a:cubicBezTo>
                    <a:pt x="921076" y="8814"/>
                    <a:pt x="923680" y="6788"/>
                    <a:pt x="926521" y="7143"/>
                  </a:cubicBezTo>
                  <a:cubicBezTo>
                    <a:pt x="926568" y="7145"/>
                    <a:pt x="926592" y="7152"/>
                    <a:pt x="926639" y="7157"/>
                  </a:cubicBezTo>
                  <a:cubicBezTo>
                    <a:pt x="944986" y="9525"/>
                    <a:pt x="963452" y="12792"/>
                    <a:pt x="981562" y="16627"/>
                  </a:cubicBezTo>
                  <a:cubicBezTo>
                    <a:pt x="984379" y="17235"/>
                    <a:pt x="986155" y="20007"/>
                    <a:pt x="985539" y="22820"/>
                  </a:cubicBezTo>
                  <a:cubicBezTo>
                    <a:pt x="985042" y="25194"/>
                    <a:pt x="982959" y="26896"/>
                    <a:pt x="980521" y="26925"/>
                  </a:cubicBezTo>
                  <a:close/>
                  <a:moveTo>
                    <a:pt x="705123" y="17716"/>
                  </a:moveTo>
                  <a:cubicBezTo>
                    <a:pt x="702235" y="17709"/>
                    <a:pt x="699915" y="15370"/>
                    <a:pt x="699939" y="12493"/>
                  </a:cubicBezTo>
                  <a:cubicBezTo>
                    <a:pt x="699939" y="9894"/>
                    <a:pt x="701857" y="7697"/>
                    <a:pt x="704437" y="7347"/>
                  </a:cubicBezTo>
                  <a:cubicBezTo>
                    <a:pt x="722713" y="4813"/>
                    <a:pt x="741368" y="2896"/>
                    <a:pt x="759834" y="1618"/>
                  </a:cubicBezTo>
                  <a:cubicBezTo>
                    <a:pt x="762698" y="1414"/>
                    <a:pt x="765184" y="3578"/>
                    <a:pt x="765397" y="6447"/>
                  </a:cubicBezTo>
                  <a:cubicBezTo>
                    <a:pt x="765610" y="9316"/>
                    <a:pt x="763432" y="11807"/>
                    <a:pt x="760568" y="12010"/>
                  </a:cubicBezTo>
                  <a:cubicBezTo>
                    <a:pt x="742315" y="13265"/>
                    <a:pt x="723920" y="15159"/>
                    <a:pt x="705857" y="17668"/>
                  </a:cubicBezTo>
                  <a:close/>
                  <a:moveTo>
                    <a:pt x="870840" y="11892"/>
                  </a:moveTo>
                  <a:lnTo>
                    <a:pt x="870485" y="11892"/>
                  </a:lnTo>
                  <a:cubicBezTo>
                    <a:pt x="852635" y="10708"/>
                    <a:pt x="834501" y="10116"/>
                    <a:pt x="816532" y="10116"/>
                  </a:cubicBezTo>
                  <a:lnTo>
                    <a:pt x="815515" y="10116"/>
                  </a:lnTo>
                  <a:cubicBezTo>
                    <a:pt x="812626" y="10116"/>
                    <a:pt x="810306" y="7785"/>
                    <a:pt x="810306" y="4908"/>
                  </a:cubicBezTo>
                  <a:cubicBezTo>
                    <a:pt x="810306" y="2032"/>
                    <a:pt x="812626" y="-300"/>
                    <a:pt x="815515" y="-300"/>
                  </a:cubicBezTo>
                  <a:lnTo>
                    <a:pt x="816532" y="-300"/>
                  </a:lnTo>
                  <a:cubicBezTo>
                    <a:pt x="834714" y="-300"/>
                    <a:pt x="853108" y="315"/>
                    <a:pt x="871172" y="1499"/>
                  </a:cubicBezTo>
                  <a:cubicBezTo>
                    <a:pt x="874060" y="1591"/>
                    <a:pt x="876309" y="3997"/>
                    <a:pt x="876214" y="6873"/>
                  </a:cubicBezTo>
                  <a:cubicBezTo>
                    <a:pt x="876119" y="9750"/>
                    <a:pt x="873728" y="12008"/>
                    <a:pt x="870840" y="11916"/>
                  </a:cubicBezTo>
                  <a:close/>
                </a:path>
              </a:pathLst>
            </a:custGeom>
            <a:solidFill>
              <a:srgbClr val="485259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69BDC42-2D6B-5A45-314C-6487A7449D81}"/>
                </a:ext>
              </a:extLst>
            </p:cNvPr>
            <p:cNvSpPr/>
            <p:nvPr/>
          </p:nvSpPr>
          <p:spPr>
            <a:xfrm>
              <a:off x="8361156" y="4253591"/>
              <a:ext cx="1632875" cy="1632781"/>
            </a:xfrm>
            <a:custGeom>
              <a:avLst/>
              <a:gdLst>
                <a:gd name="connsiteX0" fmla="*/ 816438 w 1632875"/>
                <a:gd name="connsiteY0" fmla="*/ 1632481 h 1632781"/>
                <a:gd name="connsiteX1" fmla="*/ 815420 w 1632875"/>
                <a:gd name="connsiteY1" fmla="*/ 1632481 h 1632781"/>
                <a:gd name="connsiteX2" fmla="*/ 810212 w 1632875"/>
                <a:gd name="connsiteY2" fmla="*/ 1627273 h 1632781"/>
                <a:gd name="connsiteX3" fmla="*/ 815420 w 1632875"/>
                <a:gd name="connsiteY3" fmla="*/ 1622065 h 1632781"/>
                <a:gd name="connsiteX4" fmla="*/ 816438 w 1632875"/>
                <a:gd name="connsiteY4" fmla="*/ 1622065 h 1632781"/>
                <a:gd name="connsiteX5" fmla="*/ 870414 w 1632875"/>
                <a:gd name="connsiteY5" fmla="*/ 1620289 h 1632781"/>
                <a:gd name="connsiteX6" fmla="*/ 876025 w 1632875"/>
                <a:gd name="connsiteY6" fmla="*/ 1625071 h 1632781"/>
                <a:gd name="connsiteX7" fmla="*/ 871243 w 1632875"/>
                <a:gd name="connsiteY7" fmla="*/ 1630682 h 1632781"/>
                <a:gd name="connsiteX8" fmla="*/ 871101 w 1632875"/>
                <a:gd name="connsiteY8" fmla="*/ 1630682 h 1632781"/>
                <a:gd name="connsiteX9" fmla="*/ 816438 w 1632875"/>
                <a:gd name="connsiteY9" fmla="*/ 1632481 h 1632781"/>
                <a:gd name="connsiteX10" fmla="*/ 760000 w 1632875"/>
                <a:gd name="connsiteY10" fmla="*/ 1630445 h 1632781"/>
                <a:gd name="connsiteX11" fmla="*/ 759645 w 1632875"/>
                <a:gd name="connsiteY11" fmla="*/ 1630445 h 1632781"/>
                <a:gd name="connsiteX12" fmla="*/ 704224 w 1632875"/>
                <a:gd name="connsiteY12" fmla="*/ 1624716 h 1632781"/>
                <a:gd name="connsiteX13" fmla="*/ 699774 w 1632875"/>
                <a:gd name="connsiteY13" fmla="*/ 1618845 h 1632781"/>
                <a:gd name="connsiteX14" fmla="*/ 705645 w 1632875"/>
                <a:gd name="connsiteY14" fmla="*/ 1614394 h 1632781"/>
                <a:gd name="connsiteX15" fmla="*/ 760355 w 1632875"/>
                <a:gd name="connsiteY15" fmla="*/ 1620053 h 1632781"/>
                <a:gd name="connsiteX16" fmla="*/ 765066 w 1632875"/>
                <a:gd name="connsiteY16" fmla="*/ 1625710 h 1632781"/>
                <a:gd name="connsiteX17" fmla="*/ 760000 w 1632875"/>
                <a:gd name="connsiteY17" fmla="*/ 1630445 h 1632781"/>
                <a:gd name="connsiteX18" fmla="*/ 925716 w 1632875"/>
                <a:gd name="connsiteY18" fmla="*/ 1625047 h 1632781"/>
                <a:gd name="connsiteX19" fmla="*/ 920532 w 1632875"/>
                <a:gd name="connsiteY19" fmla="*/ 1619816 h 1632781"/>
                <a:gd name="connsiteX20" fmla="*/ 925030 w 1632875"/>
                <a:gd name="connsiteY20" fmla="*/ 1614679 h 1632781"/>
                <a:gd name="connsiteX21" fmla="*/ 979243 w 1632875"/>
                <a:gd name="connsiteY21" fmla="*/ 1605422 h 1632781"/>
                <a:gd name="connsiteX22" fmla="*/ 985398 w 1632875"/>
                <a:gd name="connsiteY22" fmla="*/ 1609470 h 1632781"/>
                <a:gd name="connsiteX23" fmla="*/ 981350 w 1632875"/>
                <a:gd name="connsiteY23" fmla="*/ 1615625 h 1632781"/>
                <a:gd name="connsiteX24" fmla="*/ 926426 w 1632875"/>
                <a:gd name="connsiteY24" fmla="*/ 1625095 h 1632781"/>
                <a:gd name="connsiteX25" fmla="*/ 650390 w 1632875"/>
                <a:gd name="connsiteY25" fmla="*/ 1615318 h 1632781"/>
                <a:gd name="connsiteX26" fmla="*/ 649325 w 1632875"/>
                <a:gd name="connsiteY26" fmla="*/ 1615318 h 1632781"/>
                <a:gd name="connsiteX27" fmla="*/ 595206 w 1632875"/>
                <a:gd name="connsiteY27" fmla="*/ 1602060 h 1632781"/>
                <a:gd name="connsiteX28" fmla="*/ 591585 w 1632875"/>
                <a:gd name="connsiteY28" fmla="*/ 1595621 h 1632781"/>
                <a:gd name="connsiteX29" fmla="*/ 598024 w 1632875"/>
                <a:gd name="connsiteY29" fmla="*/ 1592023 h 1632781"/>
                <a:gd name="connsiteX30" fmla="*/ 651431 w 1632875"/>
                <a:gd name="connsiteY30" fmla="*/ 1605114 h 1632781"/>
                <a:gd name="connsiteX31" fmla="*/ 655409 w 1632875"/>
                <a:gd name="connsiteY31" fmla="*/ 1611317 h 1632781"/>
                <a:gd name="connsiteX32" fmla="*/ 650390 w 1632875"/>
                <a:gd name="connsiteY32" fmla="*/ 1615412 h 1632781"/>
                <a:gd name="connsiteX33" fmla="*/ 1034095 w 1632875"/>
                <a:gd name="connsiteY33" fmla="*/ 1602700 h 1632781"/>
                <a:gd name="connsiteX34" fmla="*/ 1028887 w 1632875"/>
                <a:gd name="connsiteY34" fmla="*/ 1597491 h 1632781"/>
                <a:gd name="connsiteX35" fmla="*/ 1032698 w 1632875"/>
                <a:gd name="connsiteY35" fmla="*/ 1592472 h 1632781"/>
                <a:gd name="connsiteX36" fmla="*/ 1085159 w 1632875"/>
                <a:gd name="connsiteY36" fmla="*/ 1575901 h 1632781"/>
                <a:gd name="connsiteX37" fmla="*/ 1091811 w 1632875"/>
                <a:gd name="connsiteY37" fmla="*/ 1579073 h 1632781"/>
                <a:gd name="connsiteX38" fmla="*/ 1088639 w 1632875"/>
                <a:gd name="connsiteY38" fmla="*/ 1585726 h 1632781"/>
                <a:gd name="connsiteX39" fmla="*/ 1035515 w 1632875"/>
                <a:gd name="connsiteY39" fmla="*/ 1602534 h 1632781"/>
                <a:gd name="connsiteX40" fmla="*/ 1034190 w 1632875"/>
                <a:gd name="connsiteY40" fmla="*/ 1602794 h 1632781"/>
                <a:gd name="connsiteX41" fmla="*/ 543953 w 1632875"/>
                <a:gd name="connsiteY41" fmla="*/ 1585465 h 1632781"/>
                <a:gd name="connsiteX42" fmla="*/ 542201 w 1632875"/>
                <a:gd name="connsiteY42" fmla="*/ 1585157 h 1632781"/>
                <a:gd name="connsiteX43" fmla="*/ 490473 w 1632875"/>
                <a:gd name="connsiteY43" fmla="*/ 1564632 h 1632781"/>
                <a:gd name="connsiteX44" fmla="*/ 487088 w 1632875"/>
                <a:gd name="connsiteY44" fmla="*/ 1558098 h 1632781"/>
                <a:gd name="connsiteX45" fmla="*/ 493622 w 1632875"/>
                <a:gd name="connsiteY45" fmla="*/ 1554713 h 1632781"/>
                <a:gd name="connsiteX46" fmla="*/ 494664 w 1632875"/>
                <a:gd name="connsiteY46" fmla="*/ 1555162 h 1632781"/>
                <a:gd name="connsiteX47" fmla="*/ 545705 w 1632875"/>
                <a:gd name="connsiteY47" fmla="*/ 1575427 h 1632781"/>
                <a:gd name="connsiteX48" fmla="*/ 548830 w 1632875"/>
                <a:gd name="connsiteY48" fmla="*/ 1582080 h 1632781"/>
                <a:gd name="connsiteX49" fmla="*/ 543953 w 1632875"/>
                <a:gd name="connsiteY49" fmla="*/ 1585536 h 1632781"/>
                <a:gd name="connsiteX50" fmla="*/ 1138567 w 1632875"/>
                <a:gd name="connsiteY50" fmla="*/ 1565816 h 1632781"/>
                <a:gd name="connsiteX51" fmla="*/ 1133383 w 1632875"/>
                <a:gd name="connsiteY51" fmla="*/ 1560584 h 1632781"/>
                <a:gd name="connsiteX52" fmla="*/ 1136484 w 1632875"/>
                <a:gd name="connsiteY52" fmla="*/ 1555849 h 1632781"/>
                <a:gd name="connsiteX53" fmla="*/ 1186199 w 1632875"/>
                <a:gd name="connsiteY53" fmla="*/ 1532175 h 1632781"/>
                <a:gd name="connsiteX54" fmla="*/ 1193064 w 1632875"/>
                <a:gd name="connsiteY54" fmla="*/ 1534874 h 1632781"/>
                <a:gd name="connsiteX55" fmla="*/ 1190934 w 1632875"/>
                <a:gd name="connsiteY55" fmla="*/ 1541431 h 1632781"/>
                <a:gd name="connsiteX56" fmla="*/ 1140556 w 1632875"/>
                <a:gd name="connsiteY56" fmla="*/ 1565390 h 1632781"/>
                <a:gd name="connsiteX57" fmla="*/ 1138567 w 1632875"/>
                <a:gd name="connsiteY57" fmla="*/ 1565768 h 1632781"/>
                <a:gd name="connsiteX58" fmla="*/ 442771 w 1632875"/>
                <a:gd name="connsiteY58" fmla="*/ 1541148 h 1632781"/>
                <a:gd name="connsiteX59" fmla="*/ 440404 w 1632875"/>
                <a:gd name="connsiteY59" fmla="*/ 1540556 h 1632781"/>
                <a:gd name="connsiteX60" fmla="*/ 391943 w 1632875"/>
                <a:gd name="connsiteY60" fmla="*/ 1513141 h 1632781"/>
                <a:gd name="connsiteX61" fmla="*/ 390097 w 1632875"/>
                <a:gd name="connsiteY61" fmla="*/ 1506016 h 1632781"/>
                <a:gd name="connsiteX62" fmla="*/ 397223 w 1632875"/>
                <a:gd name="connsiteY62" fmla="*/ 1504145 h 1632781"/>
                <a:gd name="connsiteX63" fmla="*/ 397388 w 1632875"/>
                <a:gd name="connsiteY63" fmla="*/ 1504264 h 1632781"/>
                <a:gd name="connsiteX64" fmla="*/ 445233 w 1632875"/>
                <a:gd name="connsiteY64" fmla="*/ 1531323 h 1632781"/>
                <a:gd name="connsiteX65" fmla="*/ 447435 w 1632875"/>
                <a:gd name="connsiteY65" fmla="*/ 1538354 h 1632781"/>
                <a:gd name="connsiteX66" fmla="*/ 442866 w 1632875"/>
                <a:gd name="connsiteY66" fmla="*/ 1541148 h 1632781"/>
                <a:gd name="connsiteX67" fmla="*/ 1237003 w 1632875"/>
                <a:gd name="connsiteY67" fmla="*/ 1514798 h 1632781"/>
                <a:gd name="connsiteX68" fmla="*/ 1231771 w 1632875"/>
                <a:gd name="connsiteY68" fmla="*/ 1509614 h 1632781"/>
                <a:gd name="connsiteX69" fmla="*/ 1234281 w 1632875"/>
                <a:gd name="connsiteY69" fmla="*/ 1505140 h 1632781"/>
                <a:gd name="connsiteX70" fmla="*/ 1280302 w 1632875"/>
                <a:gd name="connsiteY70" fmla="*/ 1474932 h 1632781"/>
                <a:gd name="connsiteX71" fmla="*/ 1287570 w 1632875"/>
                <a:gd name="connsiteY71" fmla="*/ 1476187 h 1632781"/>
                <a:gd name="connsiteX72" fmla="*/ 1286315 w 1632875"/>
                <a:gd name="connsiteY72" fmla="*/ 1483454 h 1632781"/>
                <a:gd name="connsiteX73" fmla="*/ 1239701 w 1632875"/>
                <a:gd name="connsiteY73" fmla="*/ 1514041 h 1632781"/>
                <a:gd name="connsiteX74" fmla="*/ 1236908 w 1632875"/>
                <a:gd name="connsiteY74" fmla="*/ 1514798 h 1632781"/>
                <a:gd name="connsiteX75" fmla="*/ 348407 w 1632875"/>
                <a:gd name="connsiteY75" fmla="*/ 1483454 h 1632781"/>
                <a:gd name="connsiteX76" fmla="*/ 345401 w 1632875"/>
                <a:gd name="connsiteY76" fmla="*/ 1482484 h 1632781"/>
                <a:gd name="connsiteX77" fmla="*/ 301083 w 1632875"/>
                <a:gd name="connsiteY77" fmla="*/ 1448749 h 1632781"/>
                <a:gd name="connsiteX78" fmla="*/ 300231 w 1632875"/>
                <a:gd name="connsiteY78" fmla="*/ 1441433 h 1632781"/>
                <a:gd name="connsiteX79" fmla="*/ 307546 w 1632875"/>
                <a:gd name="connsiteY79" fmla="*/ 1440581 h 1632781"/>
                <a:gd name="connsiteX80" fmla="*/ 307664 w 1632875"/>
                <a:gd name="connsiteY80" fmla="*/ 1440676 h 1632781"/>
                <a:gd name="connsiteX81" fmla="*/ 351414 w 1632875"/>
                <a:gd name="connsiteY81" fmla="*/ 1474009 h 1632781"/>
                <a:gd name="connsiteX82" fmla="*/ 352692 w 1632875"/>
                <a:gd name="connsiteY82" fmla="*/ 1481253 h 1632781"/>
                <a:gd name="connsiteX83" fmla="*/ 348407 w 1632875"/>
                <a:gd name="connsiteY83" fmla="*/ 1483478 h 1632781"/>
                <a:gd name="connsiteX84" fmla="*/ 1327460 w 1632875"/>
                <a:gd name="connsiteY84" fmla="*/ 1450950 h 1632781"/>
                <a:gd name="connsiteX85" fmla="*/ 1322228 w 1632875"/>
                <a:gd name="connsiteY85" fmla="*/ 1445766 h 1632781"/>
                <a:gd name="connsiteX86" fmla="*/ 1324170 w 1632875"/>
                <a:gd name="connsiteY86" fmla="*/ 1441694 h 1632781"/>
                <a:gd name="connsiteX87" fmla="*/ 1365670 w 1632875"/>
                <a:gd name="connsiteY87" fmla="*/ 1405544 h 1632781"/>
                <a:gd name="connsiteX88" fmla="*/ 1373032 w 1632875"/>
                <a:gd name="connsiteY88" fmla="*/ 1405805 h 1632781"/>
                <a:gd name="connsiteX89" fmla="*/ 1372772 w 1632875"/>
                <a:gd name="connsiteY89" fmla="*/ 1413167 h 1632781"/>
                <a:gd name="connsiteX90" fmla="*/ 1330728 w 1632875"/>
                <a:gd name="connsiteY90" fmla="*/ 1449767 h 1632781"/>
                <a:gd name="connsiteX91" fmla="*/ 1327365 w 1632875"/>
                <a:gd name="connsiteY91" fmla="*/ 1450950 h 1632781"/>
                <a:gd name="connsiteX92" fmla="*/ 262684 w 1632875"/>
                <a:gd name="connsiteY92" fmla="*/ 1413499 h 1632781"/>
                <a:gd name="connsiteX93" fmla="*/ 259133 w 1632875"/>
                <a:gd name="connsiteY93" fmla="*/ 1412078 h 1632781"/>
                <a:gd name="connsiteX94" fmla="*/ 219764 w 1632875"/>
                <a:gd name="connsiteY94" fmla="*/ 1372662 h 1632781"/>
                <a:gd name="connsiteX95" fmla="*/ 219622 w 1632875"/>
                <a:gd name="connsiteY95" fmla="*/ 1365299 h 1632781"/>
                <a:gd name="connsiteX96" fmla="*/ 226985 w 1632875"/>
                <a:gd name="connsiteY96" fmla="*/ 1365157 h 1632781"/>
                <a:gd name="connsiteX97" fmla="*/ 227363 w 1632875"/>
                <a:gd name="connsiteY97" fmla="*/ 1365559 h 1632781"/>
                <a:gd name="connsiteX98" fmla="*/ 266235 w 1632875"/>
                <a:gd name="connsiteY98" fmla="*/ 1404479 h 1632781"/>
                <a:gd name="connsiteX99" fmla="*/ 266496 w 1632875"/>
                <a:gd name="connsiteY99" fmla="*/ 1411841 h 1632781"/>
                <a:gd name="connsiteX100" fmla="*/ 266496 w 1632875"/>
                <a:gd name="connsiteY100" fmla="*/ 1411841 h 1632781"/>
                <a:gd name="connsiteX101" fmla="*/ 262589 w 1632875"/>
                <a:gd name="connsiteY101" fmla="*/ 1413499 h 1632781"/>
                <a:gd name="connsiteX102" fmla="*/ 1408496 w 1632875"/>
                <a:gd name="connsiteY102" fmla="*/ 1375479 h 1632781"/>
                <a:gd name="connsiteX103" fmla="*/ 1403287 w 1632875"/>
                <a:gd name="connsiteY103" fmla="*/ 1370223 h 1632781"/>
                <a:gd name="connsiteX104" fmla="*/ 1404684 w 1632875"/>
                <a:gd name="connsiteY104" fmla="*/ 1366696 h 1632781"/>
                <a:gd name="connsiteX105" fmla="*/ 1440905 w 1632875"/>
                <a:gd name="connsiteY105" fmla="*/ 1325314 h 1632781"/>
                <a:gd name="connsiteX106" fmla="*/ 1448244 w 1632875"/>
                <a:gd name="connsiteY106" fmla="*/ 1324675 h 1632781"/>
                <a:gd name="connsiteX107" fmla="*/ 1448978 w 1632875"/>
                <a:gd name="connsiteY107" fmla="*/ 1331895 h 1632781"/>
                <a:gd name="connsiteX108" fmla="*/ 1412284 w 1632875"/>
                <a:gd name="connsiteY108" fmla="*/ 1373822 h 1632781"/>
                <a:gd name="connsiteX109" fmla="*/ 1408330 w 1632875"/>
                <a:gd name="connsiteY109" fmla="*/ 1375479 h 1632781"/>
                <a:gd name="connsiteX110" fmla="*/ 187094 w 1632875"/>
                <a:gd name="connsiteY110" fmla="*/ 1332558 h 1632781"/>
                <a:gd name="connsiteX111" fmla="*/ 183046 w 1632875"/>
                <a:gd name="connsiteY111" fmla="*/ 1330641 h 1632781"/>
                <a:gd name="connsiteX112" fmla="*/ 149358 w 1632875"/>
                <a:gd name="connsiteY112" fmla="*/ 1286252 h 1632781"/>
                <a:gd name="connsiteX113" fmla="*/ 150376 w 1632875"/>
                <a:gd name="connsiteY113" fmla="*/ 1278961 h 1632781"/>
                <a:gd name="connsiteX114" fmla="*/ 157668 w 1632875"/>
                <a:gd name="connsiteY114" fmla="*/ 1279955 h 1632781"/>
                <a:gd name="connsiteX115" fmla="*/ 157857 w 1632875"/>
                <a:gd name="connsiteY115" fmla="*/ 1280239 h 1632781"/>
                <a:gd name="connsiteX116" fmla="*/ 191142 w 1632875"/>
                <a:gd name="connsiteY116" fmla="*/ 1324059 h 1632781"/>
                <a:gd name="connsiteX117" fmla="*/ 190384 w 1632875"/>
                <a:gd name="connsiteY117" fmla="*/ 1331398 h 1632781"/>
                <a:gd name="connsiteX118" fmla="*/ 187094 w 1632875"/>
                <a:gd name="connsiteY118" fmla="*/ 1332558 h 1632781"/>
                <a:gd name="connsiteX119" fmla="*/ 1478357 w 1632875"/>
                <a:gd name="connsiteY119" fmla="*/ 1289780 h 1632781"/>
                <a:gd name="connsiteX120" fmla="*/ 1473149 w 1632875"/>
                <a:gd name="connsiteY120" fmla="*/ 1284618 h 1632781"/>
                <a:gd name="connsiteX121" fmla="*/ 1474119 w 1632875"/>
                <a:gd name="connsiteY121" fmla="*/ 1281564 h 1632781"/>
                <a:gd name="connsiteX122" fmla="*/ 1504398 w 1632875"/>
                <a:gd name="connsiteY122" fmla="*/ 1235685 h 1632781"/>
                <a:gd name="connsiteX123" fmla="*/ 1511453 w 1632875"/>
                <a:gd name="connsiteY123" fmla="*/ 1233578 h 1632781"/>
                <a:gd name="connsiteX124" fmla="*/ 1513560 w 1632875"/>
                <a:gd name="connsiteY124" fmla="*/ 1240633 h 1632781"/>
                <a:gd name="connsiteX125" fmla="*/ 1513276 w 1632875"/>
                <a:gd name="connsiteY125" fmla="*/ 1241106 h 1632781"/>
                <a:gd name="connsiteX126" fmla="*/ 1482618 w 1632875"/>
                <a:gd name="connsiteY126" fmla="*/ 1287601 h 1632781"/>
                <a:gd name="connsiteX127" fmla="*/ 1478333 w 1632875"/>
                <a:gd name="connsiteY127" fmla="*/ 1289780 h 1632781"/>
                <a:gd name="connsiteX128" fmla="*/ 123175 w 1632875"/>
                <a:gd name="connsiteY128" fmla="*/ 1242195 h 1632781"/>
                <a:gd name="connsiteX129" fmla="*/ 118724 w 1632875"/>
                <a:gd name="connsiteY129" fmla="*/ 1239709 h 1632781"/>
                <a:gd name="connsiteX130" fmla="*/ 91334 w 1632875"/>
                <a:gd name="connsiteY130" fmla="*/ 1191131 h 1632781"/>
                <a:gd name="connsiteX131" fmla="*/ 93157 w 1632875"/>
                <a:gd name="connsiteY131" fmla="*/ 1184005 h 1632781"/>
                <a:gd name="connsiteX132" fmla="*/ 100306 w 1632875"/>
                <a:gd name="connsiteY132" fmla="*/ 1185828 h 1632781"/>
                <a:gd name="connsiteX133" fmla="*/ 100590 w 1632875"/>
                <a:gd name="connsiteY133" fmla="*/ 1186396 h 1632781"/>
                <a:gd name="connsiteX134" fmla="*/ 127602 w 1632875"/>
                <a:gd name="connsiteY134" fmla="*/ 1234359 h 1632781"/>
                <a:gd name="connsiteX135" fmla="*/ 125803 w 1632875"/>
                <a:gd name="connsiteY135" fmla="*/ 1241461 h 1632781"/>
                <a:gd name="connsiteX136" fmla="*/ 123175 w 1632875"/>
                <a:gd name="connsiteY136" fmla="*/ 1242195 h 1632781"/>
                <a:gd name="connsiteX137" fmla="*/ 1536074 w 1632875"/>
                <a:gd name="connsiteY137" fmla="*/ 1195510 h 1632781"/>
                <a:gd name="connsiteX138" fmla="*/ 1533707 w 1632875"/>
                <a:gd name="connsiteY138" fmla="*/ 1194919 h 1632781"/>
                <a:gd name="connsiteX139" fmla="*/ 1531434 w 1632875"/>
                <a:gd name="connsiteY139" fmla="*/ 1187911 h 1632781"/>
                <a:gd name="connsiteX140" fmla="*/ 1531481 w 1632875"/>
                <a:gd name="connsiteY140" fmla="*/ 1187816 h 1632781"/>
                <a:gd name="connsiteX141" fmla="*/ 1555155 w 1632875"/>
                <a:gd name="connsiteY141" fmla="*/ 1138267 h 1632781"/>
                <a:gd name="connsiteX142" fmla="*/ 1562280 w 1632875"/>
                <a:gd name="connsiteY142" fmla="*/ 1136421 h 1632781"/>
                <a:gd name="connsiteX143" fmla="*/ 1564624 w 1632875"/>
                <a:gd name="connsiteY143" fmla="*/ 1142434 h 1632781"/>
                <a:gd name="connsiteX144" fmla="*/ 1540548 w 1632875"/>
                <a:gd name="connsiteY144" fmla="*/ 1192646 h 1632781"/>
                <a:gd name="connsiteX145" fmla="*/ 1536074 w 1632875"/>
                <a:gd name="connsiteY145" fmla="*/ 1195463 h 1632781"/>
                <a:gd name="connsiteX146" fmla="*/ 72134 w 1632875"/>
                <a:gd name="connsiteY146" fmla="*/ 1143901 h 1632781"/>
                <a:gd name="connsiteX147" fmla="*/ 67399 w 1632875"/>
                <a:gd name="connsiteY147" fmla="*/ 1140776 h 1632781"/>
                <a:gd name="connsiteX148" fmla="*/ 46898 w 1632875"/>
                <a:gd name="connsiteY148" fmla="*/ 1088884 h 1632781"/>
                <a:gd name="connsiteX149" fmla="*/ 50047 w 1632875"/>
                <a:gd name="connsiteY149" fmla="*/ 1082231 h 1632781"/>
                <a:gd name="connsiteX150" fmla="*/ 56722 w 1632875"/>
                <a:gd name="connsiteY150" fmla="*/ 1085380 h 1632781"/>
                <a:gd name="connsiteX151" fmla="*/ 76940 w 1632875"/>
                <a:gd name="connsiteY151" fmla="*/ 1136610 h 1632781"/>
                <a:gd name="connsiteX152" fmla="*/ 74265 w 1632875"/>
                <a:gd name="connsiteY152" fmla="*/ 1143475 h 1632781"/>
                <a:gd name="connsiteX153" fmla="*/ 74241 w 1632875"/>
                <a:gd name="connsiteY153" fmla="*/ 1143475 h 1632781"/>
                <a:gd name="connsiteX154" fmla="*/ 72134 w 1632875"/>
                <a:gd name="connsiteY154" fmla="*/ 1143854 h 1632781"/>
                <a:gd name="connsiteX155" fmla="*/ 1580415 w 1632875"/>
                <a:gd name="connsiteY155" fmla="*/ 1094186 h 1632781"/>
                <a:gd name="connsiteX156" fmla="*/ 1578663 w 1632875"/>
                <a:gd name="connsiteY156" fmla="*/ 1093879 h 1632781"/>
                <a:gd name="connsiteX157" fmla="*/ 1575514 w 1632875"/>
                <a:gd name="connsiteY157" fmla="*/ 1087227 h 1632781"/>
                <a:gd name="connsiteX158" fmla="*/ 1592275 w 1632875"/>
                <a:gd name="connsiteY158" fmla="*/ 1034836 h 1632781"/>
                <a:gd name="connsiteX159" fmla="*/ 1598715 w 1632875"/>
                <a:gd name="connsiteY159" fmla="*/ 1031238 h 1632781"/>
                <a:gd name="connsiteX160" fmla="*/ 1602313 w 1632875"/>
                <a:gd name="connsiteY160" fmla="*/ 1037654 h 1632781"/>
                <a:gd name="connsiteX161" fmla="*/ 1585316 w 1632875"/>
                <a:gd name="connsiteY161" fmla="*/ 1090730 h 1632781"/>
                <a:gd name="connsiteX162" fmla="*/ 1580415 w 1632875"/>
                <a:gd name="connsiteY162" fmla="*/ 1094210 h 1632781"/>
                <a:gd name="connsiteX163" fmla="*/ 35037 w 1632875"/>
                <a:gd name="connsiteY163" fmla="*/ 1039500 h 1632781"/>
                <a:gd name="connsiteX164" fmla="*/ 30018 w 1632875"/>
                <a:gd name="connsiteY164" fmla="*/ 1035689 h 1632781"/>
                <a:gd name="connsiteX165" fmla="*/ 16856 w 1632875"/>
                <a:gd name="connsiteY165" fmla="*/ 981546 h 1632781"/>
                <a:gd name="connsiteX166" fmla="*/ 20904 w 1632875"/>
                <a:gd name="connsiteY166" fmla="*/ 975392 h 1632781"/>
                <a:gd name="connsiteX167" fmla="*/ 27059 w 1632875"/>
                <a:gd name="connsiteY167" fmla="*/ 979440 h 1632781"/>
                <a:gd name="connsiteX168" fmla="*/ 40056 w 1632875"/>
                <a:gd name="connsiteY168" fmla="*/ 1032872 h 1632781"/>
                <a:gd name="connsiteX169" fmla="*/ 36434 w 1632875"/>
                <a:gd name="connsiteY169" fmla="*/ 1039311 h 1632781"/>
                <a:gd name="connsiteX170" fmla="*/ 35037 w 1632875"/>
                <a:gd name="connsiteY170" fmla="*/ 1039523 h 1632781"/>
                <a:gd name="connsiteX171" fmla="*/ 1610504 w 1632875"/>
                <a:gd name="connsiteY171" fmla="*/ 987702 h 1632781"/>
                <a:gd name="connsiteX172" fmla="*/ 1609415 w 1632875"/>
                <a:gd name="connsiteY172" fmla="*/ 987583 h 1632781"/>
                <a:gd name="connsiteX173" fmla="*/ 1605391 w 1632875"/>
                <a:gd name="connsiteY173" fmla="*/ 981405 h 1632781"/>
                <a:gd name="connsiteX174" fmla="*/ 1605391 w 1632875"/>
                <a:gd name="connsiteY174" fmla="*/ 981405 h 1632781"/>
                <a:gd name="connsiteX175" fmla="*/ 1614860 w 1632875"/>
                <a:gd name="connsiteY175" fmla="*/ 927215 h 1632781"/>
                <a:gd name="connsiteX176" fmla="*/ 1620660 w 1632875"/>
                <a:gd name="connsiteY176" fmla="*/ 922788 h 1632781"/>
                <a:gd name="connsiteX177" fmla="*/ 1620731 w 1632875"/>
                <a:gd name="connsiteY177" fmla="*/ 922788 h 1632781"/>
                <a:gd name="connsiteX178" fmla="*/ 1625182 w 1632875"/>
                <a:gd name="connsiteY178" fmla="*/ 928660 h 1632781"/>
                <a:gd name="connsiteX179" fmla="*/ 1615712 w 1632875"/>
                <a:gd name="connsiteY179" fmla="*/ 983559 h 1632781"/>
                <a:gd name="connsiteX180" fmla="*/ 1610504 w 1632875"/>
                <a:gd name="connsiteY180" fmla="*/ 987725 h 1632781"/>
                <a:gd name="connsiteX181" fmla="*/ 12524 w 1632875"/>
                <a:gd name="connsiteY181" fmla="*/ 931121 h 1632781"/>
                <a:gd name="connsiteX182" fmla="*/ 7363 w 1632875"/>
                <a:gd name="connsiteY182" fmla="*/ 926623 h 1632781"/>
                <a:gd name="connsiteX183" fmla="*/ 1752 w 1632875"/>
                <a:gd name="connsiteY183" fmla="*/ 871203 h 1632781"/>
                <a:gd name="connsiteX184" fmla="*/ 6581 w 1632875"/>
                <a:gd name="connsiteY184" fmla="*/ 865663 h 1632781"/>
                <a:gd name="connsiteX185" fmla="*/ 12145 w 1632875"/>
                <a:gd name="connsiteY185" fmla="*/ 870493 h 1632781"/>
                <a:gd name="connsiteX186" fmla="*/ 17684 w 1632875"/>
                <a:gd name="connsiteY186" fmla="*/ 925227 h 1632781"/>
                <a:gd name="connsiteX187" fmla="*/ 13258 w 1632875"/>
                <a:gd name="connsiteY187" fmla="*/ 931074 h 1632781"/>
                <a:gd name="connsiteX188" fmla="*/ 13234 w 1632875"/>
                <a:gd name="connsiteY188" fmla="*/ 931074 h 1632781"/>
                <a:gd name="connsiteX189" fmla="*/ 12618 w 1632875"/>
                <a:gd name="connsiteY189" fmla="*/ 931145 h 1632781"/>
                <a:gd name="connsiteX190" fmla="*/ 1625608 w 1632875"/>
                <a:gd name="connsiteY190" fmla="*/ 878092 h 1632781"/>
                <a:gd name="connsiteX191" fmla="*/ 1625229 w 1632875"/>
                <a:gd name="connsiteY191" fmla="*/ 878092 h 1632781"/>
                <a:gd name="connsiteX192" fmla="*/ 1620494 w 1632875"/>
                <a:gd name="connsiteY192" fmla="*/ 872552 h 1632781"/>
                <a:gd name="connsiteX193" fmla="*/ 1622460 w 1632875"/>
                <a:gd name="connsiteY193" fmla="*/ 817558 h 1632781"/>
                <a:gd name="connsiteX194" fmla="*/ 1627644 w 1632875"/>
                <a:gd name="connsiteY194" fmla="*/ 812374 h 1632781"/>
                <a:gd name="connsiteX195" fmla="*/ 1627668 w 1632875"/>
                <a:gd name="connsiteY195" fmla="*/ 812374 h 1632781"/>
                <a:gd name="connsiteX196" fmla="*/ 1627668 w 1632875"/>
                <a:gd name="connsiteY196" fmla="*/ 812374 h 1632781"/>
                <a:gd name="connsiteX197" fmla="*/ 1632876 w 1632875"/>
                <a:gd name="connsiteY197" fmla="*/ 817582 h 1632781"/>
                <a:gd name="connsiteX198" fmla="*/ 1630888 w 1632875"/>
                <a:gd name="connsiteY198" fmla="*/ 873263 h 1632781"/>
                <a:gd name="connsiteX199" fmla="*/ 1625703 w 1632875"/>
                <a:gd name="connsiteY199" fmla="*/ 878116 h 1632781"/>
                <a:gd name="connsiteX200" fmla="*/ 5208 w 1632875"/>
                <a:gd name="connsiteY200" fmla="*/ 820802 h 1632781"/>
                <a:gd name="connsiteX201" fmla="*/ 5208 w 1632875"/>
                <a:gd name="connsiteY201" fmla="*/ 820802 h 1632781"/>
                <a:gd name="connsiteX202" fmla="*/ 0 w 1632875"/>
                <a:gd name="connsiteY202" fmla="*/ 815593 h 1632781"/>
                <a:gd name="connsiteX203" fmla="*/ 1918 w 1632875"/>
                <a:gd name="connsiteY203" fmla="*/ 759889 h 1632781"/>
                <a:gd name="connsiteX204" fmla="*/ 7458 w 1632875"/>
                <a:gd name="connsiteY204" fmla="*/ 755036 h 1632781"/>
                <a:gd name="connsiteX205" fmla="*/ 12310 w 1632875"/>
                <a:gd name="connsiteY205" fmla="*/ 760599 h 1632781"/>
                <a:gd name="connsiteX206" fmla="*/ 10417 w 1632875"/>
                <a:gd name="connsiteY206" fmla="*/ 815593 h 1632781"/>
                <a:gd name="connsiteX207" fmla="*/ 5256 w 1632875"/>
                <a:gd name="connsiteY207" fmla="*/ 820802 h 1632781"/>
                <a:gd name="connsiteX208" fmla="*/ 5208 w 1632875"/>
                <a:gd name="connsiteY208" fmla="*/ 820802 h 1632781"/>
                <a:gd name="connsiteX209" fmla="*/ 1625892 w 1632875"/>
                <a:gd name="connsiteY209" fmla="*/ 767488 h 1632781"/>
                <a:gd name="connsiteX210" fmla="*/ 1620684 w 1632875"/>
                <a:gd name="connsiteY210" fmla="*/ 762753 h 1632781"/>
                <a:gd name="connsiteX211" fmla="*/ 1615215 w 1632875"/>
                <a:gd name="connsiteY211" fmla="*/ 708020 h 1632781"/>
                <a:gd name="connsiteX212" fmla="*/ 1619737 w 1632875"/>
                <a:gd name="connsiteY212" fmla="*/ 702220 h 1632781"/>
                <a:gd name="connsiteX213" fmla="*/ 1625537 w 1632875"/>
                <a:gd name="connsiteY213" fmla="*/ 706623 h 1632781"/>
                <a:gd name="connsiteX214" fmla="*/ 1631100 w 1632875"/>
                <a:gd name="connsiteY214" fmla="*/ 762067 h 1632781"/>
                <a:gd name="connsiteX215" fmla="*/ 1626247 w 1632875"/>
                <a:gd name="connsiteY215" fmla="*/ 767607 h 1632781"/>
                <a:gd name="connsiteX216" fmla="*/ 1626223 w 1632875"/>
                <a:gd name="connsiteY216" fmla="*/ 767607 h 1632781"/>
                <a:gd name="connsiteX217" fmla="*/ 12760 w 1632875"/>
                <a:gd name="connsiteY217" fmla="*/ 710387 h 1632781"/>
                <a:gd name="connsiteX218" fmla="*/ 12050 w 1632875"/>
                <a:gd name="connsiteY218" fmla="*/ 710387 h 1632781"/>
                <a:gd name="connsiteX219" fmla="*/ 7599 w 1632875"/>
                <a:gd name="connsiteY219" fmla="*/ 704516 h 1632781"/>
                <a:gd name="connsiteX220" fmla="*/ 7599 w 1632875"/>
                <a:gd name="connsiteY220" fmla="*/ 704516 h 1632781"/>
                <a:gd name="connsiteX221" fmla="*/ 17069 w 1632875"/>
                <a:gd name="connsiteY221" fmla="*/ 649616 h 1632781"/>
                <a:gd name="connsiteX222" fmla="*/ 23224 w 1632875"/>
                <a:gd name="connsiteY222" fmla="*/ 645568 h 1632781"/>
                <a:gd name="connsiteX223" fmla="*/ 27272 w 1632875"/>
                <a:gd name="connsiteY223" fmla="*/ 651747 h 1632781"/>
                <a:gd name="connsiteX224" fmla="*/ 17921 w 1632875"/>
                <a:gd name="connsiteY224" fmla="*/ 705936 h 1632781"/>
                <a:gd name="connsiteX225" fmla="*/ 12760 w 1632875"/>
                <a:gd name="connsiteY225" fmla="*/ 710340 h 1632781"/>
                <a:gd name="connsiteX226" fmla="*/ 1611096 w 1632875"/>
                <a:gd name="connsiteY226" fmla="*/ 657831 h 1632781"/>
                <a:gd name="connsiteX227" fmla="*/ 1606006 w 1632875"/>
                <a:gd name="connsiteY227" fmla="*/ 653688 h 1632781"/>
                <a:gd name="connsiteX228" fmla="*/ 1593104 w 1632875"/>
                <a:gd name="connsiteY228" fmla="*/ 600209 h 1632781"/>
                <a:gd name="connsiteX229" fmla="*/ 1596324 w 1632875"/>
                <a:gd name="connsiteY229" fmla="*/ 593581 h 1632781"/>
                <a:gd name="connsiteX230" fmla="*/ 1602952 w 1632875"/>
                <a:gd name="connsiteY230" fmla="*/ 596800 h 1632781"/>
                <a:gd name="connsiteX231" fmla="*/ 1603118 w 1632875"/>
                <a:gd name="connsiteY231" fmla="*/ 597416 h 1632781"/>
                <a:gd name="connsiteX232" fmla="*/ 1616209 w 1632875"/>
                <a:gd name="connsiteY232" fmla="*/ 651581 h 1632781"/>
                <a:gd name="connsiteX233" fmla="*/ 1612161 w 1632875"/>
                <a:gd name="connsiteY233" fmla="*/ 657737 h 1632781"/>
                <a:gd name="connsiteX234" fmla="*/ 1612161 w 1632875"/>
                <a:gd name="connsiteY234" fmla="*/ 657737 h 1632781"/>
                <a:gd name="connsiteX235" fmla="*/ 1611096 w 1632875"/>
                <a:gd name="connsiteY235" fmla="*/ 657784 h 1632781"/>
                <a:gd name="connsiteX236" fmla="*/ 35321 w 1632875"/>
                <a:gd name="connsiteY236" fmla="*/ 602056 h 1632781"/>
                <a:gd name="connsiteX237" fmla="*/ 33901 w 1632875"/>
                <a:gd name="connsiteY237" fmla="*/ 601866 h 1632781"/>
                <a:gd name="connsiteX238" fmla="*/ 30303 w 1632875"/>
                <a:gd name="connsiteY238" fmla="*/ 595474 h 1632781"/>
                <a:gd name="connsiteX239" fmla="*/ 30303 w 1632875"/>
                <a:gd name="connsiteY239" fmla="*/ 595451 h 1632781"/>
                <a:gd name="connsiteX240" fmla="*/ 47205 w 1632875"/>
                <a:gd name="connsiteY240" fmla="*/ 542351 h 1632781"/>
                <a:gd name="connsiteX241" fmla="*/ 53858 w 1632875"/>
                <a:gd name="connsiteY241" fmla="*/ 539202 h 1632781"/>
                <a:gd name="connsiteX242" fmla="*/ 57030 w 1632875"/>
                <a:gd name="connsiteY242" fmla="*/ 545854 h 1632781"/>
                <a:gd name="connsiteX243" fmla="*/ 40317 w 1632875"/>
                <a:gd name="connsiteY243" fmla="*/ 598268 h 1632781"/>
                <a:gd name="connsiteX244" fmla="*/ 35321 w 1632875"/>
                <a:gd name="connsiteY244" fmla="*/ 602008 h 1632781"/>
                <a:gd name="connsiteX245" fmla="*/ 1581480 w 1632875"/>
                <a:gd name="connsiteY245" fmla="*/ 551181 h 1632781"/>
                <a:gd name="connsiteX246" fmla="*/ 1576579 w 1632875"/>
                <a:gd name="connsiteY246" fmla="*/ 547701 h 1632781"/>
                <a:gd name="connsiteX247" fmla="*/ 1556409 w 1632875"/>
                <a:gd name="connsiteY247" fmla="*/ 496447 h 1632781"/>
                <a:gd name="connsiteX248" fmla="*/ 1559913 w 1632875"/>
                <a:gd name="connsiteY248" fmla="*/ 489984 h 1632781"/>
                <a:gd name="connsiteX249" fmla="*/ 1565879 w 1632875"/>
                <a:gd name="connsiteY249" fmla="*/ 492304 h 1632781"/>
                <a:gd name="connsiteX250" fmla="*/ 1586310 w 1632875"/>
                <a:gd name="connsiteY250" fmla="*/ 544245 h 1632781"/>
                <a:gd name="connsiteX251" fmla="*/ 1583137 w 1632875"/>
                <a:gd name="connsiteY251" fmla="*/ 550873 h 1632781"/>
                <a:gd name="connsiteX252" fmla="*/ 1581480 w 1632875"/>
                <a:gd name="connsiteY252" fmla="*/ 551181 h 1632781"/>
                <a:gd name="connsiteX253" fmla="*/ 72513 w 1632875"/>
                <a:gd name="connsiteY253" fmla="*/ 497867 h 1632781"/>
                <a:gd name="connsiteX254" fmla="*/ 70430 w 1632875"/>
                <a:gd name="connsiteY254" fmla="*/ 497418 h 1632781"/>
                <a:gd name="connsiteX255" fmla="*/ 67755 w 1632875"/>
                <a:gd name="connsiteY255" fmla="*/ 490600 h 1632781"/>
                <a:gd name="connsiteX256" fmla="*/ 67755 w 1632875"/>
                <a:gd name="connsiteY256" fmla="*/ 490576 h 1632781"/>
                <a:gd name="connsiteX257" fmla="*/ 91736 w 1632875"/>
                <a:gd name="connsiteY257" fmla="*/ 440340 h 1632781"/>
                <a:gd name="connsiteX258" fmla="*/ 98862 w 1632875"/>
                <a:gd name="connsiteY258" fmla="*/ 438517 h 1632781"/>
                <a:gd name="connsiteX259" fmla="*/ 100992 w 1632875"/>
                <a:gd name="connsiteY259" fmla="*/ 445075 h 1632781"/>
                <a:gd name="connsiteX260" fmla="*/ 77318 w 1632875"/>
                <a:gd name="connsiteY260" fmla="*/ 494790 h 1632781"/>
                <a:gd name="connsiteX261" fmla="*/ 72466 w 1632875"/>
                <a:gd name="connsiteY261" fmla="*/ 497867 h 1632781"/>
                <a:gd name="connsiteX262" fmla="*/ 1537423 w 1632875"/>
                <a:gd name="connsiteY262" fmla="*/ 449526 h 1632781"/>
                <a:gd name="connsiteX263" fmla="*/ 1532688 w 1632875"/>
                <a:gd name="connsiteY263" fmla="*/ 446732 h 1632781"/>
                <a:gd name="connsiteX264" fmla="*/ 1505724 w 1632875"/>
                <a:gd name="connsiteY264" fmla="*/ 398722 h 1632781"/>
                <a:gd name="connsiteX265" fmla="*/ 1507736 w 1632875"/>
                <a:gd name="connsiteY265" fmla="*/ 391643 h 1632781"/>
                <a:gd name="connsiteX266" fmla="*/ 1514625 w 1632875"/>
                <a:gd name="connsiteY266" fmla="*/ 393324 h 1632781"/>
                <a:gd name="connsiteX267" fmla="*/ 1541945 w 1632875"/>
                <a:gd name="connsiteY267" fmla="*/ 441926 h 1632781"/>
                <a:gd name="connsiteX268" fmla="*/ 1539814 w 1632875"/>
                <a:gd name="connsiteY268" fmla="*/ 448981 h 1632781"/>
                <a:gd name="connsiteX269" fmla="*/ 1539720 w 1632875"/>
                <a:gd name="connsiteY269" fmla="*/ 449028 h 1632781"/>
                <a:gd name="connsiteX270" fmla="*/ 1537376 w 1632875"/>
                <a:gd name="connsiteY270" fmla="*/ 449526 h 1632781"/>
                <a:gd name="connsiteX271" fmla="*/ 123553 w 1632875"/>
                <a:gd name="connsiteY271" fmla="*/ 399811 h 1632781"/>
                <a:gd name="connsiteX272" fmla="*/ 118369 w 1632875"/>
                <a:gd name="connsiteY272" fmla="*/ 394531 h 1632781"/>
                <a:gd name="connsiteX273" fmla="*/ 119127 w 1632875"/>
                <a:gd name="connsiteY273" fmla="*/ 391880 h 1632781"/>
                <a:gd name="connsiteX274" fmla="*/ 149737 w 1632875"/>
                <a:gd name="connsiteY274" fmla="*/ 345361 h 1632781"/>
                <a:gd name="connsiteX275" fmla="*/ 157028 w 1632875"/>
                <a:gd name="connsiteY275" fmla="*/ 344343 h 1632781"/>
                <a:gd name="connsiteX276" fmla="*/ 158236 w 1632875"/>
                <a:gd name="connsiteY276" fmla="*/ 351374 h 1632781"/>
                <a:gd name="connsiteX277" fmla="*/ 128004 w 1632875"/>
                <a:gd name="connsiteY277" fmla="*/ 397301 h 1632781"/>
                <a:gd name="connsiteX278" fmla="*/ 123506 w 1632875"/>
                <a:gd name="connsiteY278" fmla="*/ 399787 h 1632781"/>
                <a:gd name="connsiteX279" fmla="*/ 1479920 w 1632875"/>
                <a:gd name="connsiteY279" fmla="*/ 354831 h 1632781"/>
                <a:gd name="connsiteX280" fmla="*/ 1475658 w 1632875"/>
                <a:gd name="connsiteY280" fmla="*/ 352605 h 1632781"/>
                <a:gd name="connsiteX281" fmla="*/ 1442515 w 1632875"/>
                <a:gd name="connsiteY281" fmla="*/ 308737 h 1632781"/>
                <a:gd name="connsiteX282" fmla="*/ 1442870 w 1632875"/>
                <a:gd name="connsiteY282" fmla="*/ 301375 h 1632781"/>
                <a:gd name="connsiteX283" fmla="*/ 1450233 w 1632875"/>
                <a:gd name="connsiteY283" fmla="*/ 301730 h 1632781"/>
                <a:gd name="connsiteX284" fmla="*/ 1450588 w 1632875"/>
                <a:gd name="connsiteY284" fmla="*/ 302180 h 1632781"/>
                <a:gd name="connsiteX285" fmla="*/ 1484252 w 1632875"/>
                <a:gd name="connsiteY285" fmla="*/ 346616 h 1632781"/>
                <a:gd name="connsiteX286" fmla="*/ 1482997 w 1632875"/>
                <a:gd name="connsiteY286" fmla="*/ 353860 h 1632781"/>
                <a:gd name="connsiteX287" fmla="*/ 1479872 w 1632875"/>
                <a:gd name="connsiteY287" fmla="*/ 354901 h 1632781"/>
                <a:gd name="connsiteX288" fmla="*/ 187449 w 1632875"/>
                <a:gd name="connsiteY288" fmla="*/ 309448 h 1632781"/>
                <a:gd name="connsiteX289" fmla="*/ 184158 w 1632875"/>
                <a:gd name="connsiteY289" fmla="*/ 308264 h 1632781"/>
                <a:gd name="connsiteX290" fmla="*/ 183401 w 1632875"/>
                <a:gd name="connsiteY290" fmla="*/ 300949 h 1632781"/>
                <a:gd name="connsiteX291" fmla="*/ 220048 w 1632875"/>
                <a:gd name="connsiteY291" fmla="*/ 258975 h 1632781"/>
                <a:gd name="connsiteX292" fmla="*/ 227411 w 1632875"/>
                <a:gd name="connsiteY292" fmla="*/ 258715 h 1632781"/>
                <a:gd name="connsiteX293" fmla="*/ 227671 w 1632875"/>
                <a:gd name="connsiteY293" fmla="*/ 266078 h 1632781"/>
                <a:gd name="connsiteX294" fmla="*/ 191474 w 1632875"/>
                <a:gd name="connsiteY294" fmla="*/ 307507 h 1632781"/>
                <a:gd name="connsiteX295" fmla="*/ 187449 w 1632875"/>
                <a:gd name="connsiteY295" fmla="*/ 309448 h 1632781"/>
                <a:gd name="connsiteX296" fmla="*/ 1410082 w 1632875"/>
                <a:gd name="connsiteY296" fmla="*/ 268895 h 1632781"/>
                <a:gd name="connsiteX297" fmla="*/ 1406270 w 1632875"/>
                <a:gd name="connsiteY297" fmla="*/ 267238 h 1632781"/>
                <a:gd name="connsiteX298" fmla="*/ 1367446 w 1632875"/>
                <a:gd name="connsiteY298" fmla="*/ 228270 h 1632781"/>
                <a:gd name="connsiteX299" fmla="*/ 1366806 w 1632875"/>
                <a:gd name="connsiteY299" fmla="*/ 220931 h 1632781"/>
                <a:gd name="connsiteX300" fmla="*/ 1374145 w 1632875"/>
                <a:gd name="connsiteY300" fmla="*/ 220292 h 1632781"/>
                <a:gd name="connsiteX301" fmla="*/ 1374548 w 1632875"/>
                <a:gd name="connsiteY301" fmla="*/ 220671 h 1632781"/>
                <a:gd name="connsiteX302" fmla="*/ 1413870 w 1632875"/>
                <a:gd name="connsiteY302" fmla="*/ 260135 h 1632781"/>
                <a:gd name="connsiteX303" fmla="*/ 1413609 w 1632875"/>
                <a:gd name="connsiteY303" fmla="*/ 267498 h 1632781"/>
                <a:gd name="connsiteX304" fmla="*/ 1413609 w 1632875"/>
                <a:gd name="connsiteY304" fmla="*/ 267498 h 1632781"/>
                <a:gd name="connsiteX305" fmla="*/ 1410082 w 1632875"/>
                <a:gd name="connsiteY305" fmla="*/ 268942 h 1632781"/>
                <a:gd name="connsiteX306" fmla="*/ 263016 w 1632875"/>
                <a:gd name="connsiteY306" fmla="*/ 228649 h 1632781"/>
                <a:gd name="connsiteX307" fmla="*/ 257784 w 1632875"/>
                <a:gd name="connsiteY307" fmla="*/ 223465 h 1632781"/>
                <a:gd name="connsiteX308" fmla="*/ 259441 w 1632875"/>
                <a:gd name="connsiteY308" fmla="*/ 219630 h 1632781"/>
                <a:gd name="connsiteX309" fmla="*/ 301439 w 1632875"/>
                <a:gd name="connsiteY309" fmla="*/ 182982 h 1632781"/>
                <a:gd name="connsiteX310" fmla="*/ 308753 w 1632875"/>
                <a:gd name="connsiteY310" fmla="*/ 183835 h 1632781"/>
                <a:gd name="connsiteX311" fmla="*/ 308020 w 1632875"/>
                <a:gd name="connsiteY311" fmla="*/ 191055 h 1632781"/>
                <a:gd name="connsiteX312" fmla="*/ 266567 w 1632875"/>
                <a:gd name="connsiteY312" fmla="*/ 227229 h 1632781"/>
                <a:gd name="connsiteX313" fmla="*/ 263016 w 1632875"/>
                <a:gd name="connsiteY313" fmla="*/ 228649 h 1632781"/>
                <a:gd name="connsiteX314" fmla="*/ 1329378 w 1632875"/>
                <a:gd name="connsiteY314" fmla="*/ 193138 h 1632781"/>
                <a:gd name="connsiteX315" fmla="*/ 1326088 w 1632875"/>
                <a:gd name="connsiteY315" fmla="*/ 191955 h 1632781"/>
                <a:gd name="connsiteX316" fmla="*/ 1282362 w 1632875"/>
                <a:gd name="connsiteY316" fmla="*/ 158575 h 1632781"/>
                <a:gd name="connsiteX317" fmla="*/ 1280799 w 1632875"/>
                <a:gd name="connsiteY317" fmla="*/ 151378 h 1632781"/>
                <a:gd name="connsiteX318" fmla="*/ 1287996 w 1632875"/>
                <a:gd name="connsiteY318" fmla="*/ 149815 h 1632781"/>
                <a:gd name="connsiteX319" fmla="*/ 1288398 w 1632875"/>
                <a:gd name="connsiteY319" fmla="*/ 150099 h 1632781"/>
                <a:gd name="connsiteX320" fmla="*/ 1332668 w 1632875"/>
                <a:gd name="connsiteY320" fmla="*/ 183882 h 1632781"/>
                <a:gd name="connsiteX321" fmla="*/ 1333450 w 1632875"/>
                <a:gd name="connsiteY321" fmla="*/ 191197 h 1632781"/>
                <a:gd name="connsiteX322" fmla="*/ 1329378 w 1632875"/>
                <a:gd name="connsiteY322" fmla="*/ 193138 h 1632781"/>
                <a:gd name="connsiteX323" fmla="*/ 348833 w 1632875"/>
                <a:gd name="connsiteY323" fmla="*/ 158598 h 1632781"/>
                <a:gd name="connsiteX324" fmla="*/ 343602 w 1632875"/>
                <a:gd name="connsiteY324" fmla="*/ 153414 h 1632781"/>
                <a:gd name="connsiteX325" fmla="*/ 345827 w 1632875"/>
                <a:gd name="connsiteY325" fmla="*/ 149129 h 1632781"/>
                <a:gd name="connsiteX326" fmla="*/ 392393 w 1632875"/>
                <a:gd name="connsiteY326" fmla="*/ 118471 h 1632781"/>
                <a:gd name="connsiteX327" fmla="*/ 399543 w 1632875"/>
                <a:gd name="connsiteY327" fmla="*/ 120200 h 1632781"/>
                <a:gd name="connsiteX328" fmla="*/ 397814 w 1632875"/>
                <a:gd name="connsiteY328" fmla="*/ 127373 h 1632781"/>
                <a:gd name="connsiteX329" fmla="*/ 351840 w 1632875"/>
                <a:gd name="connsiteY329" fmla="*/ 157628 h 1632781"/>
                <a:gd name="connsiteX330" fmla="*/ 348833 w 1632875"/>
                <a:gd name="connsiteY330" fmla="*/ 158693 h 1632781"/>
                <a:gd name="connsiteX331" fmla="*/ 1239204 w 1632875"/>
                <a:gd name="connsiteY331" fmla="*/ 129030 h 1632781"/>
                <a:gd name="connsiteX332" fmla="*/ 1236482 w 1632875"/>
                <a:gd name="connsiteY332" fmla="*/ 128272 h 1632781"/>
                <a:gd name="connsiteX333" fmla="*/ 1188661 w 1632875"/>
                <a:gd name="connsiteY333" fmla="*/ 101142 h 1632781"/>
                <a:gd name="connsiteX334" fmla="*/ 1185654 w 1632875"/>
                <a:gd name="connsiteY334" fmla="*/ 94419 h 1632781"/>
                <a:gd name="connsiteX335" fmla="*/ 1192401 w 1632875"/>
                <a:gd name="connsiteY335" fmla="*/ 91412 h 1632781"/>
                <a:gd name="connsiteX336" fmla="*/ 1193396 w 1632875"/>
                <a:gd name="connsiteY336" fmla="*/ 91933 h 1632781"/>
                <a:gd name="connsiteX337" fmla="*/ 1241832 w 1632875"/>
                <a:gd name="connsiteY337" fmla="*/ 119395 h 1632781"/>
                <a:gd name="connsiteX338" fmla="*/ 1243513 w 1632875"/>
                <a:gd name="connsiteY338" fmla="*/ 126568 h 1632781"/>
                <a:gd name="connsiteX339" fmla="*/ 1239110 w 1632875"/>
                <a:gd name="connsiteY339" fmla="*/ 129030 h 1632781"/>
                <a:gd name="connsiteX340" fmla="*/ 443363 w 1632875"/>
                <a:gd name="connsiteY340" fmla="*/ 101118 h 1632781"/>
                <a:gd name="connsiteX341" fmla="*/ 438226 w 1632875"/>
                <a:gd name="connsiteY341" fmla="*/ 95792 h 1632781"/>
                <a:gd name="connsiteX342" fmla="*/ 440995 w 1632875"/>
                <a:gd name="connsiteY342" fmla="*/ 91270 h 1632781"/>
                <a:gd name="connsiteX343" fmla="*/ 491350 w 1632875"/>
                <a:gd name="connsiteY343" fmla="*/ 67265 h 1632781"/>
                <a:gd name="connsiteX344" fmla="*/ 497860 w 1632875"/>
                <a:gd name="connsiteY344" fmla="*/ 70721 h 1632781"/>
                <a:gd name="connsiteX345" fmla="*/ 495516 w 1632875"/>
                <a:gd name="connsiteY345" fmla="*/ 76734 h 1632781"/>
                <a:gd name="connsiteX346" fmla="*/ 445801 w 1632875"/>
                <a:gd name="connsiteY346" fmla="*/ 100408 h 1632781"/>
                <a:gd name="connsiteX347" fmla="*/ 443363 w 1632875"/>
                <a:gd name="connsiteY347" fmla="*/ 101118 h 1632781"/>
                <a:gd name="connsiteX348" fmla="*/ 1141219 w 1632875"/>
                <a:gd name="connsiteY348" fmla="*/ 77989 h 1632781"/>
                <a:gd name="connsiteX349" fmla="*/ 1139135 w 1632875"/>
                <a:gd name="connsiteY349" fmla="*/ 77563 h 1632781"/>
                <a:gd name="connsiteX350" fmla="*/ 1088095 w 1632875"/>
                <a:gd name="connsiteY350" fmla="*/ 57227 h 1632781"/>
                <a:gd name="connsiteX351" fmla="*/ 1084922 w 1632875"/>
                <a:gd name="connsiteY351" fmla="*/ 50575 h 1632781"/>
                <a:gd name="connsiteX352" fmla="*/ 1091575 w 1632875"/>
                <a:gd name="connsiteY352" fmla="*/ 47403 h 1632781"/>
                <a:gd name="connsiteX353" fmla="*/ 1091622 w 1632875"/>
                <a:gd name="connsiteY353" fmla="*/ 47426 h 1632781"/>
                <a:gd name="connsiteX354" fmla="*/ 1143325 w 1632875"/>
                <a:gd name="connsiteY354" fmla="*/ 68023 h 1632781"/>
                <a:gd name="connsiteX355" fmla="*/ 1145977 w 1632875"/>
                <a:gd name="connsiteY355" fmla="*/ 74888 h 1632781"/>
                <a:gd name="connsiteX356" fmla="*/ 1141219 w 1632875"/>
                <a:gd name="connsiteY356" fmla="*/ 77989 h 1632781"/>
                <a:gd name="connsiteX357" fmla="*/ 544923 w 1632875"/>
                <a:gd name="connsiteY357" fmla="*/ 56849 h 1632781"/>
                <a:gd name="connsiteX358" fmla="*/ 539715 w 1632875"/>
                <a:gd name="connsiteY358" fmla="*/ 51616 h 1632781"/>
                <a:gd name="connsiteX359" fmla="*/ 543171 w 1632875"/>
                <a:gd name="connsiteY359" fmla="*/ 46740 h 1632781"/>
                <a:gd name="connsiteX360" fmla="*/ 596296 w 1632875"/>
                <a:gd name="connsiteY360" fmla="*/ 29860 h 1632781"/>
                <a:gd name="connsiteX361" fmla="*/ 602924 w 1632875"/>
                <a:gd name="connsiteY361" fmla="*/ 33080 h 1632781"/>
                <a:gd name="connsiteX362" fmla="*/ 599705 w 1632875"/>
                <a:gd name="connsiteY362" fmla="*/ 39709 h 1632781"/>
                <a:gd name="connsiteX363" fmla="*/ 599089 w 1632875"/>
                <a:gd name="connsiteY363" fmla="*/ 39874 h 1632781"/>
                <a:gd name="connsiteX364" fmla="*/ 546675 w 1632875"/>
                <a:gd name="connsiteY364" fmla="*/ 56446 h 1632781"/>
                <a:gd name="connsiteX365" fmla="*/ 544923 w 1632875"/>
                <a:gd name="connsiteY365" fmla="*/ 56754 h 1632781"/>
                <a:gd name="connsiteX366" fmla="*/ 1037149 w 1632875"/>
                <a:gd name="connsiteY366" fmla="*/ 40632 h 1632781"/>
                <a:gd name="connsiteX367" fmla="*/ 1035728 w 1632875"/>
                <a:gd name="connsiteY367" fmla="*/ 40442 h 1632781"/>
                <a:gd name="connsiteX368" fmla="*/ 982320 w 1632875"/>
                <a:gd name="connsiteY368" fmla="*/ 27280 h 1632781"/>
                <a:gd name="connsiteX369" fmla="*/ 977941 w 1632875"/>
                <a:gd name="connsiteY369" fmla="*/ 21338 h 1632781"/>
                <a:gd name="connsiteX370" fmla="*/ 983883 w 1632875"/>
                <a:gd name="connsiteY370" fmla="*/ 16982 h 1632781"/>
                <a:gd name="connsiteX371" fmla="*/ 984451 w 1632875"/>
                <a:gd name="connsiteY371" fmla="*/ 17100 h 1632781"/>
                <a:gd name="connsiteX372" fmla="*/ 1038569 w 1632875"/>
                <a:gd name="connsiteY372" fmla="*/ 30405 h 1632781"/>
                <a:gd name="connsiteX373" fmla="*/ 1042191 w 1632875"/>
                <a:gd name="connsiteY373" fmla="*/ 36820 h 1632781"/>
                <a:gd name="connsiteX374" fmla="*/ 1037149 w 1632875"/>
                <a:gd name="connsiteY374" fmla="*/ 40632 h 1632781"/>
                <a:gd name="connsiteX375" fmla="*/ 651479 w 1632875"/>
                <a:gd name="connsiteY375" fmla="*/ 26972 h 1632781"/>
                <a:gd name="connsiteX376" fmla="*/ 646318 w 1632875"/>
                <a:gd name="connsiteY376" fmla="*/ 21716 h 1632781"/>
                <a:gd name="connsiteX377" fmla="*/ 650414 w 1632875"/>
                <a:gd name="connsiteY377" fmla="*/ 16674 h 1632781"/>
                <a:gd name="connsiteX378" fmla="*/ 705337 w 1632875"/>
                <a:gd name="connsiteY378" fmla="*/ 7204 h 1632781"/>
                <a:gd name="connsiteX379" fmla="*/ 711255 w 1632875"/>
                <a:gd name="connsiteY379" fmla="*/ 11608 h 1632781"/>
                <a:gd name="connsiteX380" fmla="*/ 706852 w 1632875"/>
                <a:gd name="connsiteY380" fmla="*/ 17503 h 1632781"/>
                <a:gd name="connsiteX381" fmla="*/ 706734 w 1632875"/>
                <a:gd name="connsiteY381" fmla="*/ 17526 h 1632781"/>
                <a:gd name="connsiteX382" fmla="*/ 652545 w 1632875"/>
                <a:gd name="connsiteY382" fmla="*/ 26854 h 1632781"/>
                <a:gd name="connsiteX383" fmla="*/ 651479 w 1632875"/>
                <a:gd name="connsiteY383" fmla="*/ 26877 h 1632781"/>
                <a:gd name="connsiteX384" fmla="*/ 928865 w 1632875"/>
                <a:gd name="connsiteY384" fmla="*/ 17881 h 1632781"/>
                <a:gd name="connsiteX385" fmla="*/ 928131 w 1632875"/>
                <a:gd name="connsiteY385" fmla="*/ 17881 h 1632781"/>
                <a:gd name="connsiteX386" fmla="*/ 873421 w 1632875"/>
                <a:gd name="connsiteY386" fmla="*/ 12176 h 1632781"/>
                <a:gd name="connsiteX387" fmla="*/ 868686 w 1632875"/>
                <a:gd name="connsiteY387" fmla="*/ 6613 h 1632781"/>
                <a:gd name="connsiteX388" fmla="*/ 874249 w 1632875"/>
                <a:gd name="connsiteY388" fmla="*/ 1878 h 1632781"/>
                <a:gd name="connsiteX389" fmla="*/ 874249 w 1632875"/>
                <a:gd name="connsiteY389" fmla="*/ 1878 h 1632781"/>
                <a:gd name="connsiteX390" fmla="*/ 929670 w 1632875"/>
                <a:gd name="connsiteY390" fmla="*/ 7654 h 1632781"/>
                <a:gd name="connsiteX391" fmla="*/ 934120 w 1632875"/>
                <a:gd name="connsiteY391" fmla="*/ 13525 h 1632781"/>
                <a:gd name="connsiteX392" fmla="*/ 928960 w 1632875"/>
                <a:gd name="connsiteY392" fmla="*/ 18023 h 1632781"/>
                <a:gd name="connsiteX393" fmla="*/ 761112 w 1632875"/>
                <a:gd name="connsiteY393" fmla="*/ 11987 h 1632781"/>
                <a:gd name="connsiteX394" fmla="*/ 756023 w 1632875"/>
                <a:gd name="connsiteY394" fmla="*/ 6660 h 1632781"/>
                <a:gd name="connsiteX395" fmla="*/ 760757 w 1632875"/>
                <a:gd name="connsiteY395" fmla="*/ 1594 h 1632781"/>
                <a:gd name="connsiteX396" fmla="*/ 816438 w 1632875"/>
                <a:gd name="connsiteY396" fmla="*/ -300 h 1632781"/>
                <a:gd name="connsiteX397" fmla="*/ 818474 w 1632875"/>
                <a:gd name="connsiteY397" fmla="*/ -300 h 1632781"/>
                <a:gd name="connsiteX398" fmla="*/ 823682 w 1632875"/>
                <a:gd name="connsiteY398" fmla="*/ 4908 h 1632781"/>
                <a:gd name="connsiteX399" fmla="*/ 818474 w 1632875"/>
                <a:gd name="connsiteY399" fmla="*/ 10117 h 1632781"/>
                <a:gd name="connsiteX400" fmla="*/ 816462 w 1632875"/>
                <a:gd name="connsiteY400" fmla="*/ 10117 h 1632781"/>
                <a:gd name="connsiteX401" fmla="*/ 761491 w 1632875"/>
                <a:gd name="connsiteY401" fmla="*/ 11987 h 1632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</a:cxnLst>
              <a:rect l="l" t="t" r="r" b="b"/>
              <a:pathLst>
                <a:path w="1632875" h="1632781">
                  <a:moveTo>
                    <a:pt x="816438" y="1632481"/>
                  </a:moveTo>
                  <a:lnTo>
                    <a:pt x="815420" y="1632481"/>
                  </a:lnTo>
                  <a:cubicBezTo>
                    <a:pt x="812532" y="1632481"/>
                    <a:pt x="810212" y="1630161"/>
                    <a:pt x="810212" y="1627273"/>
                  </a:cubicBezTo>
                  <a:cubicBezTo>
                    <a:pt x="810212" y="1624408"/>
                    <a:pt x="812532" y="1622065"/>
                    <a:pt x="815420" y="1622065"/>
                  </a:cubicBezTo>
                  <a:lnTo>
                    <a:pt x="816438" y="1622065"/>
                  </a:lnTo>
                  <a:cubicBezTo>
                    <a:pt x="834406" y="1622065"/>
                    <a:pt x="852564" y="1621473"/>
                    <a:pt x="870414" y="1620289"/>
                  </a:cubicBezTo>
                  <a:cubicBezTo>
                    <a:pt x="873279" y="1620053"/>
                    <a:pt x="875788" y="1622207"/>
                    <a:pt x="876025" y="1625071"/>
                  </a:cubicBezTo>
                  <a:cubicBezTo>
                    <a:pt x="876262" y="1627936"/>
                    <a:pt x="874107" y="1630445"/>
                    <a:pt x="871243" y="1630682"/>
                  </a:cubicBezTo>
                  <a:cubicBezTo>
                    <a:pt x="871195" y="1630682"/>
                    <a:pt x="871148" y="1630682"/>
                    <a:pt x="871101" y="1630682"/>
                  </a:cubicBezTo>
                  <a:cubicBezTo>
                    <a:pt x="853014" y="1631866"/>
                    <a:pt x="834619" y="1632481"/>
                    <a:pt x="816438" y="1632481"/>
                  </a:cubicBezTo>
                  <a:close/>
                  <a:moveTo>
                    <a:pt x="760000" y="1630445"/>
                  </a:moveTo>
                  <a:lnTo>
                    <a:pt x="759645" y="1630445"/>
                  </a:lnTo>
                  <a:cubicBezTo>
                    <a:pt x="741155" y="1629167"/>
                    <a:pt x="722524" y="1627249"/>
                    <a:pt x="704224" y="1624716"/>
                  </a:cubicBezTo>
                  <a:cubicBezTo>
                    <a:pt x="701383" y="1624313"/>
                    <a:pt x="699371" y="1621686"/>
                    <a:pt x="699774" y="1618845"/>
                  </a:cubicBezTo>
                  <a:cubicBezTo>
                    <a:pt x="700176" y="1616004"/>
                    <a:pt x="702804" y="1613992"/>
                    <a:pt x="705645" y="1614394"/>
                  </a:cubicBezTo>
                  <a:cubicBezTo>
                    <a:pt x="723708" y="1616904"/>
                    <a:pt x="742102" y="1618798"/>
                    <a:pt x="760355" y="1620053"/>
                  </a:cubicBezTo>
                  <a:cubicBezTo>
                    <a:pt x="763220" y="1620313"/>
                    <a:pt x="765326" y="1622846"/>
                    <a:pt x="765066" y="1625710"/>
                  </a:cubicBezTo>
                  <a:cubicBezTo>
                    <a:pt x="764806" y="1628338"/>
                    <a:pt x="762651" y="1630374"/>
                    <a:pt x="760000" y="1630445"/>
                  </a:cubicBezTo>
                  <a:close/>
                  <a:moveTo>
                    <a:pt x="925716" y="1625047"/>
                  </a:moveTo>
                  <a:cubicBezTo>
                    <a:pt x="922828" y="1625047"/>
                    <a:pt x="920508" y="1622704"/>
                    <a:pt x="920532" y="1619816"/>
                  </a:cubicBezTo>
                  <a:cubicBezTo>
                    <a:pt x="920532" y="1617235"/>
                    <a:pt x="922449" y="1615034"/>
                    <a:pt x="925030" y="1614679"/>
                  </a:cubicBezTo>
                  <a:cubicBezTo>
                    <a:pt x="943140" y="1612311"/>
                    <a:pt x="961369" y="1609115"/>
                    <a:pt x="979243" y="1605422"/>
                  </a:cubicBezTo>
                  <a:cubicBezTo>
                    <a:pt x="982060" y="1604830"/>
                    <a:pt x="984806" y="1606653"/>
                    <a:pt x="985398" y="1609470"/>
                  </a:cubicBezTo>
                  <a:cubicBezTo>
                    <a:pt x="985990" y="1612288"/>
                    <a:pt x="984167" y="1615034"/>
                    <a:pt x="981350" y="1615625"/>
                  </a:cubicBezTo>
                  <a:cubicBezTo>
                    <a:pt x="963239" y="1619366"/>
                    <a:pt x="944774" y="1622514"/>
                    <a:pt x="926426" y="1625095"/>
                  </a:cubicBezTo>
                  <a:close/>
                  <a:moveTo>
                    <a:pt x="650390" y="1615318"/>
                  </a:moveTo>
                  <a:cubicBezTo>
                    <a:pt x="650035" y="1615342"/>
                    <a:pt x="649680" y="1615342"/>
                    <a:pt x="649325" y="1615318"/>
                  </a:cubicBezTo>
                  <a:cubicBezTo>
                    <a:pt x="631214" y="1611530"/>
                    <a:pt x="613009" y="1607079"/>
                    <a:pt x="595206" y="1602060"/>
                  </a:cubicBezTo>
                  <a:cubicBezTo>
                    <a:pt x="592437" y="1601279"/>
                    <a:pt x="590827" y="1598414"/>
                    <a:pt x="591585" y="1595621"/>
                  </a:cubicBezTo>
                  <a:cubicBezTo>
                    <a:pt x="592365" y="1592851"/>
                    <a:pt x="595254" y="1591241"/>
                    <a:pt x="598024" y="1592023"/>
                  </a:cubicBezTo>
                  <a:cubicBezTo>
                    <a:pt x="615613" y="1596994"/>
                    <a:pt x="633534" y="1601492"/>
                    <a:pt x="651431" y="1605114"/>
                  </a:cubicBezTo>
                  <a:cubicBezTo>
                    <a:pt x="654249" y="1605730"/>
                    <a:pt x="656025" y="1608500"/>
                    <a:pt x="655409" y="1611317"/>
                  </a:cubicBezTo>
                  <a:cubicBezTo>
                    <a:pt x="654912" y="1613684"/>
                    <a:pt x="652828" y="1615388"/>
                    <a:pt x="650390" y="1615412"/>
                  </a:cubicBezTo>
                  <a:close/>
                  <a:moveTo>
                    <a:pt x="1034095" y="1602700"/>
                  </a:moveTo>
                  <a:cubicBezTo>
                    <a:pt x="1031207" y="1602700"/>
                    <a:pt x="1028887" y="1600380"/>
                    <a:pt x="1028887" y="1597491"/>
                  </a:cubicBezTo>
                  <a:cubicBezTo>
                    <a:pt x="1028887" y="1595148"/>
                    <a:pt x="1030449" y="1593088"/>
                    <a:pt x="1032698" y="1592472"/>
                  </a:cubicBezTo>
                  <a:cubicBezTo>
                    <a:pt x="1050288" y="1587572"/>
                    <a:pt x="1067948" y="1581985"/>
                    <a:pt x="1085159" y="1575901"/>
                  </a:cubicBezTo>
                  <a:cubicBezTo>
                    <a:pt x="1087882" y="1574930"/>
                    <a:pt x="1090841" y="1576350"/>
                    <a:pt x="1091811" y="1579073"/>
                  </a:cubicBezTo>
                  <a:cubicBezTo>
                    <a:pt x="1092782" y="1581795"/>
                    <a:pt x="1091362" y="1584755"/>
                    <a:pt x="1088639" y="1585726"/>
                  </a:cubicBezTo>
                  <a:cubicBezTo>
                    <a:pt x="1071192" y="1591904"/>
                    <a:pt x="1053318" y="1597563"/>
                    <a:pt x="1035515" y="1602534"/>
                  </a:cubicBezTo>
                  <a:cubicBezTo>
                    <a:pt x="1035089" y="1602676"/>
                    <a:pt x="1034639" y="1602771"/>
                    <a:pt x="1034190" y="1602794"/>
                  </a:cubicBezTo>
                  <a:close/>
                  <a:moveTo>
                    <a:pt x="543953" y="1585465"/>
                  </a:moveTo>
                  <a:cubicBezTo>
                    <a:pt x="543361" y="1585465"/>
                    <a:pt x="542769" y="1585370"/>
                    <a:pt x="542201" y="1585157"/>
                  </a:cubicBezTo>
                  <a:cubicBezTo>
                    <a:pt x="524824" y="1578931"/>
                    <a:pt x="507424" y="1572042"/>
                    <a:pt x="490473" y="1564632"/>
                  </a:cubicBezTo>
                  <a:cubicBezTo>
                    <a:pt x="487727" y="1563756"/>
                    <a:pt x="486213" y="1560821"/>
                    <a:pt x="487088" y="1558098"/>
                  </a:cubicBezTo>
                  <a:cubicBezTo>
                    <a:pt x="487964" y="1555352"/>
                    <a:pt x="490900" y="1553837"/>
                    <a:pt x="493622" y="1554713"/>
                  </a:cubicBezTo>
                  <a:cubicBezTo>
                    <a:pt x="494001" y="1554831"/>
                    <a:pt x="494332" y="1554973"/>
                    <a:pt x="494664" y="1555162"/>
                  </a:cubicBezTo>
                  <a:cubicBezTo>
                    <a:pt x="511377" y="1562454"/>
                    <a:pt x="528541" y="1569367"/>
                    <a:pt x="545705" y="1575427"/>
                  </a:cubicBezTo>
                  <a:cubicBezTo>
                    <a:pt x="548404" y="1576398"/>
                    <a:pt x="549824" y="1579381"/>
                    <a:pt x="548830" y="1582080"/>
                  </a:cubicBezTo>
                  <a:cubicBezTo>
                    <a:pt x="548096" y="1584163"/>
                    <a:pt x="546154" y="1585536"/>
                    <a:pt x="543953" y="1585536"/>
                  </a:cubicBezTo>
                  <a:close/>
                  <a:moveTo>
                    <a:pt x="1138567" y="1565816"/>
                  </a:moveTo>
                  <a:cubicBezTo>
                    <a:pt x="1135679" y="1565792"/>
                    <a:pt x="1133383" y="1563448"/>
                    <a:pt x="1133383" y="1560584"/>
                  </a:cubicBezTo>
                  <a:cubicBezTo>
                    <a:pt x="1133406" y="1558524"/>
                    <a:pt x="1134614" y="1556678"/>
                    <a:pt x="1136484" y="1555849"/>
                  </a:cubicBezTo>
                  <a:cubicBezTo>
                    <a:pt x="1153245" y="1548557"/>
                    <a:pt x="1169982" y="1540603"/>
                    <a:pt x="1186199" y="1532175"/>
                  </a:cubicBezTo>
                  <a:cubicBezTo>
                    <a:pt x="1188826" y="1531015"/>
                    <a:pt x="1191904" y="1532223"/>
                    <a:pt x="1193064" y="1534874"/>
                  </a:cubicBezTo>
                  <a:cubicBezTo>
                    <a:pt x="1194106" y="1537265"/>
                    <a:pt x="1193206" y="1540082"/>
                    <a:pt x="1190934" y="1541431"/>
                  </a:cubicBezTo>
                  <a:cubicBezTo>
                    <a:pt x="1174481" y="1549954"/>
                    <a:pt x="1157553" y="1558003"/>
                    <a:pt x="1140556" y="1565390"/>
                  </a:cubicBezTo>
                  <a:cubicBezTo>
                    <a:pt x="1139917" y="1565650"/>
                    <a:pt x="1139254" y="1565768"/>
                    <a:pt x="1138567" y="1565768"/>
                  </a:cubicBezTo>
                  <a:close/>
                  <a:moveTo>
                    <a:pt x="442771" y="1541148"/>
                  </a:moveTo>
                  <a:cubicBezTo>
                    <a:pt x="441942" y="1541148"/>
                    <a:pt x="441138" y="1540934"/>
                    <a:pt x="440404" y="1540556"/>
                  </a:cubicBezTo>
                  <a:cubicBezTo>
                    <a:pt x="424021" y="1532009"/>
                    <a:pt x="407734" y="1522801"/>
                    <a:pt x="391943" y="1513141"/>
                  </a:cubicBezTo>
                  <a:cubicBezTo>
                    <a:pt x="389457" y="1511698"/>
                    <a:pt x="388629" y="1508501"/>
                    <a:pt x="390097" y="1506016"/>
                  </a:cubicBezTo>
                  <a:cubicBezTo>
                    <a:pt x="391541" y="1503530"/>
                    <a:pt x="394737" y="1502701"/>
                    <a:pt x="397223" y="1504145"/>
                  </a:cubicBezTo>
                  <a:cubicBezTo>
                    <a:pt x="397270" y="1504193"/>
                    <a:pt x="397341" y="1504216"/>
                    <a:pt x="397388" y="1504264"/>
                  </a:cubicBezTo>
                  <a:cubicBezTo>
                    <a:pt x="412965" y="1513733"/>
                    <a:pt x="429064" y="1522895"/>
                    <a:pt x="445233" y="1531323"/>
                  </a:cubicBezTo>
                  <a:cubicBezTo>
                    <a:pt x="447790" y="1532649"/>
                    <a:pt x="448760" y="1535797"/>
                    <a:pt x="447435" y="1538354"/>
                  </a:cubicBezTo>
                  <a:cubicBezTo>
                    <a:pt x="446559" y="1540059"/>
                    <a:pt x="444783" y="1541124"/>
                    <a:pt x="442866" y="1541148"/>
                  </a:cubicBezTo>
                  <a:close/>
                  <a:moveTo>
                    <a:pt x="1237003" y="1514798"/>
                  </a:moveTo>
                  <a:cubicBezTo>
                    <a:pt x="1234115" y="1514798"/>
                    <a:pt x="1231795" y="1512478"/>
                    <a:pt x="1231771" y="1509614"/>
                  </a:cubicBezTo>
                  <a:cubicBezTo>
                    <a:pt x="1231771" y="1507791"/>
                    <a:pt x="1232718" y="1506087"/>
                    <a:pt x="1234281" y="1505140"/>
                  </a:cubicBezTo>
                  <a:cubicBezTo>
                    <a:pt x="1249881" y="1495670"/>
                    <a:pt x="1265364" y="1485491"/>
                    <a:pt x="1280302" y="1474932"/>
                  </a:cubicBezTo>
                  <a:cubicBezTo>
                    <a:pt x="1282646" y="1473275"/>
                    <a:pt x="1285913" y="1473843"/>
                    <a:pt x="1287570" y="1476187"/>
                  </a:cubicBezTo>
                  <a:cubicBezTo>
                    <a:pt x="1289227" y="1478531"/>
                    <a:pt x="1288659" y="1481797"/>
                    <a:pt x="1286315" y="1483454"/>
                  </a:cubicBezTo>
                  <a:cubicBezTo>
                    <a:pt x="1271188" y="1494131"/>
                    <a:pt x="1255540" y="1504430"/>
                    <a:pt x="1239701" y="1514041"/>
                  </a:cubicBezTo>
                  <a:cubicBezTo>
                    <a:pt x="1238849" y="1514538"/>
                    <a:pt x="1237903" y="1514798"/>
                    <a:pt x="1236908" y="1514798"/>
                  </a:cubicBezTo>
                  <a:close/>
                  <a:moveTo>
                    <a:pt x="348407" y="1483454"/>
                  </a:moveTo>
                  <a:cubicBezTo>
                    <a:pt x="347318" y="1483454"/>
                    <a:pt x="346277" y="1483123"/>
                    <a:pt x="345401" y="1482484"/>
                  </a:cubicBezTo>
                  <a:cubicBezTo>
                    <a:pt x="330297" y="1471783"/>
                    <a:pt x="315406" y="1460444"/>
                    <a:pt x="301083" y="1448749"/>
                  </a:cubicBezTo>
                  <a:cubicBezTo>
                    <a:pt x="298834" y="1446950"/>
                    <a:pt x="298456" y="1443683"/>
                    <a:pt x="300231" y="1441433"/>
                  </a:cubicBezTo>
                  <a:cubicBezTo>
                    <a:pt x="302030" y="1439185"/>
                    <a:pt x="305297" y="1438806"/>
                    <a:pt x="307546" y="1440581"/>
                  </a:cubicBezTo>
                  <a:cubicBezTo>
                    <a:pt x="307593" y="1440605"/>
                    <a:pt x="307617" y="1440653"/>
                    <a:pt x="307664" y="1440676"/>
                  </a:cubicBezTo>
                  <a:cubicBezTo>
                    <a:pt x="321869" y="1452229"/>
                    <a:pt x="336523" y="1463426"/>
                    <a:pt x="351414" y="1474009"/>
                  </a:cubicBezTo>
                  <a:cubicBezTo>
                    <a:pt x="353757" y="1475666"/>
                    <a:pt x="354325" y="1478909"/>
                    <a:pt x="352692" y="1481253"/>
                  </a:cubicBezTo>
                  <a:cubicBezTo>
                    <a:pt x="351698" y="1482650"/>
                    <a:pt x="350112" y="1483478"/>
                    <a:pt x="348407" y="1483478"/>
                  </a:cubicBezTo>
                  <a:close/>
                  <a:moveTo>
                    <a:pt x="1327460" y="1450950"/>
                  </a:moveTo>
                  <a:cubicBezTo>
                    <a:pt x="1324572" y="1450950"/>
                    <a:pt x="1322252" y="1448630"/>
                    <a:pt x="1322228" y="1445766"/>
                  </a:cubicBezTo>
                  <a:cubicBezTo>
                    <a:pt x="1322228" y="1444180"/>
                    <a:pt x="1322939" y="1442688"/>
                    <a:pt x="1324170" y="1441694"/>
                  </a:cubicBezTo>
                  <a:cubicBezTo>
                    <a:pt x="1338374" y="1430165"/>
                    <a:pt x="1352294" y="1418020"/>
                    <a:pt x="1365670" y="1405544"/>
                  </a:cubicBezTo>
                  <a:cubicBezTo>
                    <a:pt x="1367777" y="1403579"/>
                    <a:pt x="1371068" y="1403698"/>
                    <a:pt x="1373032" y="1405805"/>
                  </a:cubicBezTo>
                  <a:cubicBezTo>
                    <a:pt x="1374997" y="1407912"/>
                    <a:pt x="1374879" y="1411202"/>
                    <a:pt x="1372772" y="1413167"/>
                  </a:cubicBezTo>
                  <a:cubicBezTo>
                    <a:pt x="1359231" y="1425785"/>
                    <a:pt x="1345097" y="1438096"/>
                    <a:pt x="1330728" y="1449767"/>
                  </a:cubicBezTo>
                  <a:cubicBezTo>
                    <a:pt x="1329780" y="1450548"/>
                    <a:pt x="1328597" y="1450950"/>
                    <a:pt x="1327365" y="1450950"/>
                  </a:cubicBezTo>
                  <a:close/>
                  <a:moveTo>
                    <a:pt x="262684" y="1413499"/>
                  </a:moveTo>
                  <a:cubicBezTo>
                    <a:pt x="261359" y="1413499"/>
                    <a:pt x="260080" y="1413001"/>
                    <a:pt x="259133" y="1412078"/>
                  </a:cubicBezTo>
                  <a:cubicBezTo>
                    <a:pt x="245616" y="1399436"/>
                    <a:pt x="232382" y="1386179"/>
                    <a:pt x="219764" y="1372662"/>
                  </a:cubicBezTo>
                  <a:cubicBezTo>
                    <a:pt x="217680" y="1370673"/>
                    <a:pt x="217633" y="1367382"/>
                    <a:pt x="219622" y="1365299"/>
                  </a:cubicBezTo>
                  <a:cubicBezTo>
                    <a:pt x="221611" y="1363216"/>
                    <a:pt x="224901" y="1363168"/>
                    <a:pt x="226985" y="1365157"/>
                  </a:cubicBezTo>
                  <a:cubicBezTo>
                    <a:pt x="227126" y="1365275"/>
                    <a:pt x="227245" y="1365417"/>
                    <a:pt x="227363" y="1365559"/>
                  </a:cubicBezTo>
                  <a:cubicBezTo>
                    <a:pt x="239816" y="1378887"/>
                    <a:pt x="252907" y="1392003"/>
                    <a:pt x="266235" y="1404479"/>
                  </a:cubicBezTo>
                  <a:cubicBezTo>
                    <a:pt x="268343" y="1406444"/>
                    <a:pt x="268461" y="1409734"/>
                    <a:pt x="266496" y="1411841"/>
                  </a:cubicBezTo>
                  <a:cubicBezTo>
                    <a:pt x="266496" y="1411841"/>
                    <a:pt x="266496" y="1411841"/>
                    <a:pt x="266496" y="1411841"/>
                  </a:cubicBezTo>
                  <a:cubicBezTo>
                    <a:pt x="265478" y="1412907"/>
                    <a:pt x="264058" y="1413523"/>
                    <a:pt x="262589" y="1413499"/>
                  </a:cubicBezTo>
                  <a:close/>
                  <a:moveTo>
                    <a:pt x="1408496" y="1375479"/>
                  </a:moveTo>
                  <a:cubicBezTo>
                    <a:pt x="1405607" y="1375455"/>
                    <a:pt x="1403287" y="1373111"/>
                    <a:pt x="1403287" y="1370223"/>
                  </a:cubicBezTo>
                  <a:cubicBezTo>
                    <a:pt x="1403311" y="1368921"/>
                    <a:pt x="1403808" y="1367666"/>
                    <a:pt x="1404684" y="1366696"/>
                  </a:cubicBezTo>
                  <a:cubicBezTo>
                    <a:pt x="1417184" y="1353367"/>
                    <a:pt x="1429376" y="1339447"/>
                    <a:pt x="1440905" y="1325314"/>
                  </a:cubicBezTo>
                  <a:cubicBezTo>
                    <a:pt x="1442751" y="1323112"/>
                    <a:pt x="1446042" y="1322828"/>
                    <a:pt x="1448244" y="1324675"/>
                  </a:cubicBezTo>
                  <a:cubicBezTo>
                    <a:pt x="1450398" y="1326474"/>
                    <a:pt x="1450730" y="1329693"/>
                    <a:pt x="1448978" y="1331895"/>
                  </a:cubicBezTo>
                  <a:cubicBezTo>
                    <a:pt x="1437283" y="1346218"/>
                    <a:pt x="1424949" y="1360303"/>
                    <a:pt x="1412284" y="1373822"/>
                  </a:cubicBezTo>
                  <a:cubicBezTo>
                    <a:pt x="1411266" y="1374910"/>
                    <a:pt x="1409821" y="1375526"/>
                    <a:pt x="1408330" y="1375479"/>
                  </a:cubicBezTo>
                  <a:close/>
                  <a:moveTo>
                    <a:pt x="187094" y="1332558"/>
                  </a:moveTo>
                  <a:cubicBezTo>
                    <a:pt x="185532" y="1332558"/>
                    <a:pt x="184040" y="1331871"/>
                    <a:pt x="183046" y="1330641"/>
                  </a:cubicBezTo>
                  <a:cubicBezTo>
                    <a:pt x="171375" y="1316294"/>
                    <a:pt x="160035" y="1301356"/>
                    <a:pt x="149358" y="1286252"/>
                  </a:cubicBezTo>
                  <a:cubicBezTo>
                    <a:pt x="147630" y="1283955"/>
                    <a:pt x="148080" y="1280689"/>
                    <a:pt x="150376" y="1278961"/>
                  </a:cubicBezTo>
                  <a:cubicBezTo>
                    <a:pt x="152649" y="1277209"/>
                    <a:pt x="155916" y="1277682"/>
                    <a:pt x="157668" y="1279955"/>
                  </a:cubicBezTo>
                  <a:cubicBezTo>
                    <a:pt x="157739" y="1280049"/>
                    <a:pt x="157786" y="1280144"/>
                    <a:pt x="157857" y="1280239"/>
                  </a:cubicBezTo>
                  <a:cubicBezTo>
                    <a:pt x="168416" y="1295154"/>
                    <a:pt x="179613" y="1309902"/>
                    <a:pt x="191142" y="1324059"/>
                  </a:cubicBezTo>
                  <a:cubicBezTo>
                    <a:pt x="192965" y="1326284"/>
                    <a:pt x="192634" y="1329575"/>
                    <a:pt x="190384" y="1331398"/>
                  </a:cubicBezTo>
                  <a:cubicBezTo>
                    <a:pt x="189461" y="1332155"/>
                    <a:pt x="188301" y="1332558"/>
                    <a:pt x="187094" y="1332558"/>
                  </a:cubicBezTo>
                  <a:close/>
                  <a:moveTo>
                    <a:pt x="1478357" y="1289780"/>
                  </a:moveTo>
                  <a:cubicBezTo>
                    <a:pt x="1475492" y="1289803"/>
                    <a:pt x="1473149" y="1287483"/>
                    <a:pt x="1473149" y="1284618"/>
                  </a:cubicBezTo>
                  <a:cubicBezTo>
                    <a:pt x="1473125" y="1283529"/>
                    <a:pt x="1473480" y="1282464"/>
                    <a:pt x="1474119" y="1281564"/>
                  </a:cubicBezTo>
                  <a:cubicBezTo>
                    <a:pt x="1484702" y="1266674"/>
                    <a:pt x="1494881" y="1251215"/>
                    <a:pt x="1504398" y="1235685"/>
                  </a:cubicBezTo>
                  <a:cubicBezTo>
                    <a:pt x="1505771" y="1233151"/>
                    <a:pt x="1508920" y="1232205"/>
                    <a:pt x="1511453" y="1233578"/>
                  </a:cubicBezTo>
                  <a:cubicBezTo>
                    <a:pt x="1513986" y="1234951"/>
                    <a:pt x="1514933" y="1238100"/>
                    <a:pt x="1513560" y="1240633"/>
                  </a:cubicBezTo>
                  <a:cubicBezTo>
                    <a:pt x="1513465" y="1240798"/>
                    <a:pt x="1513371" y="1240964"/>
                    <a:pt x="1513276" y="1241106"/>
                  </a:cubicBezTo>
                  <a:cubicBezTo>
                    <a:pt x="1503641" y="1256873"/>
                    <a:pt x="1493319" y="1272498"/>
                    <a:pt x="1482618" y="1287601"/>
                  </a:cubicBezTo>
                  <a:cubicBezTo>
                    <a:pt x="1481624" y="1288974"/>
                    <a:pt x="1480038" y="1289780"/>
                    <a:pt x="1478333" y="1289780"/>
                  </a:cubicBezTo>
                  <a:close/>
                  <a:moveTo>
                    <a:pt x="123175" y="1242195"/>
                  </a:moveTo>
                  <a:cubicBezTo>
                    <a:pt x="121352" y="1242195"/>
                    <a:pt x="119671" y="1241272"/>
                    <a:pt x="118724" y="1239709"/>
                  </a:cubicBezTo>
                  <a:cubicBezTo>
                    <a:pt x="109089" y="1223895"/>
                    <a:pt x="99785" y="1207561"/>
                    <a:pt x="91334" y="1191131"/>
                  </a:cubicBezTo>
                  <a:cubicBezTo>
                    <a:pt x="89866" y="1188645"/>
                    <a:pt x="90694" y="1185449"/>
                    <a:pt x="93157" y="1184005"/>
                  </a:cubicBezTo>
                  <a:cubicBezTo>
                    <a:pt x="95642" y="1182537"/>
                    <a:pt x="98838" y="1183365"/>
                    <a:pt x="100306" y="1185828"/>
                  </a:cubicBezTo>
                  <a:cubicBezTo>
                    <a:pt x="100400" y="1186017"/>
                    <a:pt x="100495" y="1186207"/>
                    <a:pt x="100590" y="1186396"/>
                  </a:cubicBezTo>
                  <a:cubicBezTo>
                    <a:pt x="109018" y="1202613"/>
                    <a:pt x="118109" y="1218758"/>
                    <a:pt x="127602" y="1234359"/>
                  </a:cubicBezTo>
                  <a:cubicBezTo>
                    <a:pt x="129070" y="1236821"/>
                    <a:pt x="128264" y="1239994"/>
                    <a:pt x="125803" y="1241461"/>
                  </a:cubicBezTo>
                  <a:cubicBezTo>
                    <a:pt x="124998" y="1241934"/>
                    <a:pt x="124098" y="1242195"/>
                    <a:pt x="123175" y="1242195"/>
                  </a:cubicBezTo>
                  <a:close/>
                  <a:moveTo>
                    <a:pt x="1536074" y="1195510"/>
                  </a:moveTo>
                  <a:cubicBezTo>
                    <a:pt x="1535245" y="1195510"/>
                    <a:pt x="1534440" y="1195297"/>
                    <a:pt x="1533707" y="1194919"/>
                  </a:cubicBezTo>
                  <a:cubicBezTo>
                    <a:pt x="1531150" y="1193616"/>
                    <a:pt x="1530132" y="1190468"/>
                    <a:pt x="1531434" y="1187911"/>
                  </a:cubicBezTo>
                  <a:cubicBezTo>
                    <a:pt x="1531458" y="1187888"/>
                    <a:pt x="1531458" y="1187840"/>
                    <a:pt x="1531481" y="1187816"/>
                  </a:cubicBezTo>
                  <a:cubicBezTo>
                    <a:pt x="1539932" y="1171647"/>
                    <a:pt x="1548052" y="1154981"/>
                    <a:pt x="1555155" y="1138267"/>
                  </a:cubicBezTo>
                  <a:cubicBezTo>
                    <a:pt x="1556623" y="1135781"/>
                    <a:pt x="1559795" y="1134953"/>
                    <a:pt x="1562280" y="1136421"/>
                  </a:cubicBezTo>
                  <a:cubicBezTo>
                    <a:pt x="1564364" y="1137628"/>
                    <a:pt x="1565334" y="1140137"/>
                    <a:pt x="1564624" y="1142434"/>
                  </a:cubicBezTo>
                  <a:cubicBezTo>
                    <a:pt x="1557214" y="1159360"/>
                    <a:pt x="1549118" y="1176263"/>
                    <a:pt x="1540548" y="1192646"/>
                  </a:cubicBezTo>
                  <a:cubicBezTo>
                    <a:pt x="1539672" y="1194327"/>
                    <a:pt x="1537968" y="1195416"/>
                    <a:pt x="1536074" y="1195463"/>
                  </a:cubicBezTo>
                  <a:close/>
                  <a:moveTo>
                    <a:pt x="72134" y="1143901"/>
                  </a:moveTo>
                  <a:cubicBezTo>
                    <a:pt x="70075" y="1143878"/>
                    <a:pt x="68228" y="1142647"/>
                    <a:pt x="67399" y="1140776"/>
                  </a:cubicBezTo>
                  <a:cubicBezTo>
                    <a:pt x="60013" y="1123779"/>
                    <a:pt x="53195" y="1106331"/>
                    <a:pt x="46898" y="1088884"/>
                  </a:cubicBezTo>
                  <a:cubicBezTo>
                    <a:pt x="45927" y="1086161"/>
                    <a:pt x="47348" y="1083178"/>
                    <a:pt x="50047" y="1082231"/>
                  </a:cubicBezTo>
                  <a:cubicBezTo>
                    <a:pt x="52769" y="1081261"/>
                    <a:pt x="55752" y="1082658"/>
                    <a:pt x="56722" y="1085380"/>
                  </a:cubicBezTo>
                  <a:cubicBezTo>
                    <a:pt x="62854" y="1102614"/>
                    <a:pt x="69648" y="1119849"/>
                    <a:pt x="76940" y="1136610"/>
                  </a:cubicBezTo>
                  <a:cubicBezTo>
                    <a:pt x="78100" y="1139238"/>
                    <a:pt x="76892" y="1142315"/>
                    <a:pt x="74265" y="1143475"/>
                  </a:cubicBezTo>
                  <a:cubicBezTo>
                    <a:pt x="74241" y="1143475"/>
                    <a:pt x="74241" y="1143475"/>
                    <a:pt x="74241" y="1143475"/>
                  </a:cubicBezTo>
                  <a:cubicBezTo>
                    <a:pt x="73578" y="1143736"/>
                    <a:pt x="72844" y="1143878"/>
                    <a:pt x="72134" y="1143854"/>
                  </a:cubicBezTo>
                  <a:close/>
                  <a:moveTo>
                    <a:pt x="1580415" y="1094186"/>
                  </a:moveTo>
                  <a:cubicBezTo>
                    <a:pt x="1579823" y="1094186"/>
                    <a:pt x="1579231" y="1094092"/>
                    <a:pt x="1578663" y="1093879"/>
                  </a:cubicBezTo>
                  <a:cubicBezTo>
                    <a:pt x="1575964" y="1092908"/>
                    <a:pt x="1574544" y="1089925"/>
                    <a:pt x="1575514" y="1087227"/>
                  </a:cubicBezTo>
                  <a:cubicBezTo>
                    <a:pt x="1581670" y="1070016"/>
                    <a:pt x="1587351" y="1052402"/>
                    <a:pt x="1592275" y="1034836"/>
                  </a:cubicBezTo>
                  <a:cubicBezTo>
                    <a:pt x="1593056" y="1032066"/>
                    <a:pt x="1595921" y="1030457"/>
                    <a:pt x="1598715" y="1031238"/>
                  </a:cubicBezTo>
                  <a:cubicBezTo>
                    <a:pt x="1601484" y="1031995"/>
                    <a:pt x="1603094" y="1034883"/>
                    <a:pt x="1602313" y="1037654"/>
                  </a:cubicBezTo>
                  <a:cubicBezTo>
                    <a:pt x="1597270" y="1055456"/>
                    <a:pt x="1591565" y="1073306"/>
                    <a:pt x="1585316" y="1090730"/>
                  </a:cubicBezTo>
                  <a:cubicBezTo>
                    <a:pt x="1584581" y="1092813"/>
                    <a:pt x="1582616" y="1094210"/>
                    <a:pt x="1580415" y="1094210"/>
                  </a:cubicBezTo>
                  <a:close/>
                  <a:moveTo>
                    <a:pt x="35037" y="1039500"/>
                  </a:moveTo>
                  <a:cubicBezTo>
                    <a:pt x="32694" y="1039500"/>
                    <a:pt x="30657" y="1037938"/>
                    <a:pt x="30018" y="1035689"/>
                  </a:cubicBezTo>
                  <a:cubicBezTo>
                    <a:pt x="25023" y="1017862"/>
                    <a:pt x="20549" y="999657"/>
                    <a:pt x="16856" y="981546"/>
                  </a:cubicBezTo>
                  <a:cubicBezTo>
                    <a:pt x="16264" y="978729"/>
                    <a:pt x="18087" y="975983"/>
                    <a:pt x="20904" y="975392"/>
                  </a:cubicBezTo>
                  <a:cubicBezTo>
                    <a:pt x="23721" y="974800"/>
                    <a:pt x="26467" y="976623"/>
                    <a:pt x="27059" y="979440"/>
                  </a:cubicBezTo>
                  <a:cubicBezTo>
                    <a:pt x="30752" y="997313"/>
                    <a:pt x="35132" y="1015305"/>
                    <a:pt x="40056" y="1032872"/>
                  </a:cubicBezTo>
                  <a:cubicBezTo>
                    <a:pt x="40814" y="1035641"/>
                    <a:pt x="39204" y="1038529"/>
                    <a:pt x="36434" y="1039311"/>
                  </a:cubicBezTo>
                  <a:cubicBezTo>
                    <a:pt x="35984" y="1039429"/>
                    <a:pt x="35511" y="1039500"/>
                    <a:pt x="35037" y="1039523"/>
                  </a:cubicBezTo>
                  <a:close/>
                  <a:moveTo>
                    <a:pt x="1610504" y="987702"/>
                  </a:moveTo>
                  <a:cubicBezTo>
                    <a:pt x="1610149" y="987702"/>
                    <a:pt x="1609770" y="987654"/>
                    <a:pt x="1609415" y="987583"/>
                  </a:cubicBezTo>
                  <a:cubicBezTo>
                    <a:pt x="1606598" y="986991"/>
                    <a:pt x="1604799" y="984222"/>
                    <a:pt x="1605391" y="981405"/>
                  </a:cubicBezTo>
                  <a:cubicBezTo>
                    <a:pt x="1605391" y="981405"/>
                    <a:pt x="1605391" y="981405"/>
                    <a:pt x="1605391" y="981405"/>
                  </a:cubicBezTo>
                  <a:cubicBezTo>
                    <a:pt x="1609131" y="963578"/>
                    <a:pt x="1612303" y="945349"/>
                    <a:pt x="1614860" y="927215"/>
                  </a:cubicBezTo>
                  <a:cubicBezTo>
                    <a:pt x="1615239" y="924398"/>
                    <a:pt x="1617820" y="922410"/>
                    <a:pt x="1620660" y="922788"/>
                  </a:cubicBezTo>
                  <a:cubicBezTo>
                    <a:pt x="1620684" y="922788"/>
                    <a:pt x="1620708" y="922788"/>
                    <a:pt x="1620731" y="922788"/>
                  </a:cubicBezTo>
                  <a:cubicBezTo>
                    <a:pt x="1623572" y="923191"/>
                    <a:pt x="1625561" y="925818"/>
                    <a:pt x="1625182" y="928660"/>
                  </a:cubicBezTo>
                  <a:cubicBezTo>
                    <a:pt x="1622625" y="947007"/>
                    <a:pt x="1619429" y="965472"/>
                    <a:pt x="1615712" y="983559"/>
                  </a:cubicBezTo>
                  <a:cubicBezTo>
                    <a:pt x="1615192" y="986021"/>
                    <a:pt x="1613014" y="987773"/>
                    <a:pt x="1610504" y="987725"/>
                  </a:cubicBezTo>
                  <a:close/>
                  <a:moveTo>
                    <a:pt x="12524" y="931121"/>
                  </a:moveTo>
                  <a:cubicBezTo>
                    <a:pt x="9919" y="931121"/>
                    <a:pt x="7718" y="929204"/>
                    <a:pt x="7363" y="926623"/>
                  </a:cubicBezTo>
                  <a:cubicBezTo>
                    <a:pt x="4995" y="908324"/>
                    <a:pt x="2983" y="889669"/>
                    <a:pt x="1752" y="871203"/>
                  </a:cubicBezTo>
                  <a:cubicBezTo>
                    <a:pt x="1562" y="868338"/>
                    <a:pt x="3717" y="865853"/>
                    <a:pt x="6581" y="865663"/>
                  </a:cubicBezTo>
                  <a:cubicBezTo>
                    <a:pt x="9470" y="865450"/>
                    <a:pt x="11955" y="867628"/>
                    <a:pt x="12145" y="870493"/>
                  </a:cubicBezTo>
                  <a:cubicBezTo>
                    <a:pt x="13376" y="888745"/>
                    <a:pt x="15222" y="907140"/>
                    <a:pt x="17684" y="925227"/>
                  </a:cubicBezTo>
                  <a:cubicBezTo>
                    <a:pt x="18087" y="928068"/>
                    <a:pt x="16098" y="930672"/>
                    <a:pt x="13258" y="931074"/>
                  </a:cubicBezTo>
                  <a:cubicBezTo>
                    <a:pt x="13258" y="931074"/>
                    <a:pt x="13234" y="931074"/>
                    <a:pt x="13234" y="931074"/>
                  </a:cubicBezTo>
                  <a:cubicBezTo>
                    <a:pt x="13021" y="931121"/>
                    <a:pt x="12831" y="931145"/>
                    <a:pt x="12618" y="931145"/>
                  </a:cubicBezTo>
                  <a:close/>
                  <a:moveTo>
                    <a:pt x="1625608" y="878092"/>
                  </a:moveTo>
                  <a:lnTo>
                    <a:pt x="1625229" y="878092"/>
                  </a:lnTo>
                  <a:cubicBezTo>
                    <a:pt x="1622412" y="877855"/>
                    <a:pt x="1620281" y="875393"/>
                    <a:pt x="1620494" y="872552"/>
                  </a:cubicBezTo>
                  <a:cubicBezTo>
                    <a:pt x="1621749" y="854347"/>
                    <a:pt x="1622412" y="835858"/>
                    <a:pt x="1622460" y="817558"/>
                  </a:cubicBezTo>
                  <a:cubicBezTo>
                    <a:pt x="1622460" y="814694"/>
                    <a:pt x="1624780" y="812374"/>
                    <a:pt x="1627644" y="812374"/>
                  </a:cubicBezTo>
                  <a:cubicBezTo>
                    <a:pt x="1627644" y="812374"/>
                    <a:pt x="1627668" y="812374"/>
                    <a:pt x="1627668" y="812374"/>
                  </a:cubicBezTo>
                  <a:lnTo>
                    <a:pt x="1627668" y="812374"/>
                  </a:lnTo>
                  <a:cubicBezTo>
                    <a:pt x="1630556" y="812374"/>
                    <a:pt x="1632876" y="814694"/>
                    <a:pt x="1632876" y="817582"/>
                  </a:cubicBezTo>
                  <a:cubicBezTo>
                    <a:pt x="1632876" y="836095"/>
                    <a:pt x="1632165" y="854845"/>
                    <a:pt x="1630888" y="873263"/>
                  </a:cubicBezTo>
                  <a:cubicBezTo>
                    <a:pt x="1630698" y="875985"/>
                    <a:pt x="1628425" y="878116"/>
                    <a:pt x="1625703" y="878116"/>
                  </a:cubicBezTo>
                  <a:close/>
                  <a:moveTo>
                    <a:pt x="5208" y="820802"/>
                  </a:moveTo>
                  <a:lnTo>
                    <a:pt x="5208" y="820802"/>
                  </a:lnTo>
                  <a:cubicBezTo>
                    <a:pt x="2344" y="820778"/>
                    <a:pt x="24" y="818458"/>
                    <a:pt x="0" y="815593"/>
                  </a:cubicBezTo>
                  <a:cubicBezTo>
                    <a:pt x="0" y="797057"/>
                    <a:pt x="663" y="778331"/>
                    <a:pt x="1918" y="759889"/>
                  </a:cubicBezTo>
                  <a:cubicBezTo>
                    <a:pt x="2107" y="757025"/>
                    <a:pt x="4593" y="754846"/>
                    <a:pt x="7458" y="755036"/>
                  </a:cubicBezTo>
                  <a:cubicBezTo>
                    <a:pt x="10346" y="755249"/>
                    <a:pt x="12500" y="757735"/>
                    <a:pt x="12310" y="760599"/>
                  </a:cubicBezTo>
                  <a:cubicBezTo>
                    <a:pt x="11079" y="778804"/>
                    <a:pt x="10440" y="797293"/>
                    <a:pt x="10417" y="815593"/>
                  </a:cubicBezTo>
                  <a:cubicBezTo>
                    <a:pt x="10440" y="818458"/>
                    <a:pt x="8120" y="820778"/>
                    <a:pt x="5256" y="820802"/>
                  </a:cubicBezTo>
                  <a:cubicBezTo>
                    <a:pt x="5232" y="820802"/>
                    <a:pt x="5232" y="820802"/>
                    <a:pt x="5208" y="820802"/>
                  </a:cubicBezTo>
                  <a:close/>
                  <a:moveTo>
                    <a:pt x="1625892" y="767488"/>
                  </a:moveTo>
                  <a:cubicBezTo>
                    <a:pt x="1623194" y="767488"/>
                    <a:pt x="1620944" y="765429"/>
                    <a:pt x="1620684" y="762753"/>
                  </a:cubicBezTo>
                  <a:cubicBezTo>
                    <a:pt x="1619500" y="744501"/>
                    <a:pt x="1617654" y="726083"/>
                    <a:pt x="1615215" y="708020"/>
                  </a:cubicBezTo>
                  <a:cubicBezTo>
                    <a:pt x="1614860" y="705155"/>
                    <a:pt x="1616896" y="702575"/>
                    <a:pt x="1619737" y="702220"/>
                  </a:cubicBezTo>
                  <a:cubicBezTo>
                    <a:pt x="1622554" y="701865"/>
                    <a:pt x="1625134" y="703829"/>
                    <a:pt x="1625537" y="706623"/>
                  </a:cubicBezTo>
                  <a:cubicBezTo>
                    <a:pt x="1627905" y="724946"/>
                    <a:pt x="1629869" y="743578"/>
                    <a:pt x="1631100" y="762067"/>
                  </a:cubicBezTo>
                  <a:cubicBezTo>
                    <a:pt x="1631290" y="764932"/>
                    <a:pt x="1629112" y="767417"/>
                    <a:pt x="1626247" y="767607"/>
                  </a:cubicBezTo>
                  <a:cubicBezTo>
                    <a:pt x="1626247" y="767607"/>
                    <a:pt x="1626223" y="767607"/>
                    <a:pt x="1626223" y="767607"/>
                  </a:cubicBezTo>
                  <a:close/>
                  <a:moveTo>
                    <a:pt x="12760" y="710387"/>
                  </a:moveTo>
                  <a:cubicBezTo>
                    <a:pt x="12524" y="710411"/>
                    <a:pt x="12287" y="710411"/>
                    <a:pt x="12050" y="710387"/>
                  </a:cubicBezTo>
                  <a:cubicBezTo>
                    <a:pt x="9209" y="709984"/>
                    <a:pt x="7197" y="707357"/>
                    <a:pt x="7599" y="704516"/>
                  </a:cubicBezTo>
                  <a:cubicBezTo>
                    <a:pt x="7599" y="704516"/>
                    <a:pt x="7599" y="704516"/>
                    <a:pt x="7599" y="704516"/>
                  </a:cubicBezTo>
                  <a:cubicBezTo>
                    <a:pt x="10109" y="686192"/>
                    <a:pt x="13305" y="667727"/>
                    <a:pt x="17069" y="649616"/>
                  </a:cubicBezTo>
                  <a:cubicBezTo>
                    <a:pt x="17661" y="646799"/>
                    <a:pt x="20407" y="645000"/>
                    <a:pt x="23224" y="645568"/>
                  </a:cubicBezTo>
                  <a:cubicBezTo>
                    <a:pt x="26065" y="646160"/>
                    <a:pt x="27864" y="648930"/>
                    <a:pt x="27272" y="651747"/>
                  </a:cubicBezTo>
                  <a:cubicBezTo>
                    <a:pt x="23555" y="669621"/>
                    <a:pt x="20407" y="687850"/>
                    <a:pt x="17921" y="705936"/>
                  </a:cubicBezTo>
                  <a:cubicBezTo>
                    <a:pt x="17519" y="708470"/>
                    <a:pt x="15341" y="710340"/>
                    <a:pt x="12760" y="710340"/>
                  </a:cubicBezTo>
                  <a:close/>
                  <a:moveTo>
                    <a:pt x="1611096" y="657831"/>
                  </a:moveTo>
                  <a:cubicBezTo>
                    <a:pt x="1608634" y="657831"/>
                    <a:pt x="1606503" y="656103"/>
                    <a:pt x="1606006" y="653688"/>
                  </a:cubicBezTo>
                  <a:cubicBezTo>
                    <a:pt x="1602337" y="635791"/>
                    <a:pt x="1597981" y="617799"/>
                    <a:pt x="1593104" y="600209"/>
                  </a:cubicBezTo>
                  <a:cubicBezTo>
                    <a:pt x="1592157" y="597487"/>
                    <a:pt x="1593601" y="594528"/>
                    <a:pt x="1596324" y="593581"/>
                  </a:cubicBezTo>
                  <a:cubicBezTo>
                    <a:pt x="1599022" y="592634"/>
                    <a:pt x="1602005" y="594078"/>
                    <a:pt x="1602952" y="596800"/>
                  </a:cubicBezTo>
                  <a:cubicBezTo>
                    <a:pt x="1603023" y="596990"/>
                    <a:pt x="1603071" y="597203"/>
                    <a:pt x="1603118" y="597416"/>
                  </a:cubicBezTo>
                  <a:cubicBezTo>
                    <a:pt x="1608089" y="615242"/>
                    <a:pt x="1612587" y="633447"/>
                    <a:pt x="1616209" y="651581"/>
                  </a:cubicBezTo>
                  <a:cubicBezTo>
                    <a:pt x="1616801" y="654398"/>
                    <a:pt x="1614978" y="657145"/>
                    <a:pt x="1612161" y="657737"/>
                  </a:cubicBezTo>
                  <a:cubicBezTo>
                    <a:pt x="1612161" y="657737"/>
                    <a:pt x="1612161" y="657737"/>
                    <a:pt x="1612161" y="657737"/>
                  </a:cubicBezTo>
                  <a:cubicBezTo>
                    <a:pt x="1611806" y="657784"/>
                    <a:pt x="1611451" y="657808"/>
                    <a:pt x="1611096" y="657784"/>
                  </a:cubicBezTo>
                  <a:close/>
                  <a:moveTo>
                    <a:pt x="35321" y="602056"/>
                  </a:moveTo>
                  <a:cubicBezTo>
                    <a:pt x="34848" y="602056"/>
                    <a:pt x="34351" y="602008"/>
                    <a:pt x="33901" y="601866"/>
                  </a:cubicBezTo>
                  <a:cubicBezTo>
                    <a:pt x="31131" y="601109"/>
                    <a:pt x="29521" y="598244"/>
                    <a:pt x="30303" y="595474"/>
                  </a:cubicBezTo>
                  <a:cubicBezTo>
                    <a:pt x="30303" y="595474"/>
                    <a:pt x="30303" y="595451"/>
                    <a:pt x="30303" y="595451"/>
                  </a:cubicBezTo>
                  <a:cubicBezTo>
                    <a:pt x="35297" y="577625"/>
                    <a:pt x="41003" y="559774"/>
                    <a:pt x="47205" y="542351"/>
                  </a:cubicBezTo>
                  <a:cubicBezTo>
                    <a:pt x="48176" y="539628"/>
                    <a:pt x="51159" y="538231"/>
                    <a:pt x="53858" y="539202"/>
                  </a:cubicBezTo>
                  <a:cubicBezTo>
                    <a:pt x="56581" y="540149"/>
                    <a:pt x="58001" y="543132"/>
                    <a:pt x="57030" y="545854"/>
                  </a:cubicBezTo>
                  <a:cubicBezTo>
                    <a:pt x="50875" y="563041"/>
                    <a:pt x="45193" y="580678"/>
                    <a:pt x="40317" y="598268"/>
                  </a:cubicBezTo>
                  <a:cubicBezTo>
                    <a:pt x="39677" y="600493"/>
                    <a:pt x="37642" y="602008"/>
                    <a:pt x="35321" y="602008"/>
                  </a:cubicBezTo>
                  <a:close/>
                  <a:moveTo>
                    <a:pt x="1581480" y="551181"/>
                  </a:moveTo>
                  <a:cubicBezTo>
                    <a:pt x="1579279" y="551181"/>
                    <a:pt x="1577313" y="549784"/>
                    <a:pt x="1576579" y="547701"/>
                  </a:cubicBezTo>
                  <a:cubicBezTo>
                    <a:pt x="1570472" y="530490"/>
                    <a:pt x="1563701" y="513255"/>
                    <a:pt x="1556409" y="496447"/>
                  </a:cubicBezTo>
                  <a:cubicBezTo>
                    <a:pt x="1555581" y="493701"/>
                    <a:pt x="1557167" y="490789"/>
                    <a:pt x="1559913" y="489984"/>
                  </a:cubicBezTo>
                  <a:cubicBezTo>
                    <a:pt x="1562210" y="489297"/>
                    <a:pt x="1564671" y="490244"/>
                    <a:pt x="1565879" y="492304"/>
                  </a:cubicBezTo>
                  <a:cubicBezTo>
                    <a:pt x="1573265" y="509326"/>
                    <a:pt x="1580083" y="526797"/>
                    <a:pt x="1586310" y="544245"/>
                  </a:cubicBezTo>
                  <a:cubicBezTo>
                    <a:pt x="1587256" y="546943"/>
                    <a:pt x="1585836" y="549902"/>
                    <a:pt x="1583137" y="550873"/>
                  </a:cubicBezTo>
                  <a:cubicBezTo>
                    <a:pt x="1582616" y="551063"/>
                    <a:pt x="1582048" y="551181"/>
                    <a:pt x="1581480" y="551181"/>
                  </a:cubicBezTo>
                  <a:close/>
                  <a:moveTo>
                    <a:pt x="72513" y="497867"/>
                  </a:moveTo>
                  <a:cubicBezTo>
                    <a:pt x="71803" y="497867"/>
                    <a:pt x="71092" y="497702"/>
                    <a:pt x="70430" y="497418"/>
                  </a:cubicBezTo>
                  <a:cubicBezTo>
                    <a:pt x="67802" y="496281"/>
                    <a:pt x="66595" y="493227"/>
                    <a:pt x="67755" y="490600"/>
                  </a:cubicBezTo>
                  <a:cubicBezTo>
                    <a:pt x="67755" y="490600"/>
                    <a:pt x="67755" y="490576"/>
                    <a:pt x="67755" y="490576"/>
                  </a:cubicBezTo>
                  <a:cubicBezTo>
                    <a:pt x="75141" y="473625"/>
                    <a:pt x="83214" y="456746"/>
                    <a:pt x="91736" y="440340"/>
                  </a:cubicBezTo>
                  <a:cubicBezTo>
                    <a:pt x="93204" y="437854"/>
                    <a:pt x="96400" y="437050"/>
                    <a:pt x="98862" y="438517"/>
                  </a:cubicBezTo>
                  <a:cubicBezTo>
                    <a:pt x="101134" y="439843"/>
                    <a:pt x="102034" y="442660"/>
                    <a:pt x="100992" y="445075"/>
                  </a:cubicBezTo>
                  <a:cubicBezTo>
                    <a:pt x="92565" y="461268"/>
                    <a:pt x="84586" y="477958"/>
                    <a:pt x="77318" y="494790"/>
                  </a:cubicBezTo>
                  <a:cubicBezTo>
                    <a:pt x="76466" y="496684"/>
                    <a:pt x="74549" y="497891"/>
                    <a:pt x="72466" y="497867"/>
                  </a:cubicBezTo>
                  <a:close/>
                  <a:moveTo>
                    <a:pt x="1537423" y="449526"/>
                  </a:moveTo>
                  <a:cubicBezTo>
                    <a:pt x="1535435" y="449573"/>
                    <a:pt x="1533612" y="448484"/>
                    <a:pt x="1532688" y="446732"/>
                  </a:cubicBezTo>
                  <a:cubicBezTo>
                    <a:pt x="1524308" y="430516"/>
                    <a:pt x="1515241" y="414370"/>
                    <a:pt x="1505724" y="398722"/>
                  </a:cubicBezTo>
                  <a:cubicBezTo>
                    <a:pt x="1504327" y="396212"/>
                    <a:pt x="1505227" y="393040"/>
                    <a:pt x="1507736" y="391643"/>
                  </a:cubicBezTo>
                  <a:cubicBezTo>
                    <a:pt x="1510104" y="390294"/>
                    <a:pt x="1513134" y="391028"/>
                    <a:pt x="1514625" y="393324"/>
                  </a:cubicBezTo>
                  <a:cubicBezTo>
                    <a:pt x="1524261" y="409162"/>
                    <a:pt x="1533446" y="425520"/>
                    <a:pt x="1541945" y="441926"/>
                  </a:cubicBezTo>
                  <a:cubicBezTo>
                    <a:pt x="1543295" y="444459"/>
                    <a:pt x="1542347" y="447608"/>
                    <a:pt x="1539814" y="448981"/>
                  </a:cubicBezTo>
                  <a:cubicBezTo>
                    <a:pt x="1539790" y="449005"/>
                    <a:pt x="1539743" y="449005"/>
                    <a:pt x="1539720" y="449028"/>
                  </a:cubicBezTo>
                  <a:cubicBezTo>
                    <a:pt x="1538986" y="449383"/>
                    <a:pt x="1538181" y="449549"/>
                    <a:pt x="1537376" y="449526"/>
                  </a:cubicBezTo>
                  <a:close/>
                  <a:moveTo>
                    <a:pt x="123553" y="399811"/>
                  </a:moveTo>
                  <a:cubicBezTo>
                    <a:pt x="120665" y="399787"/>
                    <a:pt x="118345" y="397420"/>
                    <a:pt x="118369" y="394531"/>
                  </a:cubicBezTo>
                  <a:cubicBezTo>
                    <a:pt x="118393" y="393585"/>
                    <a:pt x="118653" y="392685"/>
                    <a:pt x="119127" y="391880"/>
                  </a:cubicBezTo>
                  <a:cubicBezTo>
                    <a:pt x="128762" y="376113"/>
                    <a:pt x="139060" y="360465"/>
                    <a:pt x="149737" y="345361"/>
                  </a:cubicBezTo>
                  <a:cubicBezTo>
                    <a:pt x="151465" y="343064"/>
                    <a:pt x="154732" y="342615"/>
                    <a:pt x="157028" y="344343"/>
                  </a:cubicBezTo>
                  <a:cubicBezTo>
                    <a:pt x="159230" y="346000"/>
                    <a:pt x="159751" y="349078"/>
                    <a:pt x="158236" y="351374"/>
                  </a:cubicBezTo>
                  <a:cubicBezTo>
                    <a:pt x="147701" y="366289"/>
                    <a:pt x="137521" y="381748"/>
                    <a:pt x="128004" y="397301"/>
                  </a:cubicBezTo>
                  <a:cubicBezTo>
                    <a:pt x="127057" y="398864"/>
                    <a:pt x="125329" y="399811"/>
                    <a:pt x="123506" y="399787"/>
                  </a:cubicBezTo>
                  <a:close/>
                  <a:moveTo>
                    <a:pt x="1479920" y="354831"/>
                  </a:moveTo>
                  <a:cubicBezTo>
                    <a:pt x="1478215" y="354831"/>
                    <a:pt x="1476629" y="354002"/>
                    <a:pt x="1475658" y="352605"/>
                  </a:cubicBezTo>
                  <a:cubicBezTo>
                    <a:pt x="1465124" y="337667"/>
                    <a:pt x="1453949" y="322918"/>
                    <a:pt x="1442515" y="308737"/>
                  </a:cubicBezTo>
                  <a:cubicBezTo>
                    <a:pt x="1440574" y="306607"/>
                    <a:pt x="1440740" y="303316"/>
                    <a:pt x="1442870" y="301375"/>
                  </a:cubicBezTo>
                  <a:cubicBezTo>
                    <a:pt x="1445001" y="299458"/>
                    <a:pt x="1448291" y="299599"/>
                    <a:pt x="1450233" y="301730"/>
                  </a:cubicBezTo>
                  <a:cubicBezTo>
                    <a:pt x="1450351" y="301872"/>
                    <a:pt x="1450469" y="302014"/>
                    <a:pt x="1450588" y="302180"/>
                  </a:cubicBezTo>
                  <a:cubicBezTo>
                    <a:pt x="1462259" y="316526"/>
                    <a:pt x="1473575" y="331488"/>
                    <a:pt x="1484252" y="346616"/>
                  </a:cubicBezTo>
                  <a:cubicBezTo>
                    <a:pt x="1485909" y="348959"/>
                    <a:pt x="1485341" y="352203"/>
                    <a:pt x="1482997" y="353860"/>
                  </a:cubicBezTo>
                  <a:cubicBezTo>
                    <a:pt x="1482098" y="354546"/>
                    <a:pt x="1481009" y="354901"/>
                    <a:pt x="1479872" y="354901"/>
                  </a:cubicBezTo>
                  <a:close/>
                  <a:moveTo>
                    <a:pt x="187449" y="309448"/>
                  </a:moveTo>
                  <a:cubicBezTo>
                    <a:pt x="186242" y="309448"/>
                    <a:pt x="185082" y="309022"/>
                    <a:pt x="184158" y="308264"/>
                  </a:cubicBezTo>
                  <a:cubicBezTo>
                    <a:pt x="181933" y="306441"/>
                    <a:pt x="181602" y="303174"/>
                    <a:pt x="183401" y="300949"/>
                  </a:cubicBezTo>
                  <a:cubicBezTo>
                    <a:pt x="195095" y="286603"/>
                    <a:pt x="207430" y="272540"/>
                    <a:pt x="220048" y="258975"/>
                  </a:cubicBezTo>
                  <a:cubicBezTo>
                    <a:pt x="222013" y="256868"/>
                    <a:pt x="225303" y="256750"/>
                    <a:pt x="227411" y="258715"/>
                  </a:cubicBezTo>
                  <a:cubicBezTo>
                    <a:pt x="229517" y="260680"/>
                    <a:pt x="229636" y="263971"/>
                    <a:pt x="227671" y="266078"/>
                  </a:cubicBezTo>
                  <a:cubicBezTo>
                    <a:pt x="215195" y="279406"/>
                    <a:pt x="203026" y="293349"/>
                    <a:pt x="191474" y="307507"/>
                  </a:cubicBezTo>
                  <a:cubicBezTo>
                    <a:pt x="190503" y="308714"/>
                    <a:pt x="189012" y="309448"/>
                    <a:pt x="187449" y="309448"/>
                  </a:cubicBezTo>
                  <a:close/>
                  <a:moveTo>
                    <a:pt x="1410082" y="268895"/>
                  </a:moveTo>
                  <a:cubicBezTo>
                    <a:pt x="1408638" y="268895"/>
                    <a:pt x="1407264" y="268303"/>
                    <a:pt x="1406270" y="267238"/>
                  </a:cubicBezTo>
                  <a:cubicBezTo>
                    <a:pt x="1393842" y="253885"/>
                    <a:pt x="1380774" y="240770"/>
                    <a:pt x="1367446" y="228270"/>
                  </a:cubicBezTo>
                  <a:cubicBezTo>
                    <a:pt x="1365244" y="226424"/>
                    <a:pt x="1364960" y="223133"/>
                    <a:pt x="1366806" y="220931"/>
                  </a:cubicBezTo>
                  <a:cubicBezTo>
                    <a:pt x="1368653" y="218730"/>
                    <a:pt x="1371943" y="218446"/>
                    <a:pt x="1374145" y="220292"/>
                  </a:cubicBezTo>
                  <a:cubicBezTo>
                    <a:pt x="1374287" y="220411"/>
                    <a:pt x="1374429" y="220529"/>
                    <a:pt x="1374548" y="220671"/>
                  </a:cubicBezTo>
                  <a:cubicBezTo>
                    <a:pt x="1388065" y="233336"/>
                    <a:pt x="1401275" y="246712"/>
                    <a:pt x="1413870" y="260135"/>
                  </a:cubicBezTo>
                  <a:cubicBezTo>
                    <a:pt x="1415835" y="262242"/>
                    <a:pt x="1415716" y="265533"/>
                    <a:pt x="1413609" y="267498"/>
                  </a:cubicBezTo>
                  <a:cubicBezTo>
                    <a:pt x="1413609" y="267498"/>
                    <a:pt x="1413609" y="267498"/>
                    <a:pt x="1413609" y="267498"/>
                  </a:cubicBezTo>
                  <a:cubicBezTo>
                    <a:pt x="1412662" y="268421"/>
                    <a:pt x="1411407" y="268942"/>
                    <a:pt x="1410082" y="268942"/>
                  </a:cubicBezTo>
                  <a:close/>
                  <a:moveTo>
                    <a:pt x="263016" y="228649"/>
                  </a:moveTo>
                  <a:cubicBezTo>
                    <a:pt x="260128" y="228673"/>
                    <a:pt x="257808" y="226353"/>
                    <a:pt x="257784" y="223465"/>
                  </a:cubicBezTo>
                  <a:cubicBezTo>
                    <a:pt x="257784" y="222020"/>
                    <a:pt x="258376" y="220624"/>
                    <a:pt x="259441" y="219630"/>
                  </a:cubicBezTo>
                  <a:cubicBezTo>
                    <a:pt x="272959" y="206988"/>
                    <a:pt x="287092" y="194654"/>
                    <a:pt x="301439" y="182982"/>
                  </a:cubicBezTo>
                  <a:cubicBezTo>
                    <a:pt x="303687" y="181183"/>
                    <a:pt x="306978" y="181562"/>
                    <a:pt x="308753" y="183835"/>
                  </a:cubicBezTo>
                  <a:cubicBezTo>
                    <a:pt x="310505" y="186036"/>
                    <a:pt x="310174" y="189232"/>
                    <a:pt x="308020" y="191055"/>
                  </a:cubicBezTo>
                  <a:cubicBezTo>
                    <a:pt x="293816" y="202584"/>
                    <a:pt x="279895" y="214729"/>
                    <a:pt x="266567" y="227229"/>
                  </a:cubicBezTo>
                  <a:cubicBezTo>
                    <a:pt x="265596" y="228128"/>
                    <a:pt x="264341" y="228649"/>
                    <a:pt x="263016" y="228649"/>
                  </a:cubicBezTo>
                  <a:close/>
                  <a:moveTo>
                    <a:pt x="1329378" y="193138"/>
                  </a:moveTo>
                  <a:cubicBezTo>
                    <a:pt x="1328171" y="193138"/>
                    <a:pt x="1327011" y="192712"/>
                    <a:pt x="1326088" y="191955"/>
                  </a:cubicBezTo>
                  <a:cubicBezTo>
                    <a:pt x="1311883" y="180402"/>
                    <a:pt x="1297252" y="169181"/>
                    <a:pt x="1282362" y="158575"/>
                  </a:cubicBezTo>
                  <a:cubicBezTo>
                    <a:pt x="1279947" y="157012"/>
                    <a:pt x="1279237" y="153793"/>
                    <a:pt x="1280799" y="151378"/>
                  </a:cubicBezTo>
                  <a:cubicBezTo>
                    <a:pt x="1282362" y="148963"/>
                    <a:pt x="1285581" y="148253"/>
                    <a:pt x="1287996" y="149815"/>
                  </a:cubicBezTo>
                  <a:cubicBezTo>
                    <a:pt x="1288138" y="149910"/>
                    <a:pt x="1288280" y="150005"/>
                    <a:pt x="1288398" y="150099"/>
                  </a:cubicBezTo>
                  <a:cubicBezTo>
                    <a:pt x="1303479" y="160824"/>
                    <a:pt x="1318370" y="172187"/>
                    <a:pt x="1332668" y="183882"/>
                  </a:cubicBezTo>
                  <a:cubicBezTo>
                    <a:pt x="1334894" y="185681"/>
                    <a:pt x="1335249" y="188972"/>
                    <a:pt x="1333450" y="191197"/>
                  </a:cubicBezTo>
                  <a:cubicBezTo>
                    <a:pt x="1332456" y="192428"/>
                    <a:pt x="1330964" y="193138"/>
                    <a:pt x="1329378" y="193138"/>
                  </a:cubicBezTo>
                  <a:close/>
                  <a:moveTo>
                    <a:pt x="348833" y="158598"/>
                  </a:moveTo>
                  <a:cubicBezTo>
                    <a:pt x="345945" y="158598"/>
                    <a:pt x="343625" y="156278"/>
                    <a:pt x="343602" y="153414"/>
                  </a:cubicBezTo>
                  <a:cubicBezTo>
                    <a:pt x="343602" y="151709"/>
                    <a:pt x="344430" y="150099"/>
                    <a:pt x="345827" y="149129"/>
                  </a:cubicBezTo>
                  <a:cubicBezTo>
                    <a:pt x="360930" y="138428"/>
                    <a:pt x="376603" y="128107"/>
                    <a:pt x="392393" y="118471"/>
                  </a:cubicBezTo>
                  <a:cubicBezTo>
                    <a:pt x="394855" y="116980"/>
                    <a:pt x="398051" y="117761"/>
                    <a:pt x="399543" y="120200"/>
                  </a:cubicBezTo>
                  <a:cubicBezTo>
                    <a:pt x="401057" y="122662"/>
                    <a:pt x="400277" y="125881"/>
                    <a:pt x="397814" y="127373"/>
                  </a:cubicBezTo>
                  <a:cubicBezTo>
                    <a:pt x="382237" y="136842"/>
                    <a:pt x="366754" y="147046"/>
                    <a:pt x="351840" y="157628"/>
                  </a:cubicBezTo>
                  <a:cubicBezTo>
                    <a:pt x="350964" y="158291"/>
                    <a:pt x="349922" y="158670"/>
                    <a:pt x="348833" y="158693"/>
                  </a:cubicBezTo>
                  <a:close/>
                  <a:moveTo>
                    <a:pt x="1239204" y="129030"/>
                  </a:moveTo>
                  <a:cubicBezTo>
                    <a:pt x="1238234" y="129030"/>
                    <a:pt x="1237311" y="128770"/>
                    <a:pt x="1236482" y="128272"/>
                  </a:cubicBezTo>
                  <a:cubicBezTo>
                    <a:pt x="1220905" y="118803"/>
                    <a:pt x="1204830" y="109594"/>
                    <a:pt x="1188661" y="101142"/>
                  </a:cubicBezTo>
                  <a:cubicBezTo>
                    <a:pt x="1185986" y="100100"/>
                    <a:pt x="1184637" y="97094"/>
                    <a:pt x="1185654" y="94419"/>
                  </a:cubicBezTo>
                  <a:cubicBezTo>
                    <a:pt x="1186696" y="91720"/>
                    <a:pt x="1189703" y="90394"/>
                    <a:pt x="1192401" y="91412"/>
                  </a:cubicBezTo>
                  <a:cubicBezTo>
                    <a:pt x="1192733" y="91554"/>
                    <a:pt x="1193088" y="91720"/>
                    <a:pt x="1193396" y="91933"/>
                  </a:cubicBezTo>
                  <a:cubicBezTo>
                    <a:pt x="1209754" y="100479"/>
                    <a:pt x="1226066" y="109712"/>
                    <a:pt x="1241832" y="119395"/>
                  </a:cubicBezTo>
                  <a:cubicBezTo>
                    <a:pt x="1244271" y="120910"/>
                    <a:pt x="1245028" y="124129"/>
                    <a:pt x="1243513" y="126568"/>
                  </a:cubicBezTo>
                  <a:cubicBezTo>
                    <a:pt x="1242566" y="128083"/>
                    <a:pt x="1240909" y="129030"/>
                    <a:pt x="1239110" y="129030"/>
                  </a:cubicBezTo>
                  <a:close/>
                  <a:moveTo>
                    <a:pt x="443363" y="101118"/>
                  </a:moveTo>
                  <a:cubicBezTo>
                    <a:pt x="440475" y="101071"/>
                    <a:pt x="438178" y="98680"/>
                    <a:pt x="438226" y="95792"/>
                  </a:cubicBezTo>
                  <a:cubicBezTo>
                    <a:pt x="438249" y="93898"/>
                    <a:pt x="439315" y="92170"/>
                    <a:pt x="440995" y="91270"/>
                  </a:cubicBezTo>
                  <a:cubicBezTo>
                    <a:pt x="457425" y="82748"/>
                    <a:pt x="474352" y="74698"/>
                    <a:pt x="491350" y="67265"/>
                  </a:cubicBezTo>
                  <a:cubicBezTo>
                    <a:pt x="494096" y="66413"/>
                    <a:pt x="497007" y="67975"/>
                    <a:pt x="497860" y="70721"/>
                  </a:cubicBezTo>
                  <a:cubicBezTo>
                    <a:pt x="498570" y="73018"/>
                    <a:pt x="497599" y="75504"/>
                    <a:pt x="495516" y="76734"/>
                  </a:cubicBezTo>
                  <a:cubicBezTo>
                    <a:pt x="478731" y="84050"/>
                    <a:pt x="462017" y="92028"/>
                    <a:pt x="445801" y="100408"/>
                  </a:cubicBezTo>
                  <a:cubicBezTo>
                    <a:pt x="445067" y="100834"/>
                    <a:pt x="444215" y="101095"/>
                    <a:pt x="443363" y="101118"/>
                  </a:cubicBezTo>
                  <a:close/>
                  <a:moveTo>
                    <a:pt x="1141219" y="77989"/>
                  </a:moveTo>
                  <a:cubicBezTo>
                    <a:pt x="1140508" y="77989"/>
                    <a:pt x="1139798" y="77847"/>
                    <a:pt x="1139135" y="77563"/>
                  </a:cubicBezTo>
                  <a:cubicBezTo>
                    <a:pt x="1122422" y="70224"/>
                    <a:pt x="1105258" y="63359"/>
                    <a:pt x="1088095" y="57227"/>
                  </a:cubicBezTo>
                  <a:cubicBezTo>
                    <a:pt x="1085396" y="56257"/>
                    <a:pt x="1083976" y="53297"/>
                    <a:pt x="1084922" y="50575"/>
                  </a:cubicBezTo>
                  <a:cubicBezTo>
                    <a:pt x="1085893" y="47876"/>
                    <a:pt x="1088876" y="46456"/>
                    <a:pt x="1091575" y="47403"/>
                  </a:cubicBezTo>
                  <a:cubicBezTo>
                    <a:pt x="1091599" y="47426"/>
                    <a:pt x="1091599" y="47426"/>
                    <a:pt x="1091622" y="47426"/>
                  </a:cubicBezTo>
                  <a:cubicBezTo>
                    <a:pt x="1108998" y="53676"/>
                    <a:pt x="1126399" y="60589"/>
                    <a:pt x="1143325" y="68023"/>
                  </a:cubicBezTo>
                  <a:cubicBezTo>
                    <a:pt x="1145954" y="69183"/>
                    <a:pt x="1147137" y="72260"/>
                    <a:pt x="1145977" y="74888"/>
                  </a:cubicBezTo>
                  <a:cubicBezTo>
                    <a:pt x="1145125" y="76782"/>
                    <a:pt x="1143278" y="77989"/>
                    <a:pt x="1141219" y="77989"/>
                  </a:cubicBezTo>
                  <a:close/>
                  <a:moveTo>
                    <a:pt x="544923" y="56849"/>
                  </a:moveTo>
                  <a:cubicBezTo>
                    <a:pt x="542035" y="56849"/>
                    <a:pt x="539715" y="54505"/>
                    <a:pt x="539715" y="51616"/>
                  </a:cubicBezTo>
                  <a:cubicBezTo>
                    <a:pt x="539739" y="49439"/>
                    <a:pt x="541112" y="47474"/>
                    <a:pt x="543171" y="46740"/>
                  </a:cubicBezTo>
                  <a:cubicBezTo>
                    <a:pt x="560595" y="40537"/>
                    <a:pt x="578446" y="34903"/>
                    <a:pt x="596296" y="29860"/>
                  </a:cubicBezTo>
                  <a:cubicBezTo>
                    <a:pt x="599018" y="28913"/>
                    <a:pt x="601977" y="30357"/>
                    <a:pt x="602924" y="33080"/>
                  </a:cubicBezTo>
                  <a:cubicBezTo>
                    <a:pt x="603871" y="35779"/>
                    <a:pt x="602427" y="38762"/>
                    <a:pt x="599705" y="39709"/>
                  </a:cubicBezTo>
                  <a:cubicBezTo>
                    <a:pt x="599515" y="39780"/>
                    <a:pt x="599302" y="39827"/>
                    <a:pt x="599089" y="39874"/>
                  </a:cubicBezTo>
                  <a:cubicBezTo>
                    <a:pt x="581500" y="44822"/>
                    <a:pt x="563862" y="50433"/>
                    <a:pt x="546675" y="56446"/>
                  </a:cubicBezTo>
                  <a:cubicBezTo>
                    <a:pt x="546107" y="56659"/>
                    <a:pt x="545515" y="56754"/>
                    <a:pt x="544923" y="56754"/>
                  </a:cubicBezTo>
                  <a:close/>
                  <a:moveTo>
                    <a:pt x="1037149" y="40632"/>
                  </a:moveTo>
                  <a:cubicBezTo>
                    <a:pt x="1036675" y="40632"/>
                    <a:pt x="1036202" y="40561"/>
                    <a:pt x="1035728" y="40442"/>
                  </a:cubicBezTo>
                  <a:cubicBezTo>
                    <a:pt x="1018139" y="35471"/>
                    <a:pt x="1000218" y="30973"/>
                    <a:pt x="982320" y="27280"/>
                  </a:cubicBezTo>
                  <a:cubicBezTo>
                    <a:pt x="979479" y="26854"/>
                    <a:pt x="977514" y="24202"/>
                    <a:pt x="977941" y="21338"/>
                  </a:cubicBezTo>
                  <a:cubicBezTo>
                    <a:pt x="978390" y="18497"/>
                    <a:pt x="981042" y="16556"/>
                    <a:pt x="983883" y="16982"/>
                  </a:cubicBezTo>
                  <a:cubicBezTo>
                    <a:pt x="984072" y="17005"/>
                    <a:pt x="984261" y="17053"/>
                    <a:pt x="984451" y="17100"/>
                  </a:cubicBezTo>
                  <a:cubicBezTo>
                    <a:pt x="1002561" y="20888"/>
                    <a:pt x="1020742" y="25362"/>
                    <a:pt x="1038569" y="30405"/>
                  </a:cubicBezTo>
                  <a:cubicBezTo>
                    <a:pt x="1041339" y="31162"/>
                    <a:pt x="1042973" y="34051"/>
                    <a:pt x="1042191" y="36820"/>
                  </a:cubicBezTo>
                  <a:cubicBezTo>
                    <a:pt x="1041576" y="39070"/>
                    <a:pt x="1039493" y="40655"/>
                    <a:pt x="1037149" y="40632"/>
                  </a:cubicBezTo>
                  <a:close/>
                  <a:moveTo>
                    <a:pt x="651479" y="26972"/>
                  </a:moveTo>
                  <a:cubicBezTo>
                    <a:pt x="648591" y="26949"/>
                    <a:pt x="646294" y="24605"/>
                    <a:pt x="646318" y="21716"/>
                  </a:cubicBezTo>
                  <a:cubicBezTo>
                    <a:pt x="646318" y="19278"/>
                    <a:pt x="648023" y="17195"/>
                    <a:pt x="650414" y="16674"/>
                  </a:cubicBezTo>
                  <a:cubicBezTo>
                    <a:pt x="668501" y="12934"/>
                    <a:pt x="686966" y="9761"/>
                    <a:pt x="705337" y="7204"/>
                  </a:cubicBezTo>
                  <a:cubicBezTo>
                    <a:pt x="708178" y="6778"/>
                    <a:pt x="710829" y="8767"/>
                    <a:pt x="711255" y="11608"/>
                  </a:cubicBezTo>
                  <a:cubicBezTo>
                    <a:pt x="711658" y="14449"/>
                    <a:pt x="709693" y="17100"/>
                    <a:pt x="706852" y="17503"/>
                  </a:cubicBezTo>
                  <a:cubicBezTo>
                    <a:pt x="706805" y="17526"/>
                    <a:pt x="706781" y="17526"/>
                    <a:pt x="706734" y="17526"/>
                  </a:cubicBezTo>
                  <a:cubicBezTo>
                    <a:pt x="688600" y="19894"/>
                    <a:pt x="670370" y="23137"/>
                    <a:pt x="652545" y="26854"/>
                  </a:cubicBezTo>
                  <a:cubicBezTo>
                    <a:pt x="652189" y="26901"/>
                    <a:pt x="651834" y="26901"/>
                    <a:pt x="651479" y="26877"/>
                  </a:cubicBezTo>
                  <a:close/>
                  <a:moveTo>
                    <a:pt x="928865" y="17881"/>
                  </a:moveTo>
                  <a:lnTo>
                    <a:pt x="928131" y="17881"/>
                  </a:lnTo>
                  <a:cubicBezTo>
                    <a:pt x="910068" y="15372"/>
                    <a:pt x="891650" y="13454"/>
                    <a:pt x="873421" y="12176"/>
                  </a:cubicBezTo>
                  <a:cubicBezTo>
                    <a:pt x="870604" y="11915"/>
                    <a:pt x="868497" y="9454"/>
                    <a:pt x="868686" y="6613"/>
                  </a:cubicBezTo>
                  <a:cubicBezTo>
                    <a:pt x="868923" y="3772"/>
                    <a:pt x="871409" y="1641"/>
                    <a:pt x="874249" y="1878"/>
                  </a:cubicBezTo>
                  <a:cubicBezTo>
                    <a:pt x="874249" y="1878"/>
                    <a:pt x="874249" y="1878"/>
                    <a:pt x="874249" y="1878"/>
                  </a:cubicBezTo>
                  <a:cubicBezTo>
                    <a:pt x="892715" y="3156"/>
                    <a:pt x="911346" y="5121"/>
                    <a:pt x="929670" y="7654"/>
                  </a:cubicBezTo>
                  <a:cubicBezTo>
                    <a:pt x="932511" y="8033"/>
                    <a:pt x="934523" y="10661"/>
                    <a:pt x="934120" y="13525"/>
                  </a:cubicBezTo>
                  <a:cubicBezTo>
                    <a:pt x="933789" y="16106"/>
                    <a:pt x="931564" y="18023"/>
                    <a:pt x="928960" y="18023"/>
                  </a:cubicBezTo>
                  <a:close/>
                  <a:moveTo>
                    <a:pt x="761112" y="11987"/>
                  </a:moveTo>
                  <a:cubicBezTo>
                    <a:pt x="758248" y="11915"/>
                    <a:pt x="755952" y="9525"/>
                    <a:pt x="756023" y="6660"/>
                  </a:cubicBezTo>
                  <a:cubicBezTo>
                    <a:pt x="756094" y="4009"/>
                    <a:pt x="758129" y="1831"/>
                    <a:pt x="760757" y="1594"/>
                  </a:cubicBezTo>
                  <a:cubicBezTo>
                    <a:pt x="779176" y="339"/>
                    <a:pt x="797901" y="-300"/>
                    <a:pt x="816438" y="-300"/>
                  </a:cubicBezTo>
                  <a:lnTo>
                    <a:pt x="818474" y="-300"/>
                  </a:lnTo>
                  <a:cubicBezTo>
                    <a:pt x="821362" y="-300"/>
                    <a:pt x="823682" y="2044"/>
                    <a:pt x="823682" y="4908"/>
                  </a:cubicBezTo>
                  <a:cubicBezTo>
                    <a:pt x="823682" y="7773"/>
                    <a:pt x="821362" y="10117"/>
                    <a:pt x="818474" y="10117"/>
                  </a:cubicBezTo>
                  <a:lnTo>
                    <a:pt x="816462" y="10117"/>
                  </a:lnTo>
                  <a:cubicBezTo>
                    <a:pt x="798162" y="10117"/>
                    <a:pt x="779673" y="10755"/>
                    <a:pt x="761491" y="11987"/>
                  </a:cubicBezTo>
                  <a:close/>
                </a:path>
              </a:pathLst>
            </a:custGeom>
            <a:solidFill>
              <a:srgbClr val="485259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9297459-02C7-518A-1AC1-34BAE0EC05FC}"/>
                </a:ext>
              </a:extLst>
            </p:cNvPr>
            <p:cNvSpPr/>
            <p:nvPr/>
          </p:nvSpPr>
          <p:spPr>
            <a:xfrm>
              <a:off x="9388101" y="1952475"/>
              <a:ext cx="1632875" cy="1632852"/>
            </a:xfrm>
            <a:custGeom>
              <a:avLst/>
              <a:gdLst>
                <a:gd name="connsiteX0" fmla="*/ 816651 w 1632875"/>
                <a:gd name="connsiteY0" fmla="*/ 1632552 h 1632852"/>
                <a:gd name="connsiteX1" fmla="*/ 760970 w 1632875"/>
                <a:gd name="connsiteY1" fmla="*/ 1630658 h 1632852"/>
                <a:gd name="connsiteX2" fmla="*/ 756141 w 1632875"/>
                <a:gd name="connsiteY2" fmla="*/ 1625095 h 1632852"/>
                <a:gd name="connsiteX3" fmla="*/ 761680 w 1632875"/>
                <a:gd name="connsiteY3" fmla="*/ 1620265 h 1632852"/>
                <a:gd name="connsiteX4" fmla="*/ 816651 w 1632875"/>
                <a:gd name="connsiteY4" fmla="*/ 1622136 h 1632852"/>
                <a:gd name="connsiteX5" fmla="*/ 818687 w 1632875"/>
                <a:gd name="connsiteY5" fmla="*/ 1622136 h 1632852"/>
                <a:gd name="connsiteX6" fmla="*/ 823895 w 1632875"/>
                <a:gd name="connsiteY6" fmla="*/ 1627344 h 1632852"/>
                <a:gd name="connsiteX7" fmla="*/ 818687 w 1632875"/>
                <a:gd name="connsiteY7" fmla="*/ 1632552 h 1632852"/>
                <a:gd name="connsiteX8" fmla="*/ 874131 w 1632875"/>
                <a:gd name="connsiteY8" fmla="*/ 1630469 h 1632852"/>
                <a:gd name="connsiteX9" fmla="*/ 868757 w 1632875"/>
                <a:gd name="connsiteY9" fmla="*/ 1625450 h 1632852"/>
                <a:gd name="connsiteX10" fmla="*/ 873776 w 1632875"/>
                <a:gd name="connsiteY10" fmla="*/ 1620052 h 1632852"/>
                <a:gd name="connsiteX11" fmla="*/ 928463 w 1632875"/>
                <a:gd name="connsiteY11" fmla="*/ 1614347 h 1632852"/>
                <a:gd name="connsiteX12" fmla="*/ 934357 w 1632875"/>
                <a:gd name="connsiteY12" fmla="*/ 1618774 h 1632852"/>
                <a:gd name="connsiteX13" fmla="*/ 929906 w 1632875"/>
                <a:gd name="connsiteY13" fmla="*/ 1624669 h 1632852"/>
                <a:gd name="connsiteX14" fmla="*/ 874486 w 1632875"/>
                <a:gd name="connsiteY14" fmla="*/ 1630445 h 1632852"/>
                <a:gd name="connsiteX15" fmla="*/ 706378 w 1632875"/>
                <a:gd name="connsiteY15" fmla="*/ 1625000 h 1632852"/>
                <a:gd name="connsiteX16" fmla="*/ 705668 w 1632875"/>
                <a:gd name="connsiteY16" fmla="*/ 1625000 h 1632852"/>
                <a:gd name="connsiteX17" fmla="*/ 650745 w 1632875"/>
                <a:gd name="connsiteY17" fmla="*/ 1615531 h 1632852"/>
                <a:gd name="connsiteX18" fmla="*/ 646697 w 1632875"/>
                <a:gd name="connsiteY18" fmla="*/ 1609352 h 1632852"/>
                <a:gd name="connsiteX19" fmla="*/ 652876 w 1632875"/>
                <a:gd name="connsiteY19" fmla="*/ 1605327 h 1632852"/>
                <a:gd name="connsiteX20" fmla="*/ 707089 w 1632875"/>
                <a:gd name="connsiteY20" fmla="*/ 1614655 h 1632852"/>
                <a:gd name="connsiteX21" fmla="*/ 711539 w 1632875"/>
                <a:gd name="connsiteY21" fmla="*/ 1620526 h 1632852"/>
                <a:gd name="connsiteX22" fmla="*/ 706378 w 1632875"/>
                <a:gd name="connsiteY22" fmla="*/ 1625024 h 1632852"/>
                <a:gd name="connsiteX23" fmla="*/ 983717 w 1632875"/>
                <a:gd name="connsiteY23" fmla="*/ 1615199 h 1632852"/>
                <a:gd name="connsiteX24" fmla="*/ 978556 w 1632875"/>
                <a:gd name="connsiteY24" fmla="*/ 1609944 h 1632852"/>
                <a:gd name="connsiteX25" fmla="*/ 982651 w 1632875"/>
                <a:gd name="connsiteY25" fmla="*/ 1604901 h 1632852"/>
                <a:gd name="connsiteX26" fmla="*/ 1036059 w 1632875"/>
                <a:gd name="connsiteY26" fmla="*/ 1591739 h 1632852"/>
                <a:gd name="connsiteX27" fmla="*/ 1042499 w 1632875"/>
                <a:gd name="connsiteY27" fmla="*/ 1595337 h 1632852"/>
                <a:gd name="connsiteX28" fmla="*/ 1038901 w 1632875"/>
                <a:gd name="connsiteY28" fmla="*/ 1601776 h 1632852"/>
                <a:gd name="connsiteX29" fmla="*/ 984783 w 1632875"/>
                <a:gd name="connsiteY29" fmla="*/ 1615081 h 1632852"/>
                <a:gd name="connsiteX30" fmla="*/ 983599 w 1632875"/>
                <a:gd name="connsiteY30" fmla="*/ 1615270 h 1632852"/>
                <a:gd name="connsiteX31" fmla="*/ 598024 w 1632875"/>
                <a:gd name="connsiteY31" fmla="*/ 1602510 h 1632852"/>
                <a:gd name="connsiteX32" fmla="*/ 596627 w 1632875"/>
                <a:gd name="connsiteY32" fmla="*/ 1602321 h 1632852"/>
                <a:gd name="connsiteX33" fmla="*/ 543527 w 1632875"/>
                <a:gd name="connsiteY33" fmla="*/ 1585441 h 1632852"/>
                <a:gd name="connsiteX34" fmla="*/ 539999 w 1632875"/>
                <a:gd name="connsiteY34" fmla="*/ 1578978 h 1632852"/>
                <a:gd name="connsiteX35" fmla="*/ 546462 w 1632875"/>
                <a:gd name="connsiteY35" fmla="*/ 1575451 h 1632852"/>
                <a:gd name="connsiteX36" fmla="*/ 547007 w 1632875"/>
                <a:gd name="connsiteY36" fmla="*/ 1575640 h 1632852"/>
                <a:gd name="connsiteX37" fmla="*/ 599420 w 1632875"/>
                <a:gd name="connsiteY37" fmla="*/ 1592212 h 1632852"/>
                <a:gd name="connsiteX38" fmla="*/ 603042 w 1632875"/>
                <a:gd name="connsiteY38" fmla="*/ 1598628 h 1632852"/>
                <a:gd name="connsiteX39" fmla="*/ 598024 w 1632875"/>
                <a:gd name="connsiteY39" fmla="*/ 1602439 h 1632852"/>
                <a:gd name="connsiteX40" fmla="*/ 1090202 w 1632875"/>
                <a:gd name="connsiteY40" fmla="*/ 1585062 h 1632852"/>
                <a:gd name="connsiteX41" fmla="*/ 1084970 w 1632875"/>
                <a:gd name="connsiteY41" fmla="*/ 1579854 h 1632852"/>
                <a:gd name="connsiteX42" fmla="*/ 1088426 w 1632875"/>
                <a:gd name="connsiteY42" fmla="*/ 1574954 h 1632852"/>
                <a:gd name="connsiteX43" fmla="*/ 1139467 w 1632875"/>
                <a:gd name="connsiteY43" fmla="*/ 1554618 h 1632852"/>
                <a:gd name="connsiteX44" fmla="*/ 1146592 w 1632875"/>
                <a:gd name="connsiteY44" fmla="*/ 1556512 h 1632852"/>
                <a:gd name="connsiteX45" fmla="*/ 1144699 w 1632875"/>
                <a:gd name="connsiteY45" fmla="*/ 1563638 h 1632852"/>
                <a:gd name="connsiteX46" fmla="*/ 1143657 w 1632875"/>
                <a:gd name="connsiteY46" fmla="*/ 1564087 h 1632852"/>
                <a:gd name="connsiteX47" fmla="*/ 1091953 w 1632875"/>
                <a:gd name="connsiteY47" fmla="*/ 1584684 h 1632852"/>
                <a:gd name="connsiteX48" fmla="*/ 1090084 w 1632875"/>
                <a:gd name="connsiteY48" fmla="*/ 1585133 h 1632852"/>
                <a:gd name="connsiteX49" fmla="*/ 493622 w 1632875"/>
                <a:gd name="connsiteY49" fmla="*/ 1565366 h 1632852"/>
                <a:gd name="connsiteX50" fmla="*/ 491539 w 1632875"/>
                <a:gd name="connsiteY50" fmla="*/ 1564916 h 1632852"/>
                <a:gd name="connsiteX51" fmla="*/ 441208 w 1632875"/>
                <a:gd name="connsiteY51" fmla="*/ 1540887 h 1632852"/>
                <a:gd name="connsiteX52" fmla="*/ 438344 w 1632875"/>
                <a:gd name="connsiteY52" fmla="*/ 1534093 h 1632852"/>
                <a:gd name="connsiteX53" fmla="*/ 445138 w 1632875"/>
                <a:gd name="connsiteY53" fmla="*/ 1531228 h 1632852"/>
                <a:gd name="connsiteX54" fmla="*/ 445943 w 1632875"/>
                <a:gd name="connsiteY54" fmla="*/ 1531654 h 1632852"/>
                <a:gd name="connsiteX55" fmla="*/ 495658 w 1632875"/>
                <a:gd name="connsiteY55" fmla="*/ 1555328 h 1632852"/>
                <a:gd name="connsiteX56" fmla="*/ 498381 w 1632875"/>
                <a:gd name="connsiteY56" fmla="*/ 1562170 h 1632852"/>
                <a:gd name="connsiteX57" fmla="*/ 493575 w 1632875"/>
                <a:gd name="connsiteY57" fmla="*/ 1565319 h 1632852"/>
                <a:gd name="connsiteX58" fmla="*/ 1191360 w 1632875"/>
                <a:gd name="connsiteY58" fmla="*/ 1540745 h 1632852"/>
                <a:gd name="connsiteX59" fmla="*/ 1186223 w 1632875"/>
                <a:gd name="connsiteY59" fmla="*/ 1535419 h 1632852"/>
                <a:gd name="connsiteX60" fmla="*/ 1188992 w 1632875"/>
                <a:gd name="connsiteY60" fmla="*/ 1530897 h 1632852"/>
                <a:gd name="connsiteX61" fmla="*/ 1236790 w 1632875"/>
                <a:gd name="connsiteY61" fmla="*/ 1503790 h 1632852"/>
                <a:gd name="connsiteX62" fmla="*/ 1243986 w 1632875"/>
                <a:gd name="connsiteY62" fmla="*/ 1505377 h 1632852"/>
                <a:gd name="connsiteX63" fmla="*/ 1242400 w 1632875"/>
                <a:gd name="connsiteY63" fmla="*/ 1512550 h 1632852"/>
                <a:gd name="connsiteX64" fmla="*/ 1242235 w 1632875"/>
                <a:gd name="connsiteY64" fmla="*/ 1512668 h 1632852"/>
                <a:gd name="connsiteX65" fmla="*/ 1193822 w 1632875"/>
                <a:gd name="connsiteY65" fmla="*/ 1540130 h 1632852"/>
                <a:gd name="connsiteX66" fmla="*/ 1191360 w 1632875"/>
                <a:gd name="connsiteY66" fmla="*/ 1540745 h 1632852"/>
                <a:gd name="connsiteX67" fmla="*/ 395376 w 1632875"/>
                <a:gd name="connsiteY67" fmla="*/ 1514325 h 1632852"/>
                <a:gd name="connsiteX68" fmla="*/ 392654 w 1632875"/>
                <a:gd name="connsiteY68" fmla="*/ 1513568 h 1632852"/>
                <a:gd name="connsiteX69" fmla="*/ 346087 w 1632875"/>
                <a:gd name="connsiteY69" fmla="*/ 1482910 h 1632852"/>
                <a:gd name="connsiteX70" fmla="*/ 344619 w 1632875"/>
                <a:gd name="connsiteY70" fmla="*/ 1475690 h 1632852"/>
                <a:gd name="connsiteX71" fmla="*/ 351816 w 1632875"/>
                <a:gd name="connsiteY71" fmla="*/ 1474222 h 1632852"/>
                <a:gd name="connsiteX72" fmla="*/ 352100 w 1632875"/>
                <a:gd name="connsiteY72" fmla="*/ 1474411 h 1632852"/>
                <a:gd name="connsiteX73" fmla="*/ 398075 w 1632875"/>
                <a:gd name="connsiteY73" fmla="*/ 1504666 h 1632852"/>
                <a:gd name="connsiteX74" fmla="*/ 399826 w 1632875"/>
                <a:gd name="connsiteY74" fmla="*/ 1511816 h 1632852"/>
                <a:gd name="connsiteX75" fmla="*/ 395376 w 1632875"/>
                <a:gd name="connsiteY75" fmla="*/ 1514325 h 1632852"/>
                <a:gd name="connsiteX76" fmla="*/ 1285653 w 1632875"/>
                <a:gd name="connsiteY76" fmla="*/ 1482934 h 1632852"/>
                <a:gd name="connsiteX77" fmla="*/ 1280396 w 1632875"/>
                <a:gd name="connsiteY77" fmla="*/ 1477773 h 1632852"/>
                <a:gd name="connsiteX78" fmla="*/ 1282622 w 1632875"/>
                <a:gd name="connsiteY78" fmla="*/ 1473464 h 1632852"/>
                <a:gd name="connsiteX79" fmla="*/ 1326348 w 1632875"/>
                <a:gd name="connsiteY79" fmla="*/ 1440108 h 1632852"/>
                <a:gd name="connsiteX80" fmla="*/ 1333662 w 1632875"/>
                <a:gd name="connsiteY80" fmla="*/ 1440960 h 1632852"/>
                <a:gd name="connsiteX81" fmla="*/ 1332928 w 1632875"/>
                <a:gd name="connsiteY81" fmla="*/ 1448181 h 1632852"/>
                <a:gd name="connsiteX82" fmla="*/ 1288659 w 1632875"/>
                <a:gd name="connsiteY82" fmla="*/ 1481963 h 1632852"/>
                <a:gd name="connsiteX83" fmla="*/ 1285605 w 1632875"/>
                <a:gd name="connsiteY83" fmla="*/ 1482934 h 1632852"/>
                <a:gd name="connsiteX84" fmla="*/ 304990 w 1632875"/>
                <a:gd name="connsiteY84" fmla="*/ 1450359 h 1632852"/>
                <a:gd name="connsiteX85" fmla="*/ 301699 w 1632875"/>
                <a:gd name="connsiteY85" fmla="*/ 1449199 h 1632852"/>
                <a:gd name="connsiteX86" fmla="*/ 259725 w 1632875"/>
                <a:gd name="connsiteY86" fmla="*/ 1412528 h 1632852"/>
                <a:gd name="connsiteX87" fmla="*/ 259086 w 1632875"/>
                <a:gd name="connsiteY87" fmla="*/ 1405189 h 1632852"/>
                <a:gd name="connsiteX88" fmla="*/ 266425 w 1632875"/>
                <a:gd name="connsiteY88" fmla="*/ 1404550 h 1632852"/>
                <a:gd name="connsiteX89" fmla="*/ 266827 w 1632875"/>
                <a:gd name="connsiteY89" fmla="*/ 1404929 h 1632852"/>
                <a:gd name="connsiteX90" fmla="*/ 308280 w 1632875"/>
                <a:gd name="connsiteY90" fmla="*/ 1441102 h 1632852"/>
                <a:gd name="connsiteX91" fmla="*/ 309061 w 1632875"/>
                <a:gd name="connsiteY91" fmla="*/ 1448417 h 1632852"/>
                <a:gd name="connsiteX92" fmla="*/ 304990 w 1632875"/>
                <a:gd name="connsiteY92" fmla="*/ 1450359 h 1632852"/>
                <a:gd name="connsiteX93" fmla="*/ 1371280 w 1632875"/>
                <a:gd name="connsiteY93" fmla="*/ 1412859 h 1632852"/>
                <a:gd name="connsiteX94" fmla="*/ 1367469 w 1632875"/>
                <a:gd name="connsiteY94" fmla="*/ 1411202 h 1632852"/>
                <a:gd name="connsiteX95" fmla="*/ 1367706 w 1632875"/>
                <a:gd name="connsiteY95" fmla="*/ 1403840 h 1632852"/>
                <a:gd name="connsiteX96" fmla="*/ 1406554 w 1632875"/>
                <a:gd name="connsiteY96" fmla="*/ 1364873 h 1632852"/>
                <a:gd name="connsiteX97" fmla="*/ 1413916 w 1632875"/>
                <a:gd name="connsiteY97" fmla="*/ 1364612 h 1632852"/>
                <a:gd name="connsiteX98" fmla="*/ 1414178 w 1632875"/>
                <a:gd name="connsiteY98" fmla="*/ 1371975 h 1632852"/>
                <a:gd name="connsiteX99" fmla="*/ 1374832 w 1632875"/>
                <a:gd name="connsiteY99" fmla="*/ 1411439 h 1632852"/>
                <a:gd name="connsiteX100" fmla="*/ 1371280 w 1632875"/>
                <a:gd name="connsiteY100" fmla="*/ 1412859 h 1632852"/>
                <a:gd name="connsiteX101" fmla="*/ 224072 w 1632875"/>
                <a:gd name="connsiteY101" fmla="*/ 1374792 h 1632852"/>
                <a:gd name="connsiteX102" fmla="*/ 220261 w 1632875"/>
                <a:gd name="connsiteY102" fmla="*/ 1373135 h 1632852"/>
                <a:gd name="connsiteX103" fmla="*/ 183614 w 1632875"/>
                <a:gd name="connsiteY103" fmla="*/ 1331161 h 1632852"/>
                <a:gd name="connsiteX104" fmla="*/ 184466 w 1632875"/>
                <a:gd name="connsiteY104" fmla="*/ 1323846 h 1632852"/>
                <a:gd name="connsiteX105" fmla="*/ 191687 w 1632875"/>
                <a:gd name="connsiteY105" fmla="*/ 1324580 h 1632852"/>
                <a:gd name="connsiteX106" fmla="*/ 227884 w 1632875"/>
                <a:gd name="connsiteY106" fmla="*/ 1366033 h 1632852"/>
                <a:gd name="connsiteX107" fmla="*/ 227552 w 1632875"/>
                <a:gd name="connsiteY107" fmla="*/ 1373419 h 1632852"/>
                <a:gd name="connsiteX108" fmla="*/ 224072 w 1632875"/>
                <a:gd name="connsiteY108" fmla="*/ 1374792 h 1632852"/>
                <a:gd name="connsiteX109" fmla="*/ 1446657 w 1632875"/>
                <a:gd name="connsiteY109" fmla="*/ 1331848 h 1632852"/>
                <a:gd name="connsiteX110" fmla="*/ 1441450 w 1632875"/>
                <a:gd name="connsiteY110" fmla="*/ 1326640 h 1632852"/>
                <a:gd name="connsiteX111" fmla="*/ 1442609 w 1632875"/>
                <a:gd name="connsiteY111" fmla="*/ 1323349 h 1632852"/>
                <a:gd name="connsiteX112" fmla="*/ 1475753 w 1632875"/>
                <a:gd name="connsiteY112" fmla="*/ 1279481 h 1632852"/>
                <a:gd name="connsiteX113" fmla="*/ 1482997 w 1632875"/>
                <a:gd name="connsiteY113" fmla="*/ 1278203 h 1632852"/>
                <a:gd name="connsiteX114" fmla="*/ 1484275 w 1632875"/>
                <a:gd name="connsiteY114" fmla="*/ 1285471 h 1632852"/>
                <a:gd name="connsiteX115" fmla="*/ 1450635 w 1632875"/>
                <a:gd name="connsiteY115" fmla="*/ 1329907 h 1632852"/>
                <a:gd name="connsiteX116" fmla="*/ 1446657 w 1632875"/>
                <a:gd name="connsiteY116" fmla="*/ 1331848 h 1632852"/>
                <a:gd name="connsiteX117" fmla="*/ 154069 w 1632875"/>
                <a:gd name="connsiteY117" fmla="*/ 1289022 h 1632852"/>
                <a:gd name="connsiteX118" fmla="*/ 149808 w 1632875"/>
                <a:gd name="connsiteY118" fmla="*/ 1286820 h 1632852"/>
                <a:gd name="connsiteX119" fmla="*/ 119198 w 1632875"/>
                <a:gd name="connsiteY119" fmla="*/ 1240301 h 1632852"/>
                <a:gd name="connsiteX120" fmla="*/ 120950 w 1632875"/>
                <a:gd name="connsiteY120" fmla="*/ 1233128 h 1632852"/>
                <a:gd name="connsiteX121" fmla="*/ 128099 w 1632875"/>
                <a:gd name="connsiteY121" fmla="*/ 1234880 h 1632852"/>
                <a:gd name="connsiteX122" fmla="*/ 158330 w 1632875"/>
                <a:gd name="connsiteY122" fmla="*/ 1280807 h 1632852"/>
                <a:gd name="connsiteX123" fmla="*/ 157076 w 1632875"/>
                <a:gd name="connsiteY123" fmla="*/ 1288051 h 1632852"/>
                <a:gd name="connsiteX124" fmla="*/ 154163 w 1632875"/>
                <a:gd name="connsiteY124" fmla="*/ 1289022 h 1632852"/>
                <a:gd name="connsiteX125" fmla="*/ 1510341 w 1632875"/>
                <a:gd name="connsiteY125" fmla="*/ 1241343 h 1632852"/>
                <a:gd name="connsiteX126" fmla="*/ 1507642 w 1632875"/>
                <a:gd name="connsiteY126" fmla="*/ 1240585 h 1632852"/>
                <a:gd name="connsiteX127" fmla="*/ 1505914 w 1632875"/>
                <a:gd name="connsiteY127" fmla="*/ 1233483 h 1632852"/>
                <a:gd name="connsiteX128" fmla="*/ 1532877 w 1632875"/>
                <a:gd name="connsiteY128" fmla="*/ 1185473 h 1632852"/>
                <a:gd name="connsiteX129" fmla="*/ 1540004 w 1632875"/>
                <a:gd name="connsiteY129" fmla="*/ 1183650 h 1632852"/>
                <a:gd name="connsiteX130" fmla="*/ 1542134 w 1632875"/>
                <a:gd name="connsiteY130" fmla="*/ 1190207 h 1632852"/>
                <a:gd name="connsiteX131" fmla="*/ 1514814 w 1632875"/>
                <a:gd name="connsiteY131" fmla="*/ 1238810 h 1632852"/>
                <a:gd name="connsiteX132" fmla="*/ 1510434 w 1632875"/>
                <a:gd name="connsiteY132" fmla="*/ 1241343 h 1632852"/>
                <a:gd name="connsiteX133" fmla="*/ 96447 w 1632875"/>
                <a:gd name="connsiteY133" fmla="*/ 1194611 h 1632852"/>
                <a:gd name="connsiteX134" fmla="*/ 91831 w 1632875"/>
                <a:gd name="connsiteY134" fmla="*/ 1191817 h 1632852"/>
                <a:gd name="connsiteX135" fmla="*/ 67825 w 1632875"/>
                <a:gd name="connsiteY135" fmla="*/ 1141581 h 1632852"/>
                <a:gd name="connsiteX136" fmla="*/ 71282 w 1632875"/>
                <a:gd name="connsiteY136" fmla="*/ 1135071 h 1632852"/>
                <a:gd name="connsiteX137" fmla="*/ 77295 w 1632875"/>
                <a:gd name="connsiteY137" fmla="*/ 1137415 h 1632852"/>
                <a:gd name="connsiteX138" fmla="*/ 100968 w 1632875"/>
                <a:gd name="connsiteY138" fmla="*/ 1187130 h 1632852"/>
                <a:gd name="connsiteX139" fmla="*/ 98791 w 1632875"/>
                <a:gd name="connsiteY139" fmla="*/ 1194208 h 1632852"/>
                <a:gd name="connsiteX140" fmla="*/ 98743 w 1632875"/>
                <a:gd name="connsiteY140" fmla="*/ 1194232 h 1632852"/>
                <a:gd name="connsiteX141" fmla="*/ 96542 w 1632875"/>
                <a:gd name="connsiteY141" fmla="*/ 1194611 h 1632852"/>
                <a:gd name="connsiteX142" fmla="*/ 1561263 w 1632875"/>
                <a:gd name="connsiteY142" fmla="*/ 1142978 h 1632852"/>
                <a:gd name="connsiteX143" fmla="*/ 1559203 w 1632875"/>
                <a:gd name="connsiteY143" fmla="*/ 1142552 h 1632852"/>
                <a:gd name="connsiteX144" fmla="*/ 1556505 w 1632875"/>
                <a:gd name="connsiteY144" fmla="*/ 1135710 h 1632852"/>
                <a:gd name="connsiteX145" fmla="*/ 1556505 w 1632875"/>
                <a:gd name="connsiteY145" fmla="*/ 1135687 h 1632852"/>
                <a:gd name="connsiteX146" fmla="*/ 1576651 w 1632875"/>
                <a:gd name="connsiteY146" fmla="*/ 1084433 h 1632852"/>
                <a:gd name="connsiteX147" fmla="*/ 1583303 w 1632875"/>
                <a:gd name="connsiteY147" fmla="*/ 1081261 h 1632852"/>
                <a:gd name="connsiteX148" fmla="*/ 1586475 w 1632875"/>
                <a:gd name="connsiteY148" fmla="*/ 1087913 h 1632852"/>
                <a:gd name="connsiteX149" fmla="*/ 1566045 w 1632875"/>
                <a:gd name="connsiteY149" fmla="*/ 1139830 h 1632852"/>
                <a:gd name="connsiteX150" fmla="*/ 1561357 w 1632875"/>
                <a:gd name="connsiteY150" fmla="*/ 1142978 h 1632852"/>
                <a:gd name="connsiteX151" fmla="*/ 52225 w 1632875"/>
                <a:gd name="connsiteY151" fmla="*/ 1093263 h 1632852"/>
                <a:gd name="connsiteX152" fmla="*/ 47324 w 1632875"/>
                <a:gd name="connsiteY152" fmla="*/ 1089807 h 1632852"/>
                <a:gd name="connsiteX153" fmla="*/ 30421 w 1632875"/>
                <a:gd name="connsiteY153" fmla="*/ 1036706 h 1632852"/>
                <a:gd name="connsiteX154" fmla="*/ 33688 w 1632875"/>
                <a:gd name="connsiteY154" fmla="*/ 1030102 h 1632852"/>
                <a:gd name="connsiteX155" fmla="*/ 40293 w 1632875"/>
                <a:gd name="connsiteY155" fmla="*/ 1033369 h 1632852"/>
                <a:gd name="connsiteX156" fmla="*/ 40435 w 1632875"/>
                <a:gd name="connsiteY156" fmla="*/ 1033889 h 1632852"/>
                <a:gd name="connsiteX157" fmla="*/ 57148 w 1632875"/>
                <a:gd name="connsiteY157" fmla="*/ 1086303 h 1632852"/>
                <a:gd name="connsiteX158" fmla="*/ 53976 w 1632875"/>
                <a:gd name="connsiteY158" fmla="*/ 1092955 h 1632852"/>
                <a:gd name="connsiteX159" fmla="*/ 53976 w 1632875"/>
                <a:gd name="connsiteY159" fmla="*/ 1092955 h 1632852"/>
                <a:gd name="connsiteX160" fmla="*/ 52319 w 1632875"/>
                <a:gd name="connsiteY160" fmla="*/ 1093311 h 1632852"/>
                <a:gd name="connsiteX161" fmla="*/ 1598122 w 1632875"/>
                <a:gd name="connsiteY161" fmla="*/ 1038553 h 1632852"/>
                <a:gd name="connsiteX162" fmla="*/ 1596726 w 1632875"/>
                <a:gd name="connsiteY162" fmla="*/ 1038364 h 1632852"/>
                <a:gd name="connsiteX163" fmla="*/ 1593104 w 1632875"/>
                <a:gd name="connsiteY163" fmla="*/ 1031948 h 1632852"/>
                <a:gd name="connsiteX164" fmla="*/ 1593104 w 1632875"/>
                <a:gd name="connsiteY164" fmla="*/ 1031948 h 1632852"/>
                <a:gd name="connsiteX165" fmla="*/ 1606006 w 1632875"/>
                <a:gd name="connsiteY165" fmla="*/ 978469 h 1632852"/>
                <a:gd name="connsiteX166" fmla="*/ 1612161 w 1632875"/>
                <a:gd name="connsiteY166" fmla="*/ 974421 h 1632852"/>
                <a:gd name="connsiteX167" fmla="*/ 1616209 w 1632875"/>
                <a:gd name="connsiteY167" fmla="*/ 980576 h 1632852"/>
                <a:gd name="connsiteX168" fmla="*/ 1603141 w 1632875"/>
                <a:gd name="connsiteY168" fmla="*/ 1034742 h 1632852"/>
                <a:gd name="connsiteX169" fmla="*/ 1598336 w 1632875"/>
                <a:gd name="connsiteY169" fmla="*/ 1038624 h 1632852"/>
                <a:gd name="connsiteX170" fmla="*/ 22182 w 1632875"/>
                <a:gd name="connsiteY170" fmla="*/ 986731 h 1632852"/>
                <a:gd name="connsiteX171" fmla="*/ 17069 w 1632875"/>
                <a:gd name="connsiteY171" fmla="*/ 982588 h 1632852"/>
                <a:gd name="connsiteX172" fmla="*/ 7599 w 1632875"/>
                <a:gd name="connsiteY172" fmla="*/ 927689 h 1632852"/>
                <a:gd name="connsiteX173" fmla="*/ 12050 w 1632875"/>
                <a:gd name="connsiteY173" fmla="*/ 921818 h 1632852"/>
                <a:gd name="connsiteX174" fmla="*/ 17921 w 1632875"/>
                <a:gd name="connsiteY174" fmla="*/ 926268 h 1632852"/>
                <a:gd name="connsiteX175" fmla="*/ 27272 w 1632875"/>
                <a:gd name="connsiteY175" fmla="*/ 980458 h 1632852"/>
                <a:gd name="connsiteX176" fmla="*/ 23248 w 1632875"/>
                <a:gd name="connsiteY176" fmla="*/ 986613 h 1632852"/>
                <a:gd name="connsiteX177" fmla="*/ 22395 w 1632875"/>
                <a:gd name="connsiteY177" fmla="*/ 986778 h 1632852"/>
                <a:gd name="connsiteX178" fmla="*/ 1620400 w 1632875"/>
                <a:gd name="connsiteY178" fmla="*/ 930151 h 1632852"/>
                <a:gd name="connsiteX179" fmla="*/ 1619690 w 1632875"/>
                <a:gd name="connsiteY179" fmla="*/ 930151 h 1632852"/>
                <a:gd name="connsiteX180" fmla="*/ 1615215 w 1632875"/>
                <a:gd name="connsiteY180" fmla="*/ 924303 h 1632852"/>
                <a:gd name="connsiteX181" fmla="*/ 1620707 w 1632875"/>
                <a:gd name="connsiteY181" fmla="*/ 869570 h 1632852"/>
                <a:gd name="connsiteX182" fmla="*/ 1626176 w 1632875"/>
                <a:gd name="connsiteY182" fmla="*/ 864645 h 1632852"/>
                <a:gd name="connsiteX183" fmla="*/ 1631100 w 1632875"/>
                <a:gd name="connsiteY183" fmla="*/ 870114 h 1632852"/>
                <a:gd name="connsiteX184" fmla="*/ 1631100 w 1632875"/>
                <a:gd name="connsiteY184" fmla="*/ 870256 h 1632852"/>
                <a:gd name="connsiteX185" fmla="*/ 1625537 w 1632875"/>
                <a:gd name="connsiteY185" fmla="*/ 925700 h 1632852"/>
                <a:gd name="connsiteX186" fmla="*/ 1620612 w 1632875"/>
                <a:gd name="connsiteY186" fmla="*/ 930198 h 1632852"/>
                <a:gd name="connsiteX187" fmla="*/ 7102 w 1632875"/>
                <a:gd name="connsiteY187" fmla="*/ 877122 h 1632852"/>
                <a:gd name="connsiteX188" fmla="*/ 1918 w 1632875"/>
                <a:gd name="connsiteY188" fmla="*/ 872387 h 1632852"/>
                <a:gd name="connsiteX189" fmla="*/ 0 w 1632875"/>
                <a:gd name="connsiteY189" fmla="*/ 816682 h 1632852"/>
                <a:gd name="connsiteX190" fmla="*/ 5208 w 1632875"/>
                <a:gd name="connsiteY190" fmla="*/ 811474 h 1632852"/>
                <a:gd name="connsiteX191" fmla="*/ 5208 w 1632875"/>
                <a:gd name="connsiteY191" fmla="*/ 811474 h 1632852"/>
                <a:gd name="connsiteX192" fmla="*/ 10416 w 1632875"/>
                <a:gd name="connsiteY192" fmla="*/ 816635 h 1632852"/>
                <a:gd name="connsiteX193" fmla="*/ 10416 w 1632875"/>
                <a:gd name="connsiteY193" fmla="*/ 816682 h 1632852"/>
                <a:gd name="connsiteX194" fmla="*/ 12310 w 1632875"/>
                <a:gd name="connsiteY194" fmla="*/ 871677 h 1632852"/>
                <a:gd name="connsiteX195" fmla="*/ 7575 w 1632875"/>
                <a:gd name="connsiteY195" fmla="*/ 877216 h 1632852"/>
                <a:gd name="connsiteX196" fmla="*/ 1627667 w 1632875"/>
                <a:gd name="connsiteY196" fmla="*/ 819760 h 1632852"/>
                <a:gd name="connsiteX197" fmla="*/ 1622460 w 1632875"/>
                <a:gd name="connsiteY197" fmla="*/ 814552 h 1632852"/>
                <a:gd name="connsiteX198" fmla="*/ 1620494 w 1632875"/>
                <a:gd name="connsiteY198" fmla="*/ 759558 h 1632852"/>
                <a:gd name="connsiteX199" fmla="*/ 1625324 w 1632875"/>
                <a:gd name="connsiteY199" fmla="*/ 754006 h 1632852"/>
                <a:gd name="connsiteX200" fmla="*/ 1630888 w 1632875"/>
                <a:gd name="connsiteY200" fmla="*/ 758847 h 1632852"/>
                <a:gd name="connsiteX201" fmla="*/ 1632876 w 1632875"/>
                <a:gd name="connsiteY201" fmla="*/ 814528 h 1632852"/>
                <a:gd name="connsiteX202" fmla="*/ 1627667 w 1632875"/>
                <a:gd name="connsiteY202" fmla="*/ 819760 h 1632852"/>
                <a:gd name="connsiteX203" fmla="*/ 7055 w 1632875"/>
                <a:gd name="connsiteY203" fmla="*/ 766447 h 1632852"/>
                <a:gd name="connsiteX204" fmla="*/ 6700 w 1632875"/>
                <a:gd name="connsiteY204" fmla="*/ 766447 h 1632852"/>
                <a:gd name="connsiteX205" fmla="*/ 1965 w 1632875"/>
                <a:gd name="connsiteY205" fmla="*/ 760883 h 1632852"/>
                <a:gd name="connsiteX206" fmla="*/ 7599 w 1632875"/>
                <a:gd name="connsiteY206" fmla="*/ 705463 h 1632852"/>
                <a:gd name="connsiteX207" fmla="*/ 13447 w 1632875"/>
                <a:gd name="connsiteY207" fmla="*/ 701012 h 1632852"/>
                <a:gd name="connsiteX208" fmla="*/ 17898 w 1632875"/>
                <a:gd name="connsiteY208" fmla="*/ 706860 h 1632852"/>
                <a:gd name="connsiteX209" fmla="*/ 12358 w 1632875"/>
                <a:gd name="connsiteY209" fmla="*/ 761593 h 1632852"/>
                <a:gd name="connsiteX210" fmla="*/ 7268 w 1632875"/>
                <a:gd name="connsiteY210" fmla="*/ 766494 h 1632852"/>
                <a:gd name="connsiteX211" fmla="*/ 1619973 w 1632875"/>
                <a:gd name="connsiteY211" fmla="*/ 709345 h 1632852"/>
                <a:gd name="connsiteX212" fmla="*/ 1615120 w 1632875"/>
                <a:gd name="connsiteY212" fmla="*/ 704824 h 1632852"/>
                <a:gd name="connsiteX213" fmla="*/ 1605651 w 1632875"/>
                <a:gd name="connsiteY213" fmla="*/ 650634 h 1632852"/>
                <a:gd name="connsiteX214" fmla="*/ 1609699 w 1632875"/>
                <a:gd name="connsiteY214" fmla="*/ 644456 h 1632852"/>
                <a:gd name="connsiteX215" fmla="*/ 1615854 w 1632875"/>
                <a:gd name="connsiteY215" fmla="*/ 648449 h 1632852"/>
                <a:gd name="connsiteX216" fmla="*/ 1615854 w 1632875"/>
                <a:gd name="connsiteY216" fmla="*/ 648480 h 1632852"/>
                <a:gd name="connsiteX217" fmla="*/ 1625324 w 1632875"/>
                <a:gd name="connsiteY217" fmla="*/ 703380 h 1632852"/>
                <a:gd name="connsiteX218" fmla="*/ 1620921 w 1632875"/>
                <a:gd name="connsiteY218" fmla="*/ 709244 h 1632852"/>
                <a:gd name="connsiteX219" fmla="*/ 1620874 w 1632875"/>
                <a:gd name="connsiteY219" fmla="*/ 709251 h 1632852"/>
                <a:gd name="connsiteX220" fmla="*/ 1620187 w 1632875"/>
                <a:gd name="connsiteY220" fmla="*/ 709393 h 1632852"/>
                <a:gd name="connsiteX221" fmla="*/ 21993 w 1632875"/>
                <a:gd name="connsiteY221" fmla="*/ 656813 h 1632852"/>
                <a:gd name="connsiteX222" fmla="*/ 20928 w 1632875"/>
                <a:gd name="connsiteY222" fmla="*/ 656813 h 1632852"/>
                <a:gd name="connsiteX223" fmla="*/ 16903 w 1632875"/>
                <a:gd name="connsiteY223" fmla="*/ 650689 h 1632852"/>
                <a:gd name="connsiteX224" fmla="*/ 16903 w 1632875"/>
                <a:gd name="connsiteY224" fmla="*/ 650658 h 1632852"/>
                <a:gd name="connsiteX225" fmla="*/ 30042 w 1632875"/>
                <a:gd name="connsiteY225" fmla="*/ 596516 h 1632852"/>
                <a:gd name="connsiteX226" fmla="*/ 36481 w 1632875"/>
                <a:gd name="connsiteY226" fmla="*/ 592906 h 1632852"/>
                <a:gd name="connsiteX227" fmla="*/ 40080 w 1632875"/>
                <a:gd name="connsiteY227" fmla="*/ 599333 h 1632852"/>
                <a:gd name="connsiteX228" fmla="*/ 27083 w 1632875"/>
                <a:gd name="connsiteY228" fmla="*/ 652765 h 1632852"/>
                <a:gd name="connsiteX229" fmla="*/ 22182 w 1632875"/>
                <a:gd name="connsiteY229" fmla="*/ 656861 h 1632852"/>
                <a:gd name="connsiteX230" fmla="*/ 1597318 w 1632875"/>
                <a:gd name="connsiteY230" fmla="*/ 601061 h 1632852"/>
                <a:gd name="connsiteX231" fmla="*/ 1592299 w 1632875"/>
                <a:gd name="connsiteY231" fmla="*/ 597250 h 1632852"/>
                <a:gd name="connsiteX232" fmla="*/ 1575537 w 1632875"/>
                <a:gd name="connsiteY232" fmla="*/ 544860 h 1632852"/>
                <a:gd name="connsiteX233" fmla="*/ 1578686 w 1632875"/>
                <a:gd name="connsiteY233" fmla="*/ 538196 h 1632852"/>
                <a:gd name="connsiteX234" fmla="*/ 1585363 w 1632875"/>
                <a:gd name="connsiteY234" fmla="*/ 541356 h 1632852"/>
                <a:gd name="connsiteX235" fmla="*/ 1602337 w 1632875"/>
                <a:gd name="connsiteY235" fmla="*/ 594433 h 1632852"/>
                <a:gd name="connsiteX236" fmla="*/ 1598761 w 1632875"/>
                <a:gd name="connsiteY236" fmla="*/ 600839 h 1632852"/>
                <a:gd name="connsiteX237" fmla="*/ 1598738 w 1632875"/>
                <a:gd name="connsiteY237" fmla="*/ 600848 h 1632852"/>
                <a:gd name="connsiteX238" fmla="*/ 1597507 w 1632875"/>
                <a:gd name="connsiteY238" fmla="*/ 601109 h 1632852"/>
                <a:gd name="connsiteX239" fmla="*/ 51798 w 1632875"/>
                <a:gd name="connsiteY239" fmla="*/ 550234 h 1632852"/>
                <a:gd name="connsiteX240" fmla="*/ 46614 w 1632875"/>
                <a:gd name="connsiteY240" fmla="*/ 545014 h 1632852"/>
                <a:gd name="connsiteX241" fmla="*/ 46898 w 1632875"/>
                <a:gd name="connsiteY241" fmla="*/ 543298 h 1632852"/>
                <a:gd name="connsiteX242" fmla="*/ 67376 w 1632875"/>
                <a:gd name="connsiteY242" fmla="*/ 491381 h 1632852"/>
                <a:gd name="connsiteX243" fmla="*/ 73886 w 1632875"/>
                <a:gd name="connsiteY243" fmla="*/ 487929 h 1632852"/>
                <a:gd name="connsiteX244" fmla="*/ 77342 w 1632875"/>
                <a:gd name="connsiteY244" fmla="*/ 494437 h 1632852"/>
                <a:gd name="connsiteX245" fmla="*/ 76845 w 1632875"/>
                <a:gd name="connsiteY245" fmla="*/ 495547 h 1632852"/>
                <a:gd name="connsiteX246" fmla="*/ 56628 w 1632875"/>
                <a:gd name="connsiteY246" fmla="*/ 546778 h 1632852"/>
                <a:gd name="connsiteX247" fmla="*/ 51988 w 1632875"/>
                <a:gd name="connsiteY247" fmla="*/ 550281 h 1632852"/>
                <a:gd name="connsiteX248" fmla="*/ 1560031 w 1632875"/>
                <a:gd name="connsiteY248" fmla="*/ 496944 h 1632852"/>
                <a:gd name="connsiteX249" fmla="*/ 1555297 w 1632875"/>
                <a:gd name="connsiteY249" fmla="*/ 493819 h 1632852"/>
                <a:gd name="connsiteX250" fmla="*/ 1531623 w 1632875"/>
                <a:gd name="connsiteY250" fmla="*/ 444270 h 1632852"/>
                <a:gd name="connsiteX251" fmla="*/ 1534487 w 1632875"/>
                <a:gd name="connsiteY251" fmla="*/ 437485 h 1632852"/>
                <a:gd name="connsiteX252" fmla="*/ 1540855 w 1632875"/>
                <a:gd name="connsiteY252" fmla="*/ 439535 h 1632852"/>
                <a:gd name="connsiteX253" fmla="*/ 1564908 w 1632875"/>
                <a:gd name="connsiteY253" fmla="*/ 489747 h 1632852"/>
                <a:gd name="connsiteX254" fmla="*/ 1562257 w 1632875"/>
                <a:gd name="connsiteY254" fmla="*/ 496582 h 1632852"/>
                <a:gd name="connsiteX255" fmla="*/ 1562234 w 1632875"/>
                <a:gd name="connsiteY255" fmla="*/ 496589 h 1632852"/>
                <a:gd name="connsiteX256" fmla="*/ 1560221 w 1632875"/>
                <a:gd name="connsiteY256" fmla="*/ 496992 h 1632852"/>
                <a:gd name="connsiteX257" fmla="*/ 95997 w 1632875"/>
                <a:gd name="connsiteY257" fmla="*/ 448650 h 1632852"/>
                <a:gd name="connsiteX258" fmla="*/ 90789 w 1632875"/>
                <a:gd name="connsiteY258" fmla="*/ 443444 h 1632852"/>
                <a:gd name="connsiteX259" fmla="*/ 91381 w 1632875"/>
                <a:gd name="connsiteY259" fmla="*/ 441027 h 1632852"/>
                <a:gd name="connsiteX260" fmla="*/ 118748 w 1632875"/>
                <a:gd name="connsiteY260" fmla="*/ 392448 h 1632852"/>
                <a:gd name="connsiteX261" fmla="*/ 125897 w 1632875"/>
                <a:gd name="connsiteY261" fmla="*/ 390708 h 1632852"/>
                <a:gd name="connsiteX262" fmla="*/ 127649 w 1632875"/>
                <a:gd name="connsiteY262" fmla="*/ 397869 h 1632852"/>
                <a:gd name="connsiteX263" fmla="*/ 100614 w 1632875"/>
                <a:gd name="connsiteY263" fmla="*/ 445832 h 1632852"/>
                <a:gd name="connsiteX264" fmla="*/ 96186 w 1632875"/>
                <a:gd name="connsiteY264" fmla="*/ 448697 h 1632852"/>
                <a:gd name="connsiteX265" fmla="*/ 1508848 w 1632875"/>
                <a:gd name="connsiteY265" fmla="*/ 398935 h 1632852"/>
                <a:gd name="connsiteX266" fmla="*/ 1504398 w 1632875"/>
                <a:gd name="connsiteY266" fmla="*/ 396425 h 1632852"/>
                <a:gd name="connsiteX267" fmla="*/ 1474119 w 1632875"/>
                <a:gd name="connsiteY267" fmla="*/ 350545 h 1632852"/>
                <a:gd name="connsiteX268" fmla="*/ 1475350 w 1632875"/>
                <a:gd name="connsiteY268" fmla="*/ 343278 h 1632852"/>
                <a:gd name="connsiteX269" fmla="*/ 1482618 w 1632875"/>
                <a:gd name="connsiteY269" fmla="*/ 344509 h 1632852"/>
                <a:gd name="connsiteX270" fmla="*/ 1513394 w 1632875"/>
                <a:gd name="connsiteY270" fmla="*/ 391004 h 1632852"/>
                <a:gd name="connsiteX271" fmla="*/ 1511618 w 1632875"/>
                <a:gd name="connsiteY271" fmla="*/ 398184 h 1632852"/>
                <a:gd name="connsiteX272" fmla="*/ 1508943 w 1632875"/>
                <a:gd name="connsiteY272" fmla="*/ 398935 h 1632852"/>
                <a:gd name="connsiteX273" fmla="*/ 153619 w 1632875"/>
                <a:gd name="connsiteY273" fmla="*/ 354073 h 1632852"/>
                <a:gd name="connsiteX274" fmla="*/ 148411 w 1632875"/>
                <a:gd name="connsiteY274" fmla="*/ 348874 h 1632852"/>
                <a:gd name="connsiteX275" fmla="*/ 149358 w 1632875"/>
                <a:gd name="connsiteY275" fmla="*/ 345858 h 1632852"/>
                <a:gd name="connsiteX276" fmla="*/ 183070 w 1632875"/>
                <a:gd name="connsiteY276" fmla="*/ 301470 h 1632852"/>
                <a:gd name="connsiteX277" fmla="*/ 190337 w 1632875"/>
                <a:gd name="connsiteY277" fmla="*/ 300307 h 1632852"/>
                <a:gd name="connsiteX278" fmla="*/ 191497 w 1632875"/>
                <a:gd name="connsiteY278" fmla="*/ 307580 h 1632852"/>
                <a:gd name="connsiteX279" fmla="*/ 191142 w 1632875"/>
                <a:gd name="connsiteY279" fmla="*/ 308027 h 1632852"/>
                <a:gd name="connsiteX280" fmla="*/ 157857 w 1632875"/>
                <a:gd name="connsiteY280" fmla="*/ 351871 h 1632852"/>
                <a:gd name="connsiteX281" fmla="*/ 153809 w 1632875"/>
                <a:gd name="connsiteY281" fmla="*/ 354120 h 1632852"/>
                <a:gd name="connsiteX282" fmla="*/ 1444811 w 1632875"/>
                <a:gd name="connsiteY282" fmla="*/ 308714 h 1632852"/>
                <a:gd name="connsiteX283" fmla="*/ 1440786 w 1632875"/>
                <a:gd name="connsiteY283" fmla="*/ 306796 h 1632852"/>
                <a:gd name="connsiteX284" fmla="*/ 1404542 w 1632875"/>
                <a:gd name="connsiteY284" fmla="*/ 265415 h 1632852"/>
                <a:gd name="connsiteX285" fmla="*/ 1404401 w 1632875"/>
                <a:gd name="connsiteY285" fmla="*/ 258050 h 1632852"/>
                <a:gd name="connsiteX286" fmla="*/ 1411763 w 1632875"/>
                <a:gd name="connsiteY286" fmla="*/ 257903 h 1632852"/>
                <a:gd name="connsiteX287" fmla="*/ 1412141 w 1632875"/>
                <a:gd name="connsiteY287" fmla="*/ 258312 h 1632852"/>
                <a:gd name="connsiteX288" fmla="*/ 1448835 w 1632875"/>
                <a:gd name="connsiteY288" fmla="*/ 300239 h 1632852"/>
                <a:gd name="connsiteX289" fmla="*/ 1448125 w 1632875"/>
                <a:gd name="connsiteY289" fmla="*/ 307535 h 1632852"/>
                <a:gd name="connsiteX290" fmla="*/ 1448102 w 1632875"/>
                <a:gd name="connsiteY290" fmla="*/ 307554 h 1632852"/>
                <a:gd name="connsiteX291" fmla="*/ 1445001 w 1632875"/>
                <a:gd name="connsiteY291" fmla="*/ 308761 h 1632852"/>
                <a:gd name="connsiteX292" fmla="*/ 223504 w 1632875"/>
                <a:gd name="connsiteY292" fmla="*/ 268208 h 1632852"/>
                <a:gd name="connsiteX293" fmla="*/ 219953 w 1632875"/>
                <a:gd name="connsiteY293" fmla="*/ 266811 h 1632852"/>
                <a:gd name="connsiteX294" fmla="*/ 219693 w 1632875"/>
                <a:gd name="connsiteY294" fmla="*/ 259451 h 1632852"/>
                <a:gd name="connsiteX295" fmla="*/ 219693 w 1632875"/>
                <a:gd name="connsiteY295" fmla="*/ 259449 h 1632852"/>
                <a:gd name="connsiteX296" fmla="*/ 259062 w 1632875"/>
                <a:gd name="connsiteY296" fmla="*/ 220032 h 1632852"/>
                <a:gd name="connsiteX297" fmla="*/ 266425 w 1632875"/>
                <a:gd name="connsiteY297" fmla="*/ 219885 h 1632852"/>
                <a:gd name="connsiteX298" fmla="*/ 266567 w 1632875"/>
                <a:gd name="connsiteY298" fmla="*/ 227250 h 1632852"/>
                <a:gd name="connsiteX299" fmla="*/ 266164 w 1632875"/>
                <a:gd name="connsiteY299" fmla="*/ 227631 h 1632852"/>
                <a:gd name="connsiteX300" fmla="*/ 227268 w 1632875"/>
                <a:gd name="connsiteY300" fmla="*/ 266551 h 1632852"/>
                <a:gd name="connsiteX301" fmla="*/ 223694 w 1632875"/>
                <a:gd name="connsiteY301" fmla="*/ 268255 h 1632852"/>
                <a:gd name="connsiteX302" fmla="*/ 1369150 w 1632875"/>
                <a:gd name="connsiteY302" fmla="*/ 227963 h 1632852"/>
                <a:gd name="connsiteX303" fmla="*/ 1365599 w 1632875"/>
                <a:gd name="connsiteY303" fmla="*/ 226566 h 1632852"/>
                <a:gd name="connsiteX304" fmla="*/ 1324098 w 1632875"/>
                <a:gd name="connsiteY304" fmla="*/ 190416 h 1632852"/>
                <a:gd name="connsiteX305" fmla="*/ 1323743 w 1632875"/>
                <a:gd name="connsiteY305" fmla="*/ 183058 h 1632852"/>
                <a:gd name="connsiteX306" fmla="*/ 1330656 w 1632875"/>
                <a:gd name="connsiteY306" fmla="*/ 182343 h 1632852"/>
                <a:gd name="connsiteX307" fmla="*/ 1372701 w 1632875"/>
                <a:gd name="connsiteY307" fmla="*/ 218943 h 1632852"/>
                <a:gd name="connsiteX308" fmla="*/ 1372961 w 1632875"/>
                <a:gd name="connsiteY308" fmla="*/ 226303 h 1632852"/>
                <a:gd name="connsiteX309" fmla="*/ 1372961 w 1632875"/>
                <a:gd name="connsiteY309" fmla="*/ 226305 h 1632852"/>
                <a:gd name="connsiteX310" fmla="*/ 1369340 w 1632875"/>
                <a:gd name="connsiteY310" fmla="*/ 228010 h 1632852"/>
                <a:gd name="connsiteX311" fmla="*/ 304303 w 1632875"/>
                <a:gd name="connsiteY311" fmla="*/ 192594 h 1632852"/>
                <a:gd name="connsiteX312" fmla="*/ 299119 w 1632875"/>
                <a:gd name="connsiteY312" fmla="*/ 187372 h 1632852"/>
                <a:gd name="connsiteX313" fmla="*/ 301012 w 1632875"/>
                <a:gd name="connsiteY313" fmla="*/ 183361 h 1632852"/>
                <a:gd name="connsiteX314" fmla="*/ 345329 w 1632875"/>
                <a:gd name="connsiteY314" fmla="*/ 149602 h 1632852"/>
                <a:gd name="connsiteX315" fmla="*/ 352597 w 1632875"/>
                <a:gd name="connsiteY315" fmla="*/ 150833 h 1632852"/>
                <a:gd name="connsiteX316" fmla="*/ 351366 w 1632875"/>
                <a:gd name="connsiteY316" fmla="*/ 158101 h 1632852"/>
                <a:gd name="connsiteX317" fmla="*/ 307593 w 1632875"/>
                <a:gd name="connsiteY317" fmla="*/ 191434 h 1632852"/>
                <a:gd name="connsiteX318" fmla="*/ 304492 w 1632875"/>
                <a:gd name="connsiteY318" fmla="*/ 192641 h 1632852"/>
                <a:gd name="connsiteX319" fmla="*/ 1283238 w 1632875"/>
                <a:gd name="connsiteY319" fmla="*/ 158125 h 1632852"/>
                <a:gd name="connsiteX320" fmla="*/ 1280231 w 1632875"/>
                <a:gd name="connsiteY320" fmla="*/ 157178 h 1632852"/>
                <a:gd name="connsiteX321" fmla="*/ 1234209 w 1632875"/>
                <a:gd name="connsiteY321" fmla="*/ 126970 h 1632852"/>
                <a:gd name="connsiteX322" fmla="*/ 1232481 w 1632875"/>
                <a:gd name="connsiteY322" fmla="*/ 119809 h 1632852"/>
                <a:gd name="connsiteX323" fmla="*/ 1239631 w 1632875"/>
                <a:gd name="connsiteY323" fmla="*/ 118069 h 1632852"/>
                <a:gd name="connsiteX324" fmla="*/ 1286244 w 1632875"/>
                <a:gd name="connsiteY324" fmla="*/ 148655 h 1632852"/>
                <a:gd name="connsiteX325" fmla="*/ 1287523 w 1632875"/>
                <a:gd name="connsiteY325" fmla="*/ 155911 h 1632852"/>
                <a:gd name="connsiteX326" fmla="*/ 1283238 w 1632875"/>
                <a:gd name="connsiteY326" fmla="*/ 158125 h 1632852"/>
                <a:gd name="connsiteX327" fmla="*/ 394737 w 1632875"/>
                <a:gd name="connsiteY327" fmla="*/ 128651 h 1632852"/>
                <a:gd name="connsiteX328" fmla="*/ 389552 w 1632875"/>
                <a:gd name="connsiteY328" fmla="*/ 123422 h 1632852"/>
                <a:gd name="connsiteX329" fmla="*/ 392014 w 1632875"/>
                <a:gd name="connsiteY329" fmla="*/ 119016 h 1632852"/>
                <a:gd name="connsiteX330" fmla="*/ 440498 w 1632875"/>
                <a:gd name="connsiteY330" fmla="*/ 91602 h 1632852"/>
                <a:gd name="connsiteX331" fmla="*/ 447292 w 1632875"/>
                <a:gd name="connsiteY331" fmla="*/ 94469 h 1632852"/>
                <a:gd name="connsiteX332" fmla="*/ 445233 w 1632875"/>
                <a:gd name="connsiteY332" fmla="*/ 100834 h 1632852"/>
                <a:gd name="connsiteX333" fmla="*/ 397388 w 1632875"/>
                <a:gd name="connsiteY333" fmla="*/ 127893 h 1632852"/>
                <a:gd name="connsiteX334" fmla="*/ 394737 w 1632875"/>
                <a:gd name="connsiteY334" fmla="*/ 128651 h 1632852"/>
                <a:gd name="connsiteX335" fmla="*/ 1188827 w 1632875"/>
                <a:gd name="connsiteY335" fmla="*/ 100598 h 1632852"/>
                <a:gd name="connsiteX336" fmla="*/ 1186460 w 1632875"/>
                <a:gd name="connsiteY336" fmla="*/ 100030 h 1632852"/>
                <a:gd name="connsiteX337" fmla="*/ 1136745 w 1632875"/>
                <a:gd name="connsiteY337" fmla="*/ 76356 h 1632852"/>
                <a:gd name="connsiteX338" fmla="*/ 1134897 w 1632875"/>
                <a:gd name="connsiteY338" fmla="*/ 69227 h 1632852"/>
                <a:gd name="connsiteX339" fmla="*/ 1140911 w 1632875"/>
                <a:gd name="connsiteY339" fmla="*/ 66886 h 1632852"/>
                <a:gd name="connsiteX340" fmla="*/ 1191265 w 1632875"/>
                <a:gd name="connsiteY340" fmla="*/ 90844 h 1632852"/>
                <a:gd name="connsiteX341" fmla="*/ 1193467 w 1632875"/>
                <a:gd name="connsiteY341" fmla="*/ 97873 h 1632852"/>
                <a:gd name="connsiteX342" fmla="*/ 1188898 w 1632875"/>
                <a:gd name="connsiteY342" fmla="*/ 100669 h 1632852"/>
                <a:gd name="connsiteX343" fmla="*/ 492817 w 1632875"/>
                <a:gd name="connsiteY343" fmla="*/ 77563 h 1632852"/>
                <a:gd name="connsiteX344" fmla="*/ 487585 w 1632875"/>
                <a:gd name="connsiteY344" fmla="*/ 72376 h 1632852"/>
                <a:gd name="connsiteX345" fmla="*/ 490734 w 1632875"/>
                <a:gd name="connsiteY345" fmla="*/ 67573 h 1632852"/>
                <a:gd name="connsiteX346" fmla="*/ 542437 w 1632875"/>
                <a:gd name="connsiteY346" fmla="*/ 47048 h 1632852"/>
                <a:gd name="connsiteX347" fmla="*/ 549113 w 1632875"/>
                <a:gd name="connsiteY347" fmla="*/ 50158 h 1632852"/>
                <a:gd name="connsiteX348" fmla="*/ 546012 w 1632875"/>
                <a:gd name="connsiteY348" fmla="*/ 56834 h 1632852"/>
                <a:gd name="connsiteX349" fmla="*/ 545965 w 1632875"/>
                <a:gd name="connsiteY349" fmla="*/ 56848 h 1632852"/>
                <a:gd name="connsiteX350" fmla="*/ 494901 w 1632875"/>
                <a:gd name="connsiteY350" fmla="*/ 77113 h 1632852"/>
                <a:gd name="connsiteX351" fmla="*/ 492793 w 1632875"/>
                <a:gd name="connsiteY351" fmla="*/ 77468 h 1632852"/>
                <a:gd name="connsiteX352" fmla="*/ 1087195 w 1632875"/>
                <a:gd name="connsiteY352" fmla="*/ 56470 h 1632852"/>
                <a:gd name="connsiteX353" fmla="*/ 1085467 w 1632875"/>
                <a:gd name="connsiteY353" fmla="*/ 56186 h 1632852"/>
                <a:gd name="connsiteX354" fmla="*/ 1033030 w 1632875"/>
                <a:gd name="connsiteY354" fmla="*/ 39614 h 1632852"/>
                <a:gd name="connsiteX355" fmla="*/ 1029407 w 1632875"/>
                <a:gd name="connsiteY355" fmla="*/ 33198 h 1632852"/>
                <a:gd name="connsiteX356" fmla="*/ 1035822 w 1632875"/>
                <a:gd name="connsiteY356" fmla="*/ 29576 h 1632852"/>
                <a:gd name="connsiteX357" fmla="*/ 1088947 w 1632875"/>
                <a:gd name="connsiteY357" fmla="*/ 46385 h 1632852"/>
                <a:gd name="connsiteX358" fmla="*/ 1092095 w 1632875"/>
                <a:gd name="connsiteY358" fmla="*/ 53049 h 1632852"/>
                <a:gd name="connsiteX359" fmla="*/ 1087195 w 1632875"/>
                <a:gd name="connsiteY359" fmla="*/ 56493 h 1632852"/>
                <a:gd name="connsiteX360" fmla="*/ 596911 w 1632875"/>
                <a:gd name="connsiteY360" fmla="*/ 40324 h 1632852"/>
                <a:gd name="connsiteX361" fmla="*/ 591703 w 1632875"/>
                <a:gd name="connsiteY361" fmla="*/ 35121 h 1632852"/>
                <a:gd name="connsiteX362" fmla="*/ 595514 w 1632875"/>
                <a:gd name="connsiteY362" fmla="*/ 30097 h 1632852"/>
                <a:gd name="connsiteX363" fmla="*/ 649632 w 1632875"/>
                <a:gd name="connsiteY363" fmla="*/ 16840 h 1632852"/>
                <a:gd name="connsiteX364" fmla="*/ 655788 w 1632875"/>
                <a:gd name="connsiteY364" fmla="*/ 20876 h 1632852"/>
                <a:gd name="connsiteX365" fmla="*/ 651763 w 1632875"/>
                <a:gd name="connsiteY365" fmla="*/ 27043 h 1632852"/>
                <a:gd name="connsiteX366" fmla="*/ 598331 w 1632875"/>
                <a:gd name="connsiteY366" fmla="*/ 40135 h 1632852"/>
                <a:gd name="connsiteX367" fmla="*/ 596911 w 1632875"/>
                <a:gd name="connsiteY367" fmla="*/ 40324 h 1632852"/>
                <a:gd name="connsiteX368" fmla="*/ 980663 w 1632875"/>
                <a:gd name="connsiteY368" fmla="*/ 26735 h 1632852"/>
                <a:gd name="connsiteX369" fmla="*/ 979621 w 1632875"/>
                <a:gd name="connsiteY369" fmla="*/ 26735 h 1632852"/>
                <a:gd name="connsiteX370" fmla="*/ 925384 w 1632875"/>
                <a:gd name="connsiteY370" fmla="*/ 17479 h 1632852"/>
                <a:gd name="connsiteX371" fmla="*/ 920981 w 1632875"/>
                <a:gd name="connsiteY371" fmla="*/ 11570 h 1632852"/>
                <a:gd name="connsiteX372" fmla="*/ 926782 w 1632875"/>
                <a:gd name="connsiteY372" fmla="*/ 7157 h 1632852"/>
                <a:gd name="connsiteX373" fmla="*/ 981729 w 1632875"/>
                <a:gd name="connsiteY373" fmla="*/ 16627 h 1632852"/>
                <a:gd name="connsiteX374" fmla="*/ 985705 w 1632875"/>
                <a:gd name="connsiteY374" fmla="*/ 22820 h 1632852"/>
                <a:gd name="connsiteX375" fmla="*/ 980663 w 1632875"/>
                <a:gd name="connsiteY375" fmla="*/ 26925 h 1632852"/>
                <a:gd name="connsiteX376" fmla="*/ 705289 w 1632875"/>
                <a:gd name="connsiteY376" fmla="*/ 17716 h 1632852"/>
                <a:gd name="connsiteX377" fmla="*/ 700081 w 1632875"/>
                <a:gd name="connsiteY377" fmla="*/ 12517 h 1632852"/>
                <a:gd name="connsiteX378" fmla="*/ 704579 w 1632875"/>
                <a:gd name="connsiteY378" fmla="*/ 7347 h 1632852"/>
                <a:gd name="connsiteX379" fmla="*/ 760000 w 1632875"/>
                <a:gd name="connsiteY379" fmla="*/ 1618 h 1632852"/>
                <a:gd name="connsiteX380" fmla="*/ 765563 w 1632875"/>
                <a:gd name="connsiteY380" fmla="*/ 6459 h 1632852"/>
                <a:gd name="connsiteX381" fmla="*/ 760710 w 1632875"/>
                <a:gd name="connsiteY381" fmla="*/ 12010 h 1632852"/>
                <a:gd name="connsiteX382" fmla="*/ 706000 w 1632875"/>
                <a:gd name="connsiteY382" fmla="*/ 17668 h 1632852"/>
                <a:gd name="connsiteX383" fmla="*/ 871006 w 1632875"/>
                <a:gd name="connsiteY383" fmla="*/ 11892 h 1632852"/>
                <a:gd name="connsiteX384" fmla="*/ 870675 w 1632875"/>
                <a:gd name="connsiteY384" fmla="*/ 11892 h 1632852"/>
                <a:gd name="connsiteX385" fmla="*/ 816698 w 1632875"/>
                <a:gd name="connsiteY385" fmla="*/ 10116 h 1632852"/>
                <a:gd name="connsiteX386" fmla="*/ 815680 w 1632875"/>
                <a:gd name="connsiteY386" fmla="*/ 10116 h 1632852"/>
                <a:gd name="connsiteX387" fmla="*/ 810472 w 1632875"/>
                <a:gd name="connsiteY387" fmla="*/ 4908 h 1632852"/>
                <a:gd name="connsiteX388" fmla="*/ 815680 w 1632875"/>
                <a:gd name="connsiteY388" fmla="*/ -300 h 1632852"/>
                <a:gd name="connsiteX389" fmla="*/ 816675 w 1632875"/>
                <a:gd name="connsiteY389" fmla="*/ -300 h 1632852"/>
                <a:gd name="connsiteX390" fmla="*/ 871361 w 1632875"/>
                <a:gd name="connsiteY390" fmla="*/ 1499 h 1632852"/>
                <a:gd name="connsiteX391" fmla="*/ 876403 w 1632875"/>
                <a:gd name="connsiteY391" fmla="*/ 6885 h 1632852"/>
                <a:gd name="connsiteX392" fmla="*/ 871006 w 1632875"/>
                <a:gd name="connsiteY392" fmla="*/ 11916 h 163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</a:cxnLst>
              <a:rect l="l" t="t" r="r" b="b"/>
              <a:pathLst>
                <a:path w="1632875" h="1632852">
                  <a:moveTo>
                    <a:pt x="816651" y="1632552"/>
                  </a:moveTo>
                  <a:cubicBezTo>
                    <a:pt x="798114" y="1632552"/>
                    <a:pt x="779388" y="1631913"/>
                    <a:pt x="760970" y="1630658"/>
                  </a:cubicBezTo>
                  <a:cubicBezTo>
                    <a:pt x="758106" y="1630469"/>
                    <a:pt x="755928" y="1627983"/>
                    <a:pt x="756141" y="1625095"/>
                  </a:cubicBezTo>
                  <a:cubicBezTo>
                    <a:pt x="756330" y="1622230"/>
                    <a:pt x="758816" y="1620076"/>
                    <a:pt x="761680" y="1620265"/>
                  </a:cubicBezTo>
                  <a:cubicBezTo>
                    <a:pt x="779862" y="1621496"/>
                    <a:pt x="798351" y="1622136"/>
                    <a:pt x="816651" y="1622136"/>
                  </a:cubicBezTo>
                  <a:lnTo>
                    <a:pt x="818687" y="1622136"/>
                  </a:lnTo>
                  <a:cubicBezTo>
                    <a:pt x="821575" y="1622136"/>
                    <a:pt x="823895" y="1624456"/>
                    <a:pt x="823895" y="1627344"/>
                  </a:cubicBezTo>
                  <a:cubicBezTo>
                    <a:pt x="823895" y="1630208"/>
                    <a:pt x="821575" y="1632552"/>
                    <a:pt x="818687" y="1632552"/>
                  </a:cubicBezTo>
                  <a:close/>
                  <a:moveTo>
                    <a:pt x="874131" y="1630469"/>
                  </a:moveTo>
                  <a:cubicBezTo>
                    <a:pt x="871266" y="1630564"/>
                    <a:pt x="868852" y="1628314"/>
                    <a:pt x="868757" y="1625450"/>
                  </a:cubicBezTo>
                  <a:cubicBezTo>
                    <a:pt x="868639" y="1622562"/>
                    <a:pt x="870912" y="1620147"/>
                    <a:pt x="873776" y="1620052"/>
                  </a:cubicBezTo>
                  <a:cubicBezTo>
                    <a:pt x="892004" y="1618774"/>
                    <a:pt x="910399" y="1616856"/>
                    <a:pt x="928463" y="1614347"/>
                  </a:cubicBezTo>
                  <a:cubicBezTo>
                    <a:pt x="931303" y="1613945"/>
                    <a:pt x="933955" y="1615933"/>
                    <a:pt x="934357" y="1618774"/>
                  </a:cubicBezTo>
                  <a:cubicBezTo>
                    <a:pt x="934736" y="1621639"/>
                    <a:pt x="932747" y="1624266"/>
                    <a:pt x="929906" y="1624669"/>
                  </a:cubicBezTo>
                  <a:cubicBezTo>
                    <a:pt x="911607" y="1627202"/>
                    <a:pt x="892952" y="1629167"/>
                    <a:pt x="874486" y="1630445"/>
                  </a:cubicBezTo>
                  <a:close/>
                  <a:moveTo>
                    <a:pt x="706378" y="1625000"/>
                  </a:moveTo>
                  <a:lnTo>
                    <a:pt x="705668" y="1625000"/>
                  </a:lnTo>
                  <a:cubicBezTo>
                    <a:pt x="687345" y="1622491"/>
                    <a:pt x="668856" y="1619319"/>
                    <a:pt x="650745" y="1615531"/>
                  </a:cubicBezTo>
                  <a:cubicBezTo>
                    <a:pt x="647928" y="1614939"/>
                    <a:pt x="646129" y="1612193"/>
                    <a:pt x="646697" y="1609352"/>
                  </a:cubicBezTo>
                  <a:cubicBezTo>
                    <a:pt x="647289" y="1606535"/>
                    <a:pt x="650059" y="1604735"/>
                    <a:pt x="652876" y="1605327"/>
                  </a:cubicBezTo>
                  <a:cubicBezTo>
                    <a:pt x="670750" y="1609044"/>
                    <a:pt x="688978" y="1612169"/>
                    <a:pt x="707089" y="1614655"/>
                  </a:cubicBezTo>
                  <a:cubicBezTo>
                    <a:pt x="709929" y="1615034"/>
                    <a:pt x="711942" y="1617661"/>
                    <a:pt x="711539" y="1620526"/>
                  </a:cubicBezTo>
                  <a:cubicBezTo>
                    <a:pt x="711208" y="1623106"/>
                    <a:pt x="708983" y="1625024"/>
                    <a:pt x="706378" y="1625024"/>
                  </a:cubicBezTo>
                  <a:close/>
                  <a:moveTo>
                    <a:pt x="983717" y="1615199"/>
                  </a:moveTo>
                  <a:cubicBezTo>
                    <a:pt x="980853" y="1615176"/>
                    <a:pt x="978533" y="1612832"/>
                    <a:pt x="978556" y="1609944"/>
                  </a:cubicBezTo>
                  <a:cubicBezTo>
                    <a:pt x="978556" y="1607505"/>
                    <a:pt x="980261" y="1605422"/>
                    <a:pt x="982651" y="1604901"/>
                  </a:cubicBezTo>
                  <a:cubicBezTo>
                    <a:pt x="1000526" y="1601137"/>
                    <a:pt x="1018494" y="1596710"/>
                    <a:pt x="1036059" y="1591739"/>
                  </a:cubicBezTo>
                  <a:cubicBezTo>
                    <a:pt x="1038829" y="1590957"/>
                    <a:pt x="1041718" y="1592567"/>
                    <a:pt x="1042499" y="1595337"/>
                  </a:cubicBezTo>
                  <a:cubicBezTo>
                    <a:pt x="1043281" y="1598107"/>
                    <a:pt x="1041670" y="1600995"/>
                    <a:pt x="1038901" y="1601776"/>
                  </a:cubicBezTo>
                  <a:cubicBezTo>
                    <a:pt x="1021121" y="1606795"/>
                    <a:pt x="1002916" y="1611246"/>
                    <a:pt x="984783" y="1615081"/>
                  </a:cubicBezTo>
                  <a:cubicBezTo>
                    <a:pt x="984404" y="1615199"/>
                    <a:pt x="984001" y="1615270"/>
                    <a:pt x="983599" y="1615270"/>
                  </a:cubicBezTo>
                  <a:close/>
                  <a:moveTo>
                    <a:pt x="598024" y="1602510"/>
                  </a:moveTo>
                  <a:cubicBezTo>
                    <a:pt x="597550" y="1602510"/>
                    <a:pt x="597077" y="1602463"/>
                    <a:pt x="596627" y="1602321"/>
                  </a:cubicBezTo>
                  <a:cubicBezTo>
                    <a:pt x="578800" y="1597326"/>
                    <a:pt x="560950" y="1591644"/>
                    <a:pt x="543527" y="1585441"/>
                  </a:cubicBezTo>
                  <a:cubicBezTo>
                    <a:pt x="540756" y="1584636"/>
                    <a:pt x="539194" y="1581725"/>
                    <a:pt x="539999" y="1578978"/>
                  </a:cubicBezTo>
                  <a:cubicBezTo>
                    <a:pt x="540804" y="1576208"/>
                    <a:pt x="543692" y="1574646"/>
                    <a:pt x="546462" y="1575451"/>
                  </a:cubicBezTo>
                  <a:cubicBezTo>
                    <a:pt x="546651" y="1575498"/>
                    <a:pt x="546841" y="1575569"/>
                    <a:pt x="547007" y="1575640"/>
                  </a:cubicBezTo>
                  <a:cubicBezTo>
                    <a:pt x="564218" y="1581748"/>
                    <a:pt x="581854" y="1587477"/>
                    <a:pt x="599420" y="1592212"/>
                  </a:cubicBezTo>
                  <a:cubicBezTo>
                    <a:pt x="602190" y="1592970"/>
                    <a:pt x="603824" y="1595858"/>
                    <a:pt x="603042" y="1598628"/>
                  </a:cubicBezTo>
                  <a:cubicBezTo>
                    <a:pt x="602427" y="1600877"/>
                    <a:pt x="600367" y="1602439"/>
                    <a:pt x="598024" y="1602439"/>
                  </a:cubicBezTo>
                  <a:close/>
                  <a:moveTo>
                    <a:pt x="1090202" y="1585062"/>
                  </a:moveTo>
                  <a:cubicBezTo>
                    <a:pt x="1087337" y="1585062"/>
                    <a:pt x="1084993" y="1582742"/>
                    <a:pt x="1084970" y="1579854"/>
                  </a:cubicBezTo>
                  <a:cubicBezTo>
                    <a:pt x="1084970" y="1577676"/>
                    <a:pt x="1086366" y="1575688"/>
                    <a:pt x="1088426" y="1574954"/>
                  </a:cubicBezTo>
                  <a:cubicBezTo>
                    <a:pt x="1105590" y="1568799"/>
                    <a:pt x="1122753" y="1561957"/>
                    <a:pt x="1139467" y="1554618"/>
                  </a:cubicBezTo>
                  <a:cubicBezTo>
                    <a:pt x="1141952" y="1553174"/>
                    <a:pt x="1145148" y="1554026"/>
                    <a:pt x="1146592" y="1556512"/>
                  </a:cubicBezTo>
                  <a:cubicBezTo>
                    <a:pt x="1148037" y="1558998"/>
                    <a:pt x="1147184" y="1562194"/>
                    <a:pt x="1144699" y="1563638"/>
                  </a:cubicBezTo>
                  <a:cubicBezTo>
                    <a:pt x="1144367" y="1563827"/>
                    <a:pt x="1144012" y="1563969"/>
                    <a:pt x="1143657" y="1564087"/>
                  </a:cubicBezTo>
                  <a:cubicBezTo>
                    <a:pt x="1126731" y="1571521"/>
                    <a:pt x="1109330" y="1578458"/>
                    <a:pt x="1091953" y="1584684"/>
                  </a:cubicBezTo>
                  <a:cubicBezTo>
                    <a:pt x="1091361" y="1584944"/>
                    <a:pt x="1090723" y="1585110"/>
                    <a:pt x="1090084" y="1585133"/>
                  </a:cubicBezTo>
                  <a:close/>
                  <a:moveTo>
                    <a:pt x="493622" y="1565366"/>
                  </a:moveTo>
                  <a:cubicBezTo>
                    <a:pt x="492912" y="1565366"/>
                    <a:pt x="492202" y="1565224"/>
                    <a:pt x="491539" y="1564916"/>
                  </a:cubicBezTo>
                  <a:cubicBezTo>
                    <a:pt x="474565" y="1557530"/>
                    <a:pt x="457638" y="1549457"/>
                    <a:pt x="441208" y="1540887"/>
                  </a:cubicBezTo>
                  <a:cubicBezTo>
                    <a:pt x="438533" y="1539798"/>
                    <a:pt x="437255" y="1536768"/>
                    <a:pt x="438344" y="1534093"/>
                  </a:cubicBezTo>
                  <a:cubicBezTo>
                    <a:pt x="439433" y="1531442"/>
                    <a:pt x="442463" y="1530163"/>
                    <a:pt x="445138" y="1531228"/>
                  </a:cubicBezTo>
                  <a:cubicBezTo>
                    <a:pt x="445422" y="1531347"/>
                    <a:pt x="445683" y="1531489"/>
                    <a:pt x="445943" y="1531654"/>
                  </a:cubicBezTo>
                  <a:cubicBezTo>
                    <a:pt x="462160" y="1540106"/>
                    <a:pt x="478873" y="1548084"/>
                    <a:pt x="495658" y="1555328"/>
                  </a:cubicBezTo>
                  <a:cubicBezTo>
                    <a:pt x="498310" y="1556465"/>
                    <a:pt x="499517" y="1559542"/>
                    <a:pt x="498381" y="1562170"/>
                  </a:cubicBezTo>
                  <a:cubicBezTo>
                    <a:pt x="497552" y="1564087"/>
                    <a:pt x="495658" y="1565319"/>
                    <a:pt x="493575" y="1565319"/>
                  </a:cubicBezTo>
                  <a:close/>
                  <a:moveTo>
                    <a:pt x="1191360" y="1540745"/>
                  </a:moveTo>
                  <a:cubicBezTo>
                    <a:pt x="1188471" y="1540698"/>
                    <a:pt x="1186175" y="1538307"/>
                    <a:pt x="1186223" y="1535419"/>
                  </a:cubicBezTo>
                  <a:cubicBezTo>
                    <a:pt x="1186246" y="1533525"/>
                    <a:pt x="1187312" y="1531796"/>
                    <a:pt x="1188992" y="1530897"/>
                  </a:cubicBezTo>
                  <a:cubicBezTo>
                    <a:pt x="1205137" y="1522469"/>
                    <a:pt x="1221236" y="1513331"/>
                    <a:pt x="1236790" y="1503790"/>
                  </a:cubicBezTo>
                  <a:cubicBezTo>
                    <a:pt x="1239204" y="1502228"/>
                    <a:pt x="1242424" y="1502938"/>
                    <a:pt x="1243986" y="1505377"/>
                  </a:cubicBezTo>
                  <a:cubicBezTo>
                    <a:pt x="1245525" y="1507791"/>
                    <a:pt x="1244838" y="1511011"/>
                    <a:pt x="1242400" y="1512550"/>
                  </a:cubicBezTo>
                  <a:cubicBezTo>
                    <a:pt x="1242353" y="1512597"/>
                    <a:pt x="1242281" y="1512644"/>
                    <a:pt x="1242235" y="1512668"/>
                  </a:cubicBezTo>
                  <a:cubicBezTo>
                    <a:pt x="1226468" y="1522327"/>
                    <a:pt x="1210181" y="1531607"/>
                    <a:pt x="1193822" y="1540130"/>
                  </a:cubicBezTo>
                  <a:cubicBezTo>
                    <a:pt x="1193065" y="1540532"/>
                    <a:pt x="1192212" y="1540745"/>
                    <a:pt x="1191360" y="1540745"/>
                  </a:cubicBezTo>
                  <a:close/>
                  <a:moveTo>
                    <a:pt x="395376" y="1514325"/>
                  </a:moveTo>
                  <a:cubicBezTo>
                    <a:pt x="394406" y="1514325"/>
                    <a:pt x="393482" y="1514065"/>
                    <a:pt x="392654" y="1513568"/>
                  </a:cubicBezTo>
                  <a:cubicBezTo>
                    <a:pt x="376863" y="1503933"/>
                    <a:pt x="361191" y="1493611"/>
                    <a:pt x="346087" y="1482910"/>
                  </a:cubicBezTo>
                  <a:cubicBezTo>
                    <a:pt x="343696" y="1481324"/>
                    <a:pt x="343033" y="1478104"/>
                    <a:pt x="344619" y="1475690"/>
                  </a:cubicBezTo>
                  <a:cubicBezTo>
                    <a:pt x="346182" y="1473299"/>
                    <a:pt x="349425" y="1472636"/>
                    <a:pt x="351816" y="1474222"/>
                  </a:cubicBezTo>
                  <a:cubicBezTo>
                    <a:pt x="351911" y="1474269"/>
                    <a:pt x="352005" y="1474340"/>
                    <a:pt x="352100" y="1474411"/>
                  </a:cubicBezTo>
                  <a:cubicBezTo>
                    <a:pt x="367038" y="1484994"/>
                    <a:pt x="382498" y="1495173"/>
                    <a:pt x="398075" y="1504666"/>
                  </a:cubicBezTo>
                  <a:cubicBezTo>
                    <a:pt x="400537" y="1506158"/>
                    <a:pt x="401318" y="1509354"/>
                    <a:pt x="399826" y="1511816"/>
                  </a:cubicBezTo>
                  <a:cubicBezTo>
                    <a:pt x="398880" y="1513378"/>
                    <a:pt x="397199" y="1514325"/>
                    <a:pt x="395376" y="1514325"/>
                  </a:cubicBezTo>
                  <a:close/>
                  <a:moveTo>
                    <a:pt x="1285653" y="1482934"/>
                  </a:moveTo>
                  <a:cubicBezTo>
                    <a:pt x="1282788" y="1482957"/>
                    <a:pt x="1280421" y="1480637"/>
                    <a:pt x="1280396" y="1477773"/>
                  </a:cubicBezTo>
                  <a:cubicBezTo>
                    <a:pt x="1280396" y="1476045"/>
                    <a:pt x="1281225" y="1474459"/>
                    <a:pt x="1282622" y="1473464"/>
                  </a:cubicBezTo>
                  <a:cubicBezTo>
                    <a:pt x="1297489" y="1462906"/>
                    <a:pt x="1312214" y="1451661"/>
                    <a:pt x="1326348" y="1440108"/>
                  </a:cubicBezTo>
                  <a:cubicBezTo>
                    <a:pt x="1328597" y="1438309"/>
                    <a:pt x="1331887" y="1438687"/>
                    <a:pt x="1333662" y="1440960"/>
                  </a:cubicBezTo>
                  <a:cubicBezTo>
                    <a:pt x="1335415" y="1443162"/>
                    <a:pt x="1335083" y="1446358"/>
                    <a:pt x="1332928" y="1448181"/>
                  </a:cubicBezTo>
                  <a:cubicBezTo>
                    <a:pt x="1318724" y="1459875"/>
                    <a:pt x="1303740" y="1471263"/>
                    <a:pt x="1288659" y="1481963"/>
                  </a:cubicBezTo>
                  <a:cubicBezTo>
                    <a:pt x="1287783" y="1482602"/>
                    <a:pt x="1286694" y="1482957"/>
                    <a:pt x="1285605" y="1482934"/>
                  </a:cubicBezTo>
                  <a:close/>
                  <a:moveTo>
                    <a:pt x="304990" y="1450359"/>
                  </a:moveTo>
                  <a:cubicBezTo>
                    <a:pt x="303782" y="1450359"/>
                    <a:pt x="302622" y="1449956"/>
                    <a:pt x="301699" y="1449199"/>
                  </a:cubicBezTo>
                  <a:cubicBezTo>
                    <a:pt x="287352" y="1437362"/>
                    <a:pt x="273290" y="1425170"/>
                    <a:pt x="259725" y="1412528"/>
                  </a:cubicBezTo>
                  <a:cubicBezTo>
                    <a:pt x="257524" y="1410681"/>
                    <a:pt x="257239" y="1407391"/>
                    <a:pt x="259086" y="1405189"/>
                  </a:cubicBezTo>
                  <a:cubicBezTo>
                    <a:pt x="260932" y="1402988"/>
                    <a:pt x="264223" y="1402703"/>
                    <a:pt x="266425" y="1404550"/>
                  </a:cubicBezTo>
                  <a:cubicBezTo>
                    <a:pt x="266567" y="1404668"/>
                    <a:pt x="266709" y="1404787"/>
                    <a:pt x="266827" y="1404929"/>
                  </a:cubicBezTo>
                  <a:cubicBezTo>
                    <a:pt x="280156" y="1417381"/>
                    <a:pt x="294123" y="1429573"/>
                    <a:pt x="308280" y="1441102"/>
                  </a:cubicBezTo>
                  <a:cubicBezTo>
                    <a:pt x="310505" y="1442901"/>
                    <a:pt x="310861" y="1446192"/>
                    <a:pt x="309061" y="1448417"/>
                  </a:cubicBezTo>
                  <a:cubicBezTo>
                    <a:pt x="308067" y="1449648"/>
                    <a:pt x="306576" y="1450359"/>
                    <a:pt x="304990" y="1450359"/>
                  </a:cubicBezTo>
                  <a:close/>
                  <a:moveTo>
                    <a:pt x="1371280" y="1412859"/>
                  </a:moveTo>
                  <a:cubicBezTo>
                    <a:pt x="1369837" y="1412859"/>
                    <a:pt x="1368439" y="1412267"/>
                    <a:pt x="1367469" y="1411202"/>
                  </a:cubicBezTo>
                  <a:cubicBezTo>
                    <a:pt x="1365504" y="1409095"/>
                    <a:pt x="1365622" y="1405805"/>
                    <a:pt x="1367706" y="1403840"/>
                  </a:cubicBezTo>
                  <a:cubicBezTo>
                    <a:pt x="1381034" y="1391340"/>
                    <a:pt x="1394102" y="1378248"/>
                    <a:pt x="1406554" y="1364873"/>
                  </a:cubicBezTo>
                  <a:cubicBezTo>
                    <a:pt x="1408519" y="1362766"/>
                    <a:pt x="1411810" y="1362647"/>
                    <a:pt x="1413916" y="1364612"/>
                  </a:cubicBezTo>
                  <a:cubicBezTo>
                    <a:pt x="1416024" y="1366577"/>
                    <a:pt x="1416143" y="1369868"/>
                    <a:pt x="1414178" y="1371975"/>
                  </a:cubicBezTo>
                  <a:cubicBezTo>
                    <a:pt x="1401559" y="1385516"/>
                    <a:pt x="1388326" y="1398797"/>
                    <a:pt x="1374832" y="1411439"/>
                  </a:cubicBezTo>
                  <a:cubicBezTo>
                    <a:pt x="1373885" y="1412362"/>
                    <a:pt x="1372606" y="1412859"/>
                    <a:pt x="1371280" y="1412859"/>
                  </a:cubicBezTo>
                  <a:close/>
                  <a:moveTo>
                    <a:pt x="224072" y="1374792"/>
                  </a:moveTo>
                  <a:cubicBezTo>
                    <a:pt x="222628" y="1374792"/>
                    <a:pt x="221255" y="1374176"/>
                    <a:pt x="220261" y="1373135"/>
                  </a:cubicBezTo>
                  <a:cubicBezTo>
                    <a:pt x="207643" y="1359617"/>
                    <a:pt x="195309" y="1345507"/>
                    <a:pt x="183614" y="1331161"/>
                  </a:cubicBezTo>
                  <a:cubicBezTo>
                    <a:pt x="181815" y="1328912"/>
                    <a:pt x="182193" y="1325621"/>
                    <a:pt x="184466" y="1323846"/>
                  </a:cubicBezTo>
                  <a:cubicBezTo>
                    <a:pt x="186668" y="1322094"/>
                    <a:pt x="189864" y="1322426"/>
                    <a:pt x="191687" y="1324580"/>
                  </a:cubicBezTo>
                  <a:cubicBezTo>
                    <a:pt x="203240" y="1338784"/>
                    <a:pt x="215360" y="1352681"/>
                    <a:pt x="227884" y="1366033"/>
                  </a:cubicBezTo>
                  <a:cubicBezTo>
                    <a:pt x="229825" y="1368163"/>
                    <a:pt x="229683" y="1371478"/>
                    <a:pt x="227552" y="1373419"/>
                  </a:cubicBezTo>
                  <a:cubicBezTo>
                    <a:pt x="226605" y="1374295"/>
                    <a:pt x="225351" y="1374768"/>
                    <a:pt x="224072" y="1374792"/>
                  </a:cubicBezTo>
                  <a:close/>
                  <a:moveTo>
                    <a:pt x="1446657" y="1331848"/>
                  </a:moveTo>
                  <a:cubicBezTo>
                    <a:pt x="1443770" y="1331848"/>
                    <a:pt x="1441450" y="1329528"/>
                    <a:pt x="1441450" y="1326640"/>
                  </a:cubicBezTo>
                  <a:cubicBezTo>
                    <a:pt x="1441426" y="1325456"/>
                    <a:pt x="1441852" y="1324272"/>
                    <a:pt x="1442609" y="1323349"/>
                  </a:cubicBezTo>
                  <a:cubicBezTo>
                    <a:pt x="1454116" y="1309145"/>
                    <a:pt x="1465313" y="1294396"/>
                    <a:pt x="1475753" y="1279481"/>
                  </a:cubicBezTo>
                  <a:cubicBezTo>
                    <a:pt x="1477410" y="1277138"/>
                    <a:pt x="1480654" y="1276569"/>
                    <a:pt x="1482997" y="1278203"/>
                  </a:cubicBezTo>
                  <a:cubicBezTo>
                    <a:pt x="1485364" y="1279860"/>
                    <a:pt x="1485933" y="1283127"/>
                    <a:pt x="1484275" y="1285471"/>
                  </a:cubicBezTo>
                  <a:cubicBezTo>
                    <a:pt x="1473622" y="1300598"/>
                    <a:pt x="1462282" y="1315560"/>
                    <a:pt x="1450635" y="1329907"/>
                  </a:cubicBezTo>
                  <a:cubicBezTo>
                    <a:pt x="1449664" y="1331114"/>
                    <a:pt x="1448197" y="1331824"/>
                    <a:pt x="1446657" y="1331848"/>
                  </a:cubicBezTo>
                  <a:close/>
                  <a:moveTo>
                    <a:pt x="154069" y="1289022"/>
                  </a:moveTo>
                  <a:cubicBezTo>
                    <a:pt x="152365" y="1289022"/>
                    <a:pt x="150778" y="1288217"/>
                    <a:pt x="149808" y="1286820"/>
                  </a:cubicBezTo>
                  <a:cubicBezTo>
                    <a:pt x="139131" y="1271716"/>
                    <a:pt x="128833" y="1256044"/>
                    <a:pt x="119198" y="1240301"/>
                  </a:cubicBezTo>
                  <a:cubicBezTo>
                    <a:pt x="117706" y="1237839"/>
                    <a:pt x="118487" y="1234643"/>
                    <a:pt x="120950" y="1233128"/>
                  </a:cubicBezTo>
                  <a:cubicBezTo>
                    <a:pt x="123387" y="1231637"/>
                    <a:pt x="126607" y="1232418"/>
                    <a:pt x="128099" y="1234880"/>
                  </a:cubicBezTo>
                  <a:cubicBezTo>
                    <a:pt x="137569" y="1250433"/>
                    <a:pt x="147772" y="1265893"/>
                    <a:pt x="158330" y="1280807"/>
                  </a:cubicBezTo>
                  <a:cubicBezTo>
                    <a:pt x="159988" y="1283151"/>
                    <a:pt x="159419" y="1286394"/>
                    <a:pt x="157076" y="1288051"/>
                  </a:cubicBezTo>
                  <a:cubicBezTo>
                    <a:pt x="156223" y="1288667"/>
                    <a:pt x="155205" y="1288998"/>
                    <a:pt x="154163" y="1289022"/>
                  </a:cubicBezTo>
                  <a:close/>
                  <a:moveTo>
                    <a:pt x="1510341" y="1241343"/>
                  </a:moveTo>
                  <a:cubicBezTo>
                    <a:pt x="1509393" y="1241343"/>
                    <a:pt x="1508446" y="1241082"/>
                    <a:pt x="1507642" y="1240585"/>
                  </a:cubicBezTo>
                  <a:cubicBezTo>
                    <a:pt x="1505227" y="1239094"/>
                    <a:pt x="1504445" y="1235921"/>
                    <a:pt x="1505914" y="1233483"/>
                  </a:cubicBezTo>
                  <a:cubicBezTo>
                    <a:pt x="1515383" y="1217858"/>
                    <a:pt x="1524473" y="1201689"/>
                    <a:pt x="1532877" y="1185473"/>
                  </a:cubicBezTo>
                  <a:cubicBezTo>
                    <a:pt x="1534345" y="1182987"/>
                    <a:pt x="1537541" y="1182182"/>
                    <a:pt x="1540004" y="1183650"/>
                  </a:cubicBezTo>
                  <a:cubicBezTo>
                    <a:pt x="1542276" y="1184975"/>
                    <a:pt x="1543175" y="1187793"/>
                    <a:pt x="1542134" y="1190207"/>
                  </a:cubicBezTo>
                  <a:cubicBezTo>
                    <a:pt x="1533611" y="1206637"/>
                    <a:pt x="1524426" y="1222996"/>
                    <a:pt x="1514814" y="1238810"/>
                  </a:cubicBezTo>
                  <a:cubicBezTo>
                    <a:pt x="1513892" y="1240348"/>
                    <a:pt x="1512234" y="1241295"/>
                    <a:pt x="1510434" y="1241343"/>
                  </a:cubicBezTo>
                  <a:close/>
                  <a:moveTo>
                    <a:pt x="96447" y="1194611"/>
                  </a:moveTo>
                  <a:cubicBezTo>
                    <a:pt x="94506" y="1194611"/>
                    <a:pt x="92730" y="1193545"/>
                    <a:pt x="91831" y="1191817"/>
                  </a:cubicBezTo>
                  <a:cubicBezTo>
                    <a:pt x="83284" y="1175411"/>
                    <a:pt x="75259" y="1158532"/>
                    <a:pt x="67825" y="1141581"/>
                  </a:cubicBezTo>
                  <a:cubicBezTo>
                    <a:pt x="66973" y="1138835"/>
                    <a:pt x="68535" y="1135923"/>
                    <a:pt x="71282" y="1135071"/>
                  </a:cubicBezTo>
                  <a:cubicBezTo>
                    <a:pt x="73578" y="1134361"/>
                    <a:pt x="76064" y="1135332"/>
                    <a:pt x="77295" y="1137415"/>
                  </a:cubicBezTo>
                  <a:cubicBezTo>
                    <a:pt x="84586" y="1154129"/>
                    <a:pt x="92565" y="1170819"/>
                    <a:pt x="100968" y="1187130"/>
                  </a:cubicBezTo>
                  <a:cubicBezTo>
                    <a:pt x="102318" y="1189687"/>
                    <a:pt x="101348" y="1192859"/>
                    <a:pt x="98791" y="1194208"/>
                  </a:cubicBezTo>
                  <a:cubicBezTo>
                    <a:pt x="98791" y="1194208"/>
                    <a:pt x="98767" y="1194232"/>
                    <a:pt x="98743" y="1194232"/>
                  </a:cubicBezTo>
                  <a:cubicBezTo>
                    <a:pt x="98033" y="1194516"/>
                    <a:pt x="97299" y="1194634"/>
                    <a:pt x="96542" y="1194611"/>
                  </a:cubicBezTo>
                  <a:close/>
                  <a:moveTo>
                    <a:pt x="1561263" y="1142978"/>
                  </a:moveTo>
                  <a:cubicBezTo>
                    <a:pt x="1560553" y="1142978"/>
                    <a:pt x="1559866" y="1142836"/>
                    <a:pt x="1559203" y="1142552"/>
                  </a:cubicBezTo>
                  <a:cubicBezTo>
                    <a:pt x="1556575" y="1141416"/>
                    <a:pt x="1555344" y="1138338"/>
                    <a:pt x="1556505" y="1135710"/>
                  </a:cubicBezTo>
                  <a:cubicBezTo>
                    <a:pt x="1556505" y="1135687"/>
                    <a:pt x="1556505" y="1135687"/>
                    <a:pt x="1556505" y="1135687"/>
                  </a:cubicBezTo>
                  <a:cubicBezTo>
                    <a:pt x="1563772" y="1118902"/>
                    <a:pt x="1570567" y="1101667"/>
                    <a:pt x="1576651" y="1084433"/>
                  </a:cubicBezTo>
                  <a:cubicBezTo>
                    <a:pt x="1577622" y="1081710"/>
                    <a:pt x="1580581" y="1080290"/>
                    <a:pt x="1583303" y="1081261"/>
                  </a:cubicBezTo>
                  <a:cubicBezTo>
                    <a:pt x="1586025" y="1082231"/>
                    <a:pt x="1587446" y="1085191"/>
                    <a:pt x="1586475" y="1087913"/>
                  </a:cubicBezTo>
                  <a:cubicBezTo>
                    <a:pt x="1580296" y="1105360"/>
                    <a:pt x="1573431" y="1122832"/>
                    <a:pt x="1566045" y="1139830"/>
                  </a:cubicBezTo>
                  <a:cubicBezTo>
                    <a:pt x="1565240" y="1141700"/>
                    <a:pt x="1563393" y="1142931"/>
                    <a:pt x="1561357" y="1142978"/>
                  </a:cubicBezTo>
                  <a:close/>
                  <a:moveTo>
                    <a:pt x="52225" y="1093263"/>
                  </a:moveTo>
                  <a:cubicBezTo>
                    <a:pt x="50022" y="1093263"/>
                    <a:pt x="48058" y="1091866"/>
                    <a:pt x="47324" y="1089807"/>
                  </a:cubicBezTo>
                  <a:cubicBezTo>
                    <a:pt x="41121" y="1072383"/>
                    <a:pt x="35487" y="1054533"/>
                    <a:pt x="30421" y="1036706"/>
                  </a:cubicBezTo>
                  <a:cubicBezTo>
                    <a:pt x="29497" y="1033984"/>
                    <a:pt x="30965" y="1031025"/>
                    <a:pt x="33688" y="1030102"/>
                  </a:cubicBezTo>
                  <a:cubicBezTo>
                    <a:pt x="36410" y="1029178"/>
                    <a:pt x="39369" y="1030646"/>
                    <a:pt x="40293" y="1033369"/>
                  </a:cubicBezTo>
                  <a:cubicBezTo>
                    <a:pt x="40340" y="1033534"/>
                    <a:pt x="40388" y="1033724"/>
                    <a:pt x="40435" y="1033889"/>
                  </a:cubicBezTo>
                  <a:cubicBezTo>
                    <a:pt x="45382" y="1051479"/>
                    <a:pt x="51017" y="1069116"/>
                    <a:pt x="57148" y="1086303"/>
                  </a:cubicBezTo>
                  <a:cubicBezTo>
                    <a:pt x="58119" y="1089026"/>
                    <a:pt x="56699" y="1091985"/>
                    <a:pt x="53976" y="1092955"/>
                  </a:cubicBezTo>
                  <a:cubicBezTo>
                    <a:pt x="53976" y="1092955"/>
                    <a:pt x="53976" y="1092955"/>
                    <a:pt x="53976" y="1092955"/>
                  </a:cubicBezTo>
                  <a:cubicBezTo>
                    <a:pt x="53456" y="1093169"/>
                    <a:pt x="52887" y="1093287"/>
                    <a:pt x="52319" y="1093311"/>
                  </a:cubicBezTo>
                  <a:close/>
                  <a:moveTo>
                    <a:pt x="1598122" y="1038553"/>
                  </a:moveTo>
                  <a:cubicBezTo>
                    <a:pt x="1597649" y="1038553"/>
                    <a:pt x="1597176" y="1038482"/>
                    <a:pt x="1596726" y="1038364"/>
                  </a:cubicBezTo>
                  <a:cubicBezTo>
                    <a:pt x="1593956" y="1037583"/>
                    <a:pt x="1592323" y="1034718"/>
                    <a:pt x="1593104" y="1031948"/>
                  </a:cubicBezTo>
                  <a:cubicBezTo>
                    <a:pt x="1593104" y="1031948"/>
                    <a:pt x="1593104" y="1031948"/>
                    <a:pt x="1593104" y="1031948"/>
                  </a:cubicBezTo>
                  <a:cubicBezTo>
                    <a:pt x="1598004" y="1014359"/>
                    <a:pt x="1602337" y="996438"/>
                    <a:pt x="1606006" y="978469"/>
                  </a:cubicBezTo>
                  <a:cubicBezTo>
                    <a:pt x="1606598" y="975652"/>
                    <a:pt x="1609344" y="973829"/>
                    <a:pt x="1612161" y="974421"/>
                  </a:cubicBezTo>
                  <a:cubicBezTo>
                    <a:pt x="1614978" y="975013"/>
                    <a:pt x="1616801" y="977759"/>
                    <a:pt x="1616209" y="980576"/>
                  </a:cubicBezTo>
                  <a:cubicBezTo>
                    <a:pt x="1612493" y="998710"/>
                    <a:pt x="1608089" y="1016939"/>
                    <a:pt x="1603141" y="1034742"/>
                  </a:cubicBezTo>
                  <a:cubicBezTo>
                    <a:pt x="1602550" y="1036943"/>
                    <a:pt x="1600609" y="1038506"/>
                    <a:pt x="1598336" y="1038624"/>
                  </a:cubicBezTo>
                  <a:close/>
                  <a:moveTo>
                    <a:pt x="22182" y="986731"/>
                  </a:moveTo>
                  <a:cubicBezTo>
                    <a:pt x="19720" y="986731"/>
                    <a:pt x="17566" y="985003"/>
                    <a:pt x="17069" y="982588"/>
                  </a:cubicBezTo>
                  <a:cubicBezTo>
                    <a:pt x="13304" y="964478"/>
                    <a:pt x="10132" y="946012"/>
                    <a:pt x="7599" y="927689"/>
                  </a:cubicBezTo>
                  <a:cubicBezTo>
                    <a:pt x="7197" y="924848"/>
                    <a:pt x="9209" y="922220"/>
                    <a:pt x="12050" y="921818"/>
                  </a:cubicBezTo>
                  <a:cubicBezTo>
                    <a:pt x="14891" y="921415"/>
                    <a:pt x="17518" y="923427"/>
                    <a:pt x="17921" y="926268"/>
                  </a:cubicBezTo>
                  <a:cubicBezTo>
                    <a:pt x="20289" y="944355"/>
                    <a:pt x="23555" y="962584"/>
                    <a:pt x="27272" y="980458"/>
                  </a:cubicBezTo>
                  <a:cubicBezTo>
                    <a:pt x="27864" y="983275"/>
                    <a:pt x="26065" y="986021"/>
                    <a:pt x="23248" y="986613"/>
                  </a:cubicBezTo>
                  <a:cubicBezTo>
                    <a:pt x="22963" y="986707"/>
                    <a:pt x="22680" y="986755"/>
                    <a:pt x="22395" y="986778"/>
                  </a:cubicBezTo>
                  <a:close/>
                  <a:moveTo>
                    <a:pt x="1620400" y="930151"/>
                  </a:moveTo>
                  <a:cubicBezTo>
                    <a:pt x="1620163" y="930174"/>
                    <a:pt x="1619926" y="930174"/>
                    <a:pt x="1619690" y="930151"/>
                  </a:cubicBezTo>
                  <a:cubicBezTo>
                    <a:pt x="1616849" y="929772"/>
                    <a:pt x="1614836" y="927144"/>
                    <a:pt x="1615215" y="924303"/>
                  </a:cubicBezTo>
                  <a:cubicBezTo>
                    <a:pt x="1617583" y="906240"/>
                    <a:pt x="1619500" y="887822"/>
                    <a:pt x="1620707" y="869570"/>
                  </a:cubicBezTo>
                  <a:cubicBezTo>
                    <a:pt x="1620849" y="866705"/>
                    <a:pt x="1623311" y="864480"/>
                    <a:pt x="1626176" y="864645"/>
                  </a:cubicBezTo>
                  <a:cubicBezTo>
                    <a:pt x="1629040" y="864787"/>
                    <a:pt x="1631266" y="867250"/>
                    <a:pt x="1631100" y="870114"/>
                  </a:cubicBezTo>
                  <a:cubicBezTo>
                    <a:pt x="1631100" y="870161"/>
                    <a:pt x="1631100" y="870209"/>
                    <a:pt x="1631100" y="870256"/>
                  </a:cubicBezTo>
                  <a:cubicBezTo>
                    <a:pt x="1629869" y="888745"/>
                    <a:pt x="1628023" y="907377"/>
                    <a:pt x="1625537" y="925700"/>
                  </a:cubicBezTo>
                  <a:cubicBezTo>
                    <a:pt x="1625205" y="928186"/>
                    <a:pt x="1623122" y="930104"/>
                    <a:pt x="1620612" y="930198"/>
                  </a:cubicBezTo>
                  <a:close/>
                  <a:moveTo>
                    <a:pt x="7102" y="877122"/>
                  </a:moveTo>
                  <a:cubicBezTo>
                    <a:pt x="4404" y="877122"/>
                    <a:pt x="2154" y="875062"/>
                    <a:pt x="1918" y="872387"/>
                  </a:cubicBezTo>
                  <a:cubicBezTo>
                    <a:pt x="663" y="853945"/>
                    <a:pt x="24" y="835219"/>
                    <a:pt x="0" y="816682"/>
                  </a:cubicBezTo>
                  <a:cubicBezTo>
                    <a:pt x="24" y="813818"/>
                    <a:pt x="2344" y="811498"/>
                    <a:pt x="5208" y="811474"/>
                  </a:cubicBezTo>
                  <a:lnTo>
                    <a:pt x="5208" y="811474"/>
                  </a:lnTo>
                  <a:cubicBezTo>
                    <a:pt x="8073" y="811450"/>
                    <a:pt x="10393" y="813771"/>
                    <a:pt x="10416" y="816635"/>
                  </a:cubicBezTo>
                  <a:cubicBezTo>
                    <a:pt x="10416" y="816659"/>
                    <a:pt x="10416" y="816659"/>
                    <a:pt x="10416" y="816682"/>
                  </a:cubicBezTo>
                  <a:cubicBezTo>
                    <a:pt x="10416" y="834982"/>
                    <a:pt x="11079" y="853472"/>
                    <a:pt x="12310" y="871677"/>
                  </a:cubicBezTo>
                  <a:cubicBezTo>
                    <a:pt x="12524" y="874518"/>
                    <a:pt x="10393" y="876979"/>
                    <a:pt x="7575" y="877216"/>
                  </a:cubicBezTo>
                  <a:close/>
                  <a:moveTo>
                    <a:pt x="1627667" y="819760"/>
                  </a:moveTo>
                  <a:cubicBezTo>
                    <a:pt x="1624803" y="819736"/>
                    <a:pt x="1622483" y="817416"/>
                    <a:pt x="1622460" y="814552"/>
                  </a:cubicBezTo>
                  <a:cubicBezTo>
                    <a:pt x="1622460" y="796252"/>
                    <a:pt x="1621773" y="777763"/>
                    <a:pt x="1620494" y="759558"/>
                  </a:cubicBezTo>
                  <a:cubicBezTo>
                    <a:pt x="1620305" y="756688"/>
                    <a:pt x="1622460" y="754202"/>
                    <a:pt x="1625324" y="754006"/>
                  </a:cubicBezTo>
                  <a:cubicBezTo>
                    <a:pt x="1628212" y="753810"/>
                    <a:pt x="1630698" y="755978"/>
                    <a:pt x="1630888" y="758847"/>
                  </a:cubicBezTo>
                  <a:cubicBezTo>
                    <a:pt x="1632166" y="777265"/>
                    <a:pt x="1632828" y="795992"/>
                    <a:pt x="1632876" y="814528"/>
                  </a:cubicBezTo>
                  <a:cubicBezTo>
                    <a:pt x="1632876" y="817416"/>
                    <a:pt x="1630556" y="819736"/>
                    <a:pt x="1627667" y="819760"/>
                  </a:cubicBezTo>
                  <a:close/>
                  <a:moveTo>
                    <a:pt x="7055" y="766447"/>
                  </a:moveTo>
                  <a:lnTo>
                    <a:pt x="6700" y="766447"/>
                  </a:lnTo>
                  <a:cubicBezTo>
                    <a:pt x="3882" y="766184"/>
                    <a:pt x="1776" y="763715"/>
                    <a:pt x="1965" y="760883"/>
                  </a:cubicBezTo>
                  <a:cubicBezTo>
                    <a:pt x="3196" y="742418"/>
                    <a:pt x="5090" y="723786"/>
                    <a:pt x="7599" y="705463"/>
                  </a:cubicBezTo>
                  <a:cubicBezTo>
                    <a:pt x="7978" y="702620"/>
                    <a:pt x="10606" y="700626"/>
                    <a:pt x="13447" y="701012"/>
                  </a:cubicBezTo>
                  <a:cubicBezTo>
                    <a:pt x="16287" y="701398"/>
                    <a:pt x="18276" y="704016"/>
                    <a:pt x="17898" y="706860"/>
                  </a:cubicBezTo>
                  <a:cubicBezTo>
                    <a:pt x="15530" y="724946"/>
                    <a:pt x="13589" y="743365"/>
                    <a:pt x="12358" y="761593"/>
                  </a:cubicBezTo>
                  <a:cubicBezTo>
                    <a:pt x="12192" y="764304"/>
                    <a:pt x="9990" y="766437"/>
                    <a:pt x="7268" y="766494"/>
                  </a:cubicBezTo>
                  <a:close/>
                  <a:moveTo>
                    <a:pt x="1619973" y="709345"/>
                  </a:moveTo>
                  <a:cubicBezTo>
                    <a:pt x="1617488" y="709196"/>
                    <a:pt x="1615452" y="707300"/>
                    <a:pt x="1615120" y="704824"/>
                  </a:cubicBezTo>
                  <a:cubicBezTo>
                    <a:pt x="1612611" y="686690"/>
                    <a:pt x="1609439" y="668461"/>
                    <a:pt x="1605651" y="650634"/>
                  </a:cubicBezTo>
                  <a:cubicBezTo>
                    <a:pt x="1605082" y="647815"/>
                    <a:pt x="1606882" y="645059"/>
                    <a:pt x="1609699" y="644456"/>
                  </a:cubicBezTo>
                  <a:cubicBezTo>
                    <a:pt x="1612493" y="643861"/>
                    <a:pt x="1615263" y="645649"/>
                    <a:pt x="1615854" y="648449"/>
                  </a:cubicBezTo>
                  <a:cubicBezTo>
                    <a:pt x="1615854" y="648459"/>
                    <a:pt x="1615854" y="648471"/>
                    <a:pt x="1615854" y="648480"/>
                  </a:cubicBezTo>
                  <a:cubicBezTo>
                    <a:pt x="1619643" y="666567"/>
                    <a:pt x="1622838" y="685032"/>
                    <a:pt x="1625324" y="703380"/>
                  </a:cubicBezTo>
                  <a:cubicBezTo>
                    <a:pt x="1625726" y="706213"/>
                    <a:pt x="1623761" y="708839"/>
                    <a:pt x="1620921" y="709244"/>
                  </a:cubicBezTo>
                  <a:cubicBezTo>
                    <a:pt x="1620897" y="709246"/>
                    <a:pt x="1620897" y="709248"/>
                    <a:pt x="1620874" y="709251"/>
                  </a:cubicBezTo>
                  <a:cubicBezTo>
                    <a:pt x="1620660" y="709319"/>
                    <a:pt x="1620424" y="709369"/>
                    <a:pt x="1620187" y="709393"/>
                  </a:cubicBezTo>
                  <a:close/>
                  <a:moveTo>
                    <a:pt x="21993" y="656813"/>
                  </a:moveTo>
                  <a:cubicBezTo>
                    <a:pt x="21638" y="656849"/>
                    <a:pt x="21283" y="656849"/>
                    <a:pt x="20928" y="656813"/>
                  </a:cubicBezTo>
                  <a:cubicBezTo>
                    <a:pt x="18134" y="656236"/>
                    <a:pt x="16311" y="653494"/>
                    <a:pt x="16903" y="650689"/>
                  </a:cubicBezTo>
                  <a:cubicBezTo>
                    <a:pt x="16903" y="650679"/>
                    <a:pt x="16903" y="650668"/>
                    <a:pt x="16903" y="650658"/>
                  </a:cubicBezTo>
                  <a:cubicBezTo>
                    <a:pt x="20643" y="632548"/>
                    <a:pt x="25071" y="614343"/>
                    <a:pt x="30042" y="596516"/>
                  </a:cubicBezTo>
                  <a:cubicBezTo>
                    <a:pt x="30823" y="593744"/>
                    <a:pt x="33688" y="592127"/>
                    <a:pt x="36481" y="592906"/>
                  </a:cubicBezTo>
                  <a:cubicBezTo>
                    <a:pt x="39251" y="593685"/>
                    <a:pt x="40861" y="596561"/>
                    <a:pt x="40080" y="599333"/>
                  </a:cubicBezTo>
                  <a:cubicBezTo>
                    <a:pt x="35156" y="616899"/>
                    <a:pt x="30800" y="634844"/>
                    <a:pt x="27083" y="652765"/>
                  </a:cubicBezTo>
                  <a:cubicBezTo>
                    <a:pt x="26586" y="655090"/>
                    <a:pt x="24549" y="656775"/>
                    <a:pt x="22182" y="656861"/>
                  </a:cubicBezTo>
                  <a:close/>
                  <a:moveTo>
                    <a:pt x="1597318" y="601061"/>
                  </a:moveTo>
                  <a:cubicBezTo>
                    <a:pt x="1594975" y="601047"/>
                    <a:pt x="1592938" y="599494"/>
                    <a:pt x="1592299" y="597250"/>
                  </a:cubicBezTo>
                  <a:cubicBezTo>
                    <a:pt x="1587351" y="579684"/>
                    <a:pt x="1581717" y="562071"/>
                    <a:pt x="1575537" y="544860"/>
                  </a:cubicBezTo>
                  <a:cubicBezTo>
                    <a:pt x="1574568" y="542147"/>
                    <a:pt x="1575988" y="539164"/>
                    <a:pt x="1578686" y="538196"/>
                  </a:cubicBezTo>
                  <a:cubicBezTo>
                    <a:pt x="1581408" y="537228"/>
                    <a:pt x="1584392" y="538643"/>
                    <a:pt x="1585363" y="541356"/>
                  </a:cubicBezTo>
                  <a:cubicBezTo>
                    <a:pt x="1591589" y="558780"/>
                    <a:pt x="1597318" y="576630"/>
                    <a:pt x="1602337" y="594433"/>
                  </a:cubicBezTo>
                  <a:cubicBezTo>
                    <a:pt x="1603118" y="597186"/>
                    <a:pt x="1601531" y="600055"/>
                    <a:pt x="1598761" y="600839"/>
                  </a:cubicBezTo>
                  <a:cubicBezTo>
                    <a:pt x="1598761" y="600841"/>
                    <a:pt x="1598738" y="600846"/>
                    <a:pt x="1598738" y="600848"/>
                  </a:cubicBezTo>
                  <a:cubicBezTo>
                    <a:pt x="1598336" y="600988"/>
                    <a:pt x="1597934" y="601076"/>
                    <a:pt x="1597507" y="601109"/>
                  </a:cubicBezTo>
                  <a:close/>
                  <a:moveTo>
                    <a:pt x="51798" y="550234"/>
                  </a:moveTo>
                  <a:cubicBezTo>
                    <a:pt x="48910" y="550227"/>
                    <a:pt x="46590" y="547890"/>
                    <a:pt x="46614" y="545014"/>
                  </a:cubicBezTo>
                  <a:cubicBezTo>
                    <a:pt x="46614" y="544429"/>
                    <a:pt x="46708" y="543849"/>
                    <a:pt x="46898" y="543298"/>
                  </a:cubicBezTo>
                  <a:cubicBezTo>
                    <a:pt x="53100" y="525850"/>
                    <a:pt x="59990" y="508379"/>
                    <a:pt x="67376" y="491381"/>
                  </a:cubicBezTo>
                  <a:cubicBezTo>
                    <a:pt x="68228" y="488630"/>
                    <a:pt x="71140" y="487086"/>
                    <a:pt x="73886" y="487929"/>
                  </a:cubicBezTo>
                  <a:cubicBezTo>
                    <a:pt x="76632" y="488774"/>
                    <a:pt x="78171" y="491689"/>
                    <a:pt x="77342" y="494437"/>
                  </a:cubicBezTo>
                  <a:cubicBezTo>
                    <a:pt x="77224" y="494825"/>
                    <a:pt x="77058" y="495197"/>
                    <a:pt x="76845" y="495547"/>
                  </a:cubicBezTo>
                  <a:cubicBezTo>
                    <a:pt x="69553" y="512332"/>
                    <a:pt x="62759" y="529567"/>
                    <a:pt x="56628" y="546778"/>
                  </a:cubicBezTo>
                  <a:cubicBezTo>
                    <a:pt x="55941" y="548780"/>
                    <a:pt x="54095" y="550165"/>
                    <a:pt x="51988" y="550281"/>
                  </a:cubicBezTo>
                  <a:close/>
                  <a:moveTo>
                    <a:pt x="1560031" y="496944"/>
                  </a:moveTo>
                  <a:cubicBezTo>
                    <a:pt x="1557972" y="496930"/>
                    <a:pt x="1556126" y="495704"/>
                    <a:pt x="1555297" y="493819"/>
                  </a:cubicBezTo>
                  <a:cubicBezTo>
                    <a:pt x="1547982" y="477106"/>
                    <a:pt x="1539979" y="460439"/>
                    <a:pt x="1531623" y="444270"/>
                  </a:cubicBezTo>
                  <a:cubicBezTo>
                    <a:pt x="1530534" y="441604"/>
                    <a:pt x="1531813" y="438567"/>
                    <a:pt x="1534487" y="437485"/>
                  </a:cubicBezTo>
                  <a:cubicBezTo>
                    <a:pt x="1536832" y="436536"/>
                    <a:pt x="1539507" y="437400"/>
                    <a:pt x="1540855" y="439535"/>
                  </a:cubicBezTo>
                  <a:cubicBezTo>
                    <a:pt x="1549403" y="455917"/>
                    <a:pt x="1557427" y="472821"/>
                    <a:pt x="1564908" y="489747"/>
                  </a:cubicBezTo>
                  <a:cubicBezTo>
                    <a:pt x="1566068" y="492368"/>
                    <a:pt x="1564861" y="495427"/>
                    <a:pt x="1562257" y="496582"/>
                  </a:cubicBezTo>
                  <a:cubicBezTo>
                    <a:pt x="1562257" y="496584"/>
                    <a:pt x="1562234" y="496587"/>
                    <a:pt x="1562234" y="496589"/>
                  </a:cubicBezTo>
                  <a:cubicBezTo>
                    <a:pt x="1561594" y="496859"/>
                    <a:pt x="1560908" y="496996"/>
                    <a:pt x="1560221" y="496992"/>
                  </a:cubicBezTo>
                  <a:close/>
                  <a:moveTo>
                    <a:pt x="95997" y="448650"/>
                  </a:moveTo>
                  <a:cubicBezTo>
                    <a:pt x="93109" y="448650"/>
                    <a:pt x="90789" y="446320"/>
                    <a:pt x="90789" y="443444"/>
                  </a:cubicBezTo>
                  <a:cubicBezTo>
                    <a:pt x="90789" y="442601"/>
                    <a:pt x="91002" y="441772"/>
                    <a:pt x="91381" y="441027"/>
                  </a:cubicBezTo>
                  <a:cubicBezTo>
                    <a:pt x="99903" y="424597"/>
                    <a:pt x="109113" y="408262"/>
                    <a:pt x="118748" y="392448"/>
                  </a:cubicBezTo>
                  <a:cubicBezTo>
                    <a:pt x="120239" y="389991"/>
                    <a:pt x="123459" y="389212"/>
                    <a:pt x="125897" y="390708"/>
                  </a:cubicBezTo>
                  <a:cubicBezTo>
                    <a:pt x="128359" y="392204"/>
                    <a:pt x="129141" y="395412"/>
                    <a:pt x="127649" y="397869"/>
                  </a:cubicBezTo>
                  <a:cubicBezTo>
                    <a:pt x="118179" y="413470"/>
                    <a:pt x="109042" y="429616"/>
                    <a:pt x="100614" y="445832"/>
                  </a:cubicBezTo>
                  <a:cubicBezTo>
                    <a:pt x="99761" y="447523"/>
                    <a:pt x="98080" y="448619"/>
                    <a:pt x="96186" y="448697"/>
                  </a:cubicBezTo>
                  <a:close/>
                  <a:moveTo>
                    <a:pt x="1508848" y="398935"/>
                  </a:moveTo>
                  <a:cubicBezTo>
                    <a:pt x="1507026" y="398928"/>
                    <a:pt x="1505345" y="397978"/>
                    <a:pt x="1504398" y="396425"/>
                  </a:cubicBezTo>
                  <a:cubicBezTo>
                    <a:pt x="1494929" y="380895"/>
                    <a:pt x="1484702" y="365460"/>
                    <a:pt x="1474119" y="350545"/>
                  </a:cubicBezTo>
                  <a:cubicBezTo>
                    <a:pt x="1472463" y="348199"/>
                    <a:pt x="1473007" y="344944"/>
                    <a:pt x="1475350" y="343278"/>
                  </a:cubicBezTo>
                  <a:cubicBezTo>
                    <a:pt x="1477695" y="341611"/>
                    <a:pt x="1480961" y="342163"/>
                    <a:pt x="1482618" y="344509"/>
                  </a:cubicBezTo>
                  <a:cubicBezTo>
                    <a:pt x="1493343" y="359613"/>
                    <a:pt x="1503641" y="375285"/>
                    <a:pt x="1513394" y="391004"/>
                  </a:cubicBezTo>
                  <a:cubicBezTo>
                    <a:pt x="1514886" y="393480"/>
                    <a:pt x="1514080" y="396695"/>
                    <a:pt x="1511618" y="398184"/>
                  </a:cubicBezTo>
                  <a:cubicBezTo>
                    <a:pt x="1510814" y="398670"/>
                    <a:pt x="1509890" y="398930"/>
                    <a:pt x="1508943" y="398935"/>
                  </a:cubicBezTo>
                  <a:close/>
                  <a:moveTo>
                    <a:pt x="153619" y="354073"/>
                  </a:moveTo>
                  <a:cubicBezTo>
                    <a:pt x="150731" y="354078"/>
                    <a:pt x="148411" y="351751"/>
                    <a:pt x="148411" y="348874"/>
                  </a:cubicBezTo>
                  <a:cubicBezTo>
                    <a:pt x="148411" y="347795"/>
                    <a:pt x="148743" y="346739"/>
                    <a:pt x="149358" y="345858"/>
                  </a:cubicBezTo>
                  <a:cubicBezTo>
                    <a:pt x="160035" y="330754"/>
                    <a:pt x="171374" y="315816"/>
                    <a:pt x="183070" y="301470"/>
                  </a:cubicBezTo>
                  <a:cubicBezTo>
                    <a:pt x="184750" y="299140"/>
                    <a:pt x="188017" y="298619"/>
                    <a:pt x="190337" y="300307"/>
                  </a:cubicBezTo>
                  <a:cubicBezTo>
                    <a:pt x="192681" y="301995"/>
                    <a:pt x="193202" y="305253"/>
                    <a:pt x="191497" y="307580"/>
                  </a:cubicBezTo>
                  <a:cubicBezTo>
                    <a:pt x="191403" y="307736"/>
                    <a:pt x="191261" y="307885"/>
                    <a:pt x="191142" y="308027"/>
                  </a:cubicBezTo>
                  <a:cubicBezTo>
                    <a:pt x="179590" y="322232"/>
                    <a:pt x="168391" y="336957"/>
                    <a:pt x="157857" y="351871"/>
                  </a:cubicBezTo>
                  <a:cubicBezTo>
                    <a:pt x="156934" y="353223"/>
                    <a:pt x="155442" y="354059"/>
                    <a:pt x="153809" y="354120"/>
                  </a:cubicBezTo>
                  <a:close/>
                  <a:moveTo>
                    <a:pt x="1444811" y="308714"/>
                  </a:moveTo>
                  <a:cubicBezTo>
                    <a:pt x="1443249" y="308728"/>
                    <a:pt x="1441757" y="308020"/>
                    <a:pt x="1440786" y="306796"/>
                  </a:cubicBezTo>
                  <a:cubicBezTo>
                    <a:pt x="1429234" y="292592"/>
                    <a:pt x="1417113" y="278743"/>
                    <a:pt x="1404542" y="265415"/>
                  </a:cubicBezTo>
                  <a:cubicBezTo>
                    <a:pt x="1402459" y="263421"/>
                    <a:pt x="1402411" y="260126"/>
                    <a:pt x="1404401" y="258050"/>
                  </a:cubicBezTo>
                  <a:cubicBezTo>
                    <a:pt x="1406389" y="255976"/>
                    <a:pt x="1409680" y="255910"/>
                    <a:pt x="1411763" y="257903"/>
                  </a:cubicBezTo>
                  <a:cubicBezTo>
                    <a:pt x="1411905" y="258033"/>
                    <a:pt x="1412023" y="258170"/>
                    <a:pt x="1412141" y="258312"/>
                  </a:cubicBezTo>
                  <a:cubicBezTo>
                    <a:pt x="1424807" y="271830"/>
                    <a:pt x="1437141" y="285916"/>
                    <a:pt x="1448835" y="300239"/>
                  </a:cubicBezTo>
                  <a:cubicBezTo>
                    <a:pt x="1450658" y="302450"/>
                    <a:pt x="1450328" y="305717"/>
                    <a:pt x="1448125" y="307535"/>
                  </a:cubicBezTo>
                  <a:cubicBezTo>
                    <a:pt x="1448125" y="307542"/>
                    <a:pt x="1448102" y="307547"/>
                    <a:pt x="1448102" y="307554"/>
                  </a:cubicBezTo>
                  <a:cubicBezTo>
                    <a:pt x="1447226" y="308290"/>
                    <a:pt x="1446137" y="308716"/>
                    <a:pt x="1445001" y="308761"/>
                  </a:cubicBezTo>
                  <a:close/>
                  <a:moveTo>
                    <a:pt x="223504" y="268208"/>
                  </a:moveTo>
                  <a:cubicBezTo>
                    <a:pt x="222179" y="268217"/>
                    <a:pt x="220900" y="267718"/>
                    <a:pt x="219953" y="266811"/>
                  </a:cubicBezTo>
                  <a:cubicBezTo>
                    <a:pt x="217846" y="264851"/>
                    <a:pt x="217728" y="261556"/>
                    <a:pt x="219693" y="259451"/>
                  </a:cubicBezTo>
                  <a:cubicBezTo>
                    <a:pt x="219693" y="259449"/>
                    <a:pt x="219693" y="259449"/>
                    <a:pt x="219693" y="259449"/>
                  </a:cubicBezTo>
                  <a:cubicBezTo>
                    <a:pt x="232311" y="245931"/>
                    <a:pt x="245544" y="232674"/>
                    <a:pt x="259062" y="220032"/>
                  </a:cubicBezTo>
                  <a:cubicBezTo>
                    <a:pt x="261051" y="217958"/>
                    <a:pt x="264341" y="217892"/>
                    <a:pt x="266425" y="219885"/>
                  </a:cubicBezTo>
                  <a:cubicBezTo>
                    <a:pt x="268508" y="221878"/>
                    <a:pt x="268555" y="225174"/>
                    <a:pt x="266567" y="227250"/>
                  </a:cubicBezTo>
                  <a:cubicBezTo>
                    <a:pt x="266449" y="227383"/>
                    <a:pt x="266306" y="227511"/>
                    <a:pt x="266164" y="227631"/>
                  </a:cubicBezTo>
                  <a:cubicBezTo>
                    <a:pt x="252812" y="240107"/>
                    <a:pt x="239744" y="253199"/>
                    <a:pt x="227268" y="266551"/>
                  </a:cubicBezTo>
                  <a:cubicBezTo>
                    <a:pt x="226345" y="267576"/>
                    <a:pt x="225067" y="268191"/>
                    <a:pt x="223694" y="268255"/>
                  </a:cubicBezTo>
                  <a:close/>
                  <a:moveTo>
                    <a:pt x="1369150" y="227963"/>
                  </a:moveTo>
                  <a:cubicBezTo>
                    <a:pt x="1367824" y="227963"/>
                    <a:pt x="1366569" y="227463"/>
                    <a:pt x="1365599" y="226566"/>
                  </a:cubicBezTo>
                  <a:cubicBezTo>
                    <a:pt x="1352224" y="214090"/>
                    <a:pt x="1338279" y="201945"/>
                    <a:pt x="1324098" y="190416"/>
                  </a:cubicBezTo>
                  <a:cubicBezTo>
                    <a:pt x="1321968" y="188482"/>
                    <a:pt x="1321802" y="185189"/>
                    <a:pt x="1323743" y="183058"/>
                  </a:cubicBezTo>
                  <a:cubicBezTo>
                    <a:pt x="1325519" y="181093"/>
                    <a:pt x="1328502" y="180786"/>
                    <a:pt x="1330656" y="182343"/>
                  </a:cubicBezTo>
                  <a:cubicBezTo>
                    <a:pt x="1345027" y="194014"/>
                    <a:pt x="1359064" y="206325"/>
                    <a:pt x="1372701" y="218943"/>
                  </a:cubicBezTo>
                  <a:cubicBezTo>
                    <a:pt x="1374808" y="220903"/>
                    <a:pt x="1374926" y="224198"/>
                    <a:pt x="1372961" y="226303"/>
                  </a:cubicBezTo>
                  <a:cubicBezTo>
                    <a:pt x="1372961" y="226305"/>
                    <a:pt x="1372961" y="226305"/>
                    <a:pt x="1372961" y="226305"/>
                  </a:cubicBezTo>
                  <a:cubicBezTo>
                    <a:pt x="1372038" y="227328"/>
                    <a:pt x="1370736" y="227941"/>
                    <a:pt x="1369340" y="228010"/>
                  </a:cubicBezTo>
                  <a:close/>
                  <a:moveTo>
                    <a:pt x="304303" y="192594"/>
                  </a:moveTo>
                  <a:cubicBezTo>
                    <a:pt x="301415" y="192584"/>
                    <a:pt x="299095" y="190248"/>
                    <a:pt x="299119" y="187372"/>
                  </a:cubicBezTo>
                  <a:cubicBezTo>
                    <a:pt x="299119" y="185816"/>
                    <a:pt x="299805" y="184346"/>
                    <a:pt x="301012" y="183361"/>
                  </a:cubicBezTo>
                  <a:cubicBezTo>
                    <a:pt x="315335" y="171666"/>
                    <a:pt x="330249" y="160303"/>
                    <a:pt x="345329" y="149602"/>
                  </a:cubicBezTo>
                  <a:cubicBezTo>
                    <a:pt x="347673" y="147936"/>
                    <a:pt x="350940" y="148487"/>
                    <a:pt x="352597" y="150833"/>
                  </a:cubicBezTo>
                  <a:cubicBezTo>
                    <a:pt x="354254" y="153180"/>
                    <a:pt x="353710" y="156435"/>
                    <a:pt x="351366" y="158101"/>
                  </a:cubicBezTo>
                  <a:cubicBezTo>
                    <a:pt x="336452" y="168660"/>
                    <a:pt x="321727" y="179881"/>
                    <a:pt x="307593" y="191434"/>
                  </a:cubicBezTo>
                  <a:cubicBezTo>
                    <a:pt x="306718" y="192163"/>
                    <a:pt x="305629" y="192587"/>
                    <a:pt x="304492" y="192641"/>
                  </a:cubicBezTo>
                  <a:close/>
                  <a:moveTo>
                    <a:pt x="1283238" y="158125"/>
                  </a:moveTo>
                  <a:cubicBezTo>
                    <a:pt x="1282172" y="158125"/>
                    <a:pt x="1281107" y="157793"/>
                    <a:pt x="1280231" y="157178"/>
                  </a:cubicBezTo>
                  <a:cubicBezTo>
                    <a:pt x="1265317" y="146620"/>
                    <a:pt x="1249834" y="136463"/>
                    <a:pt x="1234209" y="126970"/>
                  </a:cubicBezTo>
                  <a:cubicBezTo>
                    <a:pt x="1231747" y="125474"/>
                    <a:pt x="1230966" y="122266"/>
                    <a:pt x="1232481" y="119809"/>
                  </a:cubicBezTo>
                  <a:cubicBezTo>
                    <a:pt x="1233972" y="117352"/>
                    <a:pt x="1237169" y="116573"/>
                    <a:pt x="1239631" y="118069"/>
                  </a:cubicBezTo>
                  <a:cubicBezTo>
                    <a:pt x="1255444" y="127704"/>
                    <a:pt x="1271117" y="137979"/>
                    <a:pt x="1286244" y="148655"/>
                  </a:cubicBezTo>
                  <a:cubicBezTo>
                    <a:pt x="1288587" y="150310"/>
                    <a:pt x="1289156" y="153558"/>
                    <a:pt x="1287523" y="155911"/>
                  </a:cubicBezTo>
                  <a:cubicBezTo>
                    <a:pt x="1286529" y="157304"/>
                    <a:pt x="1284942" y="158130"/>
                    <a:pt x="1283238" y="158125"/>
                  </a:cubicBezTo>
                  <a:close/>
                  <a:moveTo>
                    <a:pt x="394737" y="128651"/>
                  </a:moveTo>
                  <a:cubicBezTo>
                    <a:pt x="391849" y="128639"/>
                    <a:pt x="389529" y="126298"/>
                    <a:pt x="389552" y="123422"/>
                  </a:cubicBezTo>
                  <a:cubicBezTo>
                    <a:pt x="389552" y="121627"/>
                    <a:pt x="390499" y="119960"/>
                    <a:pt x="392014" y="119016"/>
                  </a:cubicBezTo>
                  <a:cubicBezTo>
                    <a:pt x="407805" y="109357"/>
                    <a:pt x="424116" y="100077"/>
                    <a:pt x="440498" y="91602"/>
                  </a:cubicBezTo>
                  <a:cubicBezTo>
                    <a:pt x="443173" y="90520"/>
                    <a:pt x="446203" y="91803"/>
                    <a:pt x="447292" y="94469"/>
                  </a:cubicBezTo>
                  <a:cubicBezTo>
                    <a:pt x="448240" y="96807"/>
                    <a:pt x="447363" y="99490"/>
                    <a:pt x="445233" y="100834"/>
                  </a:cubicBezTo>
                  <a:cubicBezTo>
                    <a:pt x="429064" y="109262"/>
                    <a:pt x="412965" y="118377"/>
                    <a:pt x="397388" y="127893"/>
                  </a:cubicBezTo>
                  <a:cubicBezTo>
                    <a:pt x="396583" y="128379"/>
                    <a:pt x="395683" y="128642"/>
                    <a:pt x="394737" y="128651"/>
                  </a:cubicBezTo>
                  <a:close/>
                  <a:moveTo>
                    <a:pt x="1188827" y="100598"/>
                  </a:moveTo>
                  <a:cubicBezTo>
                    <a:pt x="1187998" y="100605"/>
                    <a:pt x="1187194" y="100408"/>
                    <a:pt x="1186460" y="100030"/>
                  </a:cubicBezTo>
                  <a:cubicBezTo>
                    <a:pt x="1170195" y="91602"/>
                    <a:pt x="1153482" y="83647"/>
                    <a:pt x="1136745" y="76356"/>
                  </a:cubicBezTo>
                  <a:cubicBezTo>
                    <a:pt x="1134258" y="74900"/>
                    <a:pt x="1133429" y="71706"/>
                    <a:pt x="1134897" y="69227"/>
                  </a:cubicBezTo>
                  <a:cubicBezTo>
                    <a:pt x="1136105" y="67147"/>
                    <a:pt x="1138615" y="66178"/>
                    <a:pt x="1140911" y="66886"/>
                  </a:cubicBezTo>
                  <a:cubicBezTo>
                    <a:pt x="1157861" y="74249"/>
                    <a:pt x="1174811" y="82321"/>
                    <a:pt x="1191265" y="90844"/>
                  </a:cubicBezTo>
                  <a:cubicBezTo>
                    <a:pt x="1193822" y="92174"/>
                    <a:pt x="1194793" y="95323"/>
                    <a:pt x="1193467" y="97873"/>
                  </a:cubicBezTo>
                  <a:cubicBezTo>
                    <a:pt x="1192591" y="99577"/>
                    <a:pt x="1190815" y="100652"/>
                    <a:pt x="1188898" y="100669"/>
                  </a:cubicBezTo>
                  <a:close/>
                  <a:moveTo>
                    <a:pt x="492817" y="77563"/>
                  </a:moveTo>
                  <a:cubicBezTo>
                    <a:pt x="489929" y="77575"/>
                    <a:pt x="487609" y="75250"/>
                    <a:pt x="487585" y="72376"/>
                  </a:cubicBezTo>
                  <a:cubicBezTo>
                    <a:pt x="487585" y="70288"/>
                    <a:pt x="488816" y="68399"/>
                    <a:pt x="490734" y="67573"/>
                  </a:cubicBezTo>
                  <a:cubicBezTo>
                    <a:pt x="507661" y="60163"/>
                    <a:pt x="525061" y="53368"/>
                    <a:pt x="542437" y="47048"/>
                  </a:cubicBezTo>
                  <a:cubicBezTo>
                    <a:pt x="545136" y="46063"/>
                    <a:pt x="548119" y="47455"/>
                    <a:pt x="549113" y="50158"/>
                  </a:cubicBezTo>
                  <a:cubicBezTo>
                    <a:pt x="550108" y="52862"/>
                    <a:pt x="548711" y="55849"/>
                    <a:pt x="546012" y="56834"/>
                  </a:cubicBezTo>
                  <a:cubicBezTo>
                    <a:pt x="545988" y="56839"/>
                    <a:pt x="545988" y="56844"/>
                    <a:pt x="545965" y="56848"/>
                  </a:cubicBezTo>
                  <a:cubicBezTo>
                    <a:pt x="528801" y="62980"/>
                    <a:pt x="511614" y="69798"/>
                    <a:pt x="494901" y="77113"/>
                  </a:cubicBezTo>
                  <a:cubicBezTo>
                    <a:pt x="494238" y="77378"/>
                    <a:pt x="493504" y="77499"/>
                    <a:pt x="492793" y="77468"/>
                  </a:cubicBezTo>
                  <a:close/>
                  <a:moveTo>
                    <a:pt x="1087195" y="56470"/>
                  </a:moveTo>
                  <a:cubicBezTo>
                    <a:pt x="1086603" y="56467"/>
                    <a:pt x="1086034" y="56373"/>
                    <a:pt x="1085467" y="56186"/>
                  </a:cubicBezTo>
                  <a:cubicBezTo>
                    <a:pt x="1068256" y="50078"/>
                    <a:pt x="1050595" y="44491"/>
                    <a:pt x="1033030" y="39614"/>
                  </a:cubicBezTo>
                  <a:cubicBezTo>
                    <a:pt x="1030260" y="38842"/>
                    <a:pt x="1028625" y="35971"/>
                    <a:pt x="1029407" y="33198"/>
                  </a:cubicBezTo>
                  <a:cubicBezTo>
                    <a:pt x="1030188" y="30426"/>
                    <a:pt x="1033053" y="28804"/>
                    <a:pt x="1035822" y="29576"/>
                  </a:cubicBezTo>
                  <a:cubicBezTo>
                    <a:pt x="1053625" y="34548"/>
                    <a:pt x="1071500" y="40206"/>
                    <a:pt x="1088947" y="46385"/>
                  </a:cubicBezTo>
                  <a:cubicBezTo>
                    <a:pt x="1091645" y="47358"/>
                    <a:pt x="1093066" y="50343"/>
                    <a:pt x="1092095" y="53049"/>
                  </a:cubicBezTo>
                  <a:cubicBezTo>
                    <a:pt x="1091338" y="55111"/>
                    <a:pt x="1089397" y="56489"/>
                    <a:pt x="1087195" y="56493"/>
                  </a:cubicBezTo>
                  <a:close/>
                  <a:moveTo>
                    <a:pt x="596911" y="40324"/>
                  </a:moveTo>
                  <a:cubicBezTo>
                    <a:pt x="594022" y="40326"/>
                    <a:pt x="591703" y="37997"/>
                    <a:pt x="591703" y="35121"/>
                  </a:cubicBezTo>
                  <a:cubicBezTo>
                    <a:pt x="591703" y="32779"/>
                    <a:pt x="593265" y="30722"/>
                    <a:pt x="595514" y="30097"/>
                  </a:cubicBezTo>
                  <a:cubicBezTo>
                    <a:pt x="613317" y="25078"/>
                    <a:pt x="631522" y="20628"/>
                    <a:pt x="649632" y="16840"/>
                  </a:cubicBezTo>
                  <a:cubicBezTo>
                    <a:pt x="652450" y="16250"/>
                    <a:pt x="655219" y="18059"/>
                    <a:pt x="655788" y="20876"/>
                  </a:cubicBezTo>
                  <a:cubicBezTo>
                    <a:pt x="656379" y="23693"/>
                    <a:pt x="654580" y="26454"/>
                    <a:pt x="651763" y="27043"/>
                  </a:cubicBezTo>
                  <a:cubicBezTo>
                    <a:pt x="633866" y="30784"/>
                    <a:pt x="615897" y="35187"/>
                    <a:pt x="598331" y="40135"/>
                  </a:cubicBezTo>
                  <a:cubicBezTo>
                    <a:pt x="597858" y="40256"/>
                    <a:pt x="597385" y="40319"/>
                    <a:pt x="596911" y="40324"/>
                  </a:cubicBezTo>
                  <a:close/>
                  <a:moveTo>
                    <a:pt x="980663" y="26735"/>
                  </a:moveTo>
                  <a:cubicBezTo>
                    <a:pt x="980308" y="26769"/>
                    <a:pt x="979976" y="26769"/>
                    <a:pt x="979621" y="26735"/>
                  </a:cubicBezTo>
                  <a:cubicBezTo>
                    <a:pt x="961747" y="23042"/>
                    <a:pt x="943495" y="19941"/>
                    <a:pt x="925384" y="17479"/>
                  </a:cubicBezTo>
                  <a:cubicBezTo>
                    <a:pt x="922544" y="17062"/>
                    <a:pt x="920579" y="14418"/>
                    <a:pt x="920981" y="11570"/>
                  </a:cubicBezTo>
                  <a:cubicBezTo>
                    <a:pt x="921408" y="8769"/>
                    <a:pt x="923964" y="6807"/>
                    <a:pt x="926782" y="7157"/>
                  </a:cubicBezTo>
                  <a:cubicBezTo>
                    <a:pt x="945129" y="9525"/>
                    <a:pt x="963617" y="12792"/>
                    <a:pt x="981729" y="16627"/>
                  </a:cubicBezTo>
                  <a:cubicBezTo>
                    <a:pt x="984546" y="17235"/>
                    <a:pt x="986321" y="20010"/>
                    <a:pt x="985705" y="22820"/>
                  </a:cubicBezTo>
                  <a:cubicBezTo>
                    <a:pt x="985208" y="25201"/>
                    <a:pt x="983101" y="26906"/>
                    <a:pt x="980663" y="26925"/>
                  </a:cubicBezTo>
                  <a:close/>
                  <a:moveTo>
                    <a:pt x="705289" y="17716"/>
                  </a:moveTo>
                  <a:cubicBezTo>
                    <a:pt x="702401" y="17720"/>
                    <a:pt x="700081" y="15393"/>
                    <a:pt x="700081" y="12517"/>
                  </a:cubicBezTo>
                  <a:cubicBezTo>
                    <a:pt x="700057" y="9908"/>
                    <a:pt x="701999" y="7697"/>
                    <a:pt x="704579" y="7347"/>
                  </a:cubicBezTo>
                  <a:cubicBezTo>
                    <a:pt x="722879" y="4813"/>
                    <a:pt x="741534" y="2896"/>
                    <a:pt x="760000" y="1618"/>
                  </a:cubicBezTo>
                  <a:cubicBezTo>
                    <a:pt x="762864" y="1421"/>
                    <a:pt x="765350" y="3590"/>
                    <a:pt x="765563" y="6459"/>
                  </a:cubicBezTo>
                  <a:cubicBezTo>
                    <a:pt x="765752" y="9328"/>
                    <a:pt x="763574" y="11814"/>
                    <a:pt x="760710" y="12010"/>
                  </a:cubicBezTo>
                  <a:cubicBezTo>
                    <a:pt x="742481" y="13265"/>
                    <a:pt x="724063" y="15159"/>
                    <a:pt x="706000" y="17668"/>
                  </a:cubicBezTo>
                  <a:close/>
                  <a:moveTo>
                    <a:pt x="871006" y="11892"/>
                  </a:moveTo>
                  <a:lnTo>
                    <a:pt x="870675" y="11892"/>
                  </a:lnTo>
                  <a:cubicBezTo>
                    <a:pt x="852824" y="10708"/>
                    <a:pt x="834667" y="10116"/>
                    <a:pt x="816698" y="10116"/>
                  </a:cubicBezTo>
                  <a:lnTo>
                    <a:pt x="815680" y="10116"/>
                  </a:lnTo>
                  <a:cubicBezTo>
                    <a:pt x="812792" y="10116"/>
                    <a:pt x="810472" y="7785"/>
                    <a:pt x="810472" y="4908"/>
                  </a:cubicBezTo>
                  <a:cubicBezTo>
                    <a:pt x="810472" y="2032"/>
                    <a:pt x="812792" y="-300"/>
                    <a:pt x="815680" y="-300"/>
                  </a:cubicBezTo>
                  <a:lnTo>
                    <a:pt x="816675" y="-300"/>
                  </a:lnTo>
                  <a:cubicBezTo>
                    <a:pt x="834880" y="-300"/>
                    <a:pt x="853274" y="315"/>
                    <a:pt x="871361" y="1499"/>
                  </a:cubicBezTo>
                  <a:cubicBezTo>
                    <a:pt x="874226" y="1596"/>
                    <a:pt x="876498" y="4009"/>
                    <a:pt x="876403" y="6885"/>
                  </a:cubicBezTo>
                  <a:cubicBezTo>
                    <a:pt x="876286" y="9761"/>
                    <a:pt x="873894" y="12013"/>
                    <a:pt x="871006" y="11916"/>
                  </a:cubicBezTo>
                  <a:close/>
                </a:path>
              </a:pathLst>
            </a:custGeom>
            <a:solidFill>
              <a:srgbClr val="485259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CA7DCD-F28C-C9FE-CC6A-A9CE415C6C21}"/>
                </a:ext>
              </a:extLst>
            </p:cNvPr>
            <p:cNvSpPr/>
            <p:nvPr/>
          </p:nvSpPr>
          <p:spPr>
            <a:xfrm>
              <a:off x="4397833" y="3523326"/>
              <a:ext cx="1337206" cy="1065113"/>
            </a:xfrm>
            <a:custGeom>
              <a:avLst/>
              <a:gdLst>
                <a:gd name="connsiteX0" fmla="*/ 13446 w 1337206"/>
                <a:gd name="connsiteY0" fmla="*/ 1045655 h 1065113"/>
                <a:gd name="connsiteX1" fmla="*/ 92658 w 1337206"/>
                <a:gd name="connsiteY1" fmla="*/ 1050911 h 1065113"/>
                <a:gd name="connsiteX2" fmla="*/ 95357 w 1337206"/>
                <a:gd name="connsiteY2" fmla="*/ 1048378 h 1065113"/>
                <a:gd name="connsiteX3" fmla="*/ 137070 w 1337206"/>
                <a:gd name="connsiteY3" fmla="*/ 1006641 h 1065113"/>
                <a:gd name="connsiteX4" fmla="*/ 666085 w 1337206"/>
                <a:gd name="connsiteY4" fmla="*/ 792417 h 1065113"/>
                <a:gd name="connsiteX5" fmla="*/ 671104 w 1337206"/>
                <a:gd name="connsiteY5" fmla="*/ 792417 h 1065113"/>
                <a:gd name="connsiteX6" fmla="*/ 1200095 w 1337206"/>
                <a:gd name="connsiteY6" fmla="*/ 1006641 h 1065113"/>
                <a:gd name="connsiteX7" fmla="*/ 1241831 w 1337206"/>
                <a:gd name="connsiteY7" fmla="*/ 1048378 h 1065113"/>
                <a:gd name="connsiteX8" fmla="*/ 1321209 w 1337206"/>
                <a:gd name="connsiteY8" fmla="*/ 1048354 h 1065113"/>
                <a:gd name="connsiteX9" fmla="*/ 1323743 w 1337206"/>
                <a:gd name="connsiteY9" fmla="*/ 1045655 h 1065113"/>
                <a:gd name="connsiteX10" fmla="*/ 1319837 w 1337206"/>
                <a:gd name="connsiteY10" fmla="*/ 967674 h 1065113"/>
                <a:gd name="connsiteX11" fmla="*/ 1279473 w 1337206"/>
                <a:gd name="connsiteY11" fmla="*/ 927428 h 1065113"/>
                <a:gd name="connsiteX12" fmla="*/ 1065201 w 1337206"/>
                <a:gd name="connsiteY12" fmla="*/ 403433 h 1065113"/>
                <a:gd name="connsiteX13" fmla="*/ 941884 w 1337206"/>
                <a:gd name="connsiteY13" fmla="*/ 108292 h 1065113"/>
                <a:gd name="connsiteX14" fmla="*/ 395304 w 1337206"/>
                <a:gd name="connsiteY14" fmla="*/ 108292 h 1065113"/>
                <a:gd name="connsiteX15" fmla="*/ 271987 w 1337206"/>
                <a:gd name="connsiteY15" fmla="*/ 403433 h 1065113"/>
                <a:gd name="connsiteX16" fmla="*/ 57692 w 1337206"/>
                <a:gd name="connsiteY16" fmla="*/ 927428 h 1065113"/>
                <a:gd name="connsiteX17" fmla="*/ 17447 w 1337206"/>
                <a:gd name="connsiteY17" fmla="*/ 967674 h 1065113"/>
                <a:gd name="connsiteX18" fmla="*/ 13446 w 1337206"/>
                <a:gd name="connsiteY18" fmla="*/ 1045655 h 1065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7206" h="1065113">
                  <a:moveTo>
                    <a:pt x="13446" y="1045655"/>
                  </a:moveTo>
                  <a:cubicBezTo>
                    <a:pt x="33876" y="1068974"/>
                    <a:pt x="69340" y="1071341"/>
                    <a:pt x="92658" y="1050911"/>
                  </a:cubicBezTo>
                  <a:cubicBezTo>
                    <a:pt x="93582" y="1050106"/>
                    <a:pt x="94481" y="1049254"/>
                    <a:pt x="95357" y="1048378"/>
                  </a:cubicBezTo>
                  <a:lnTo>
                    <a:pt x="137070" y="1006641"/>
                  </a:lnTo>
                  <a:cubicBezTo>
                    <a:pt x="277148" y="866587"/>
                    <a:pt x="468006" y="791209"/>
                    <a:pt x="666085" y="792417"/>
                  </a:cubicBezTo>
                  <a:lnTo>
                    <a:pt x="671104" y="792417"/>
                  </a:lnTo>
                  <a:cubicBezTo>
                    <a:pt x="869182" y="791186"/>
                    <a:pt x="1060041" y="866587"/>
                    <a:pt x="1200095" y="1006641"/>
                  </a:cubicBezTo>
                  <a:lnTo>
                    <a:pt x="1241831" y="1048378"/>
                  </a:lnTo>
                  <a:cubicBezTo>
                    <a:pt x="1263753" y="1070300"/>
                    <a:pt x="1299287" y="1070276"/>
                    <a:pt x="1321209" y="1048354"/>
                  </a:cubicBezTo>
                  <a:cubicBezTo>
                    <a:pt x="1322086" y="1047478"/>
                    <a:pt x="1322938" y="1046579"/>
                    <a:pt x="1323743" y="1045655"/>
                  </a:cubicBezTo>
                  <a:cubicBezTo>
                    <a:pt x="1343463" y="1023213"/>
                    <a:pt x="1340977" y="988838"/>
                    <a:pt x="1319837" y="967674"/>
                  </a:cubicBezTo>
                  <a:lnTo>
                    <a:pt x="1279473" y="927428"/>
                  </a:lnTo>
                  <a:cubicBezTo>
                    <a:pt x="1140649" y="788582"/>
                    <a:pt x="1061437" y="599736"/>
                    <a:pt x="1065201" y="403433"/>
                  </a:cubicBezTo>
                  <a:cubicBezTo>
                    <a:pt x="1067498" y="292071"/>
                    <a:pt x="1022731" y="184900"/>
                    <a:pt x="941884" y="108292"/>
                  </a:cubicBezTo>
                  <a:cubicBezTo>
                    <a:pt x="789709" y="-36497"/>
                    <a:pt x="547479" y="-36497"/>
                    <a:pt x="395304" y="108292"/>
                  </a:cubicBezTo>
                  <a:cubicBezTo>
                    <a:pt x="314458" y="184900"/>
                    <a:pt x="269691" y="292071"/>
                    <a:pt x="271987" y="403433"/>
                  </a:cubicBezTo>
                  <a:cubicBezTo>
                    <a:pt x="275752" y="599736"/>
                    <a:pt x="196539" y="788582"/>
                    <a:pt x="57692" y="927428"/>
                  </a:cubicBezTo>
                  <a:lnTo>
                    <a:pt x="17447" y="967674"/>
                  </a:lnTo>
                  <a:cubicBezTo>
                    <a:pt x="-3765" y="988814"/>
                    <a:pt x="-6274" y="1023141"/>
                    <a:pt x="13446" y="1045655"/>
                  </a:cubicBezTo>
                  <a:close/>
                </a:path>
              </a:pathLst>
            </a:custGeom>
            <a:solidFill>
              <a:schemeClr val="accent4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38012B9-0B22-9BFA-333F-3051F30BCD8F}"/>
                </a:ext>
              </a:extLst>
            </p:cNvPr>
            <p:cNvSpPr/>
            <p:nvPr/>
          </p:nvSpPr>
          <p:spPr>
            <a:xfrm>
              <a:off x="1316326" y="3250385"/>
              <a:ext cx="1337209" cy="1065184"/>
            </a:xfrm>
            <a:custGeom>
              <a:avLst/>
              <a:gdLst>
                <a:gd name="connsiteX0" fmla="*/ 1323776 w 1337209"/>
                <a:gd name="connsiteY0" fmla="*/ 18858 h 1065184"/>
                <a:gd name="connsiteX1" fmla="*/ 1244568 w 1337209"/>
                <a:gd name="connsiteY1" fmla="*/ 13603 h 1065184"/>
                <a:gd name="connsiteX2" fmla="*/ 1241864 w 1337209"/>
                <a:gd name="connsiteY2" fmla="*/ 16135 h 1065184"/>
                <a:gd name="connsiteX3" fmla="*/ 1200127 w 1337209"/>
                <a:gd name="connsiteY3" fmla="*/ 57943 h 1065184"/>
                <a:gd name="connsiteX4" fmla="*/ 671137 w 1337209"/>
                <a:gd name="connsiteY4" fmla="*/ 272168 h 1065184"/>
                <a:gd name="connsiteX5" fmla="*/ 666094 w 1337209"/>
                <a:gd name="connsiteY5" fmla="*/ 272168 h 1065184"/>
                <a:gd name="connsiteX6" fmla="*/ 137103 w 1337209"/>
                <a:gd name="connsiteY6" fmla="*/ 57943 h 1065184"/>
                <a:gd name="connsiteX7" fmla="*/ 95366 w 1337209"/>
                <a:gd name="connsiteY7" fmla="*/ 16207 h 1065184"/>
                <a:gd name="connsiteX8" fmla="*/ 15986 w 1337209"/>
                <a:gd name="connsiteY8" fmla="*/ 16230 h 1065184"/>
                <a:gd name="connsiteX9" fmla="*/ 13455 w 1337209"/>
                <a:gd name="connsiteY9" fmla="*/ 18929 h 1065184"/>
                <a:gd name="connsiteX10" fmla="*/ 17361 w 1337209"/>
                <a:gd name="connsiteY10" fmla="*/ 96910 h 1065184"/>
                <a:gd name="connsiteX11" fmla="*/ 57725 w 1337209"/>
                <a:gd name="connsiteY11" fmla="*/ 137156 h 1065184"/>
                <a:gd name="connsiteX12" fmla="*/ 271997 w 1337209"/>
                <a:gd name="connsiteY12" fmla="*/ 661152 h 1065184"/>
                <a:gd name="connsiteX13" fmla="*/ 395313 w 1337209"/>
                <a:gd name="connsiteY13" fmla="*/ 956293 h 1065184"/>
                <a:gd name="connsiteX14" fmla="*/ 941894 w 1337209"/>
                <a:gd name="connsiteY14" fmla="*/ 956293 h 1065184"/>
                <a:gd name="connsiteX15" fmla="*/ 1065211 w 1337209"/>
                <a:gd name="connsiteY15" fmla="*/ 661152 h 1065184"/>
                <a:gd name="connsiteX16" fmla="*/ 1279506 w 1337209"/>
                <a:gd name="connsiteY16" fmla="*/ 137156 h 1065184"/>
                <a:gd name="connsiteX17" fmla="*/ 1319751 w 1337209"/>
                <a:gd name="connsiteY17" fmla="*/ 96910 h 1065184"/>
                <a:gd name="connsiteX18" fmla="*/ 1323776 w 1337209"/>
                <a:gd name="connsiteY18" fmla="*/ 18858 h 1065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7209" h="1065184">
                  <a:moveTo>
                    <a:pt x="1323776" y="18858"/>
                  </a:moveTo>
                  <a:cubicBezTo>
                    <a:pt x="1303355" y="-4461"/>
                    <a:pt x="1267891" y="-6828"/>
                    <a:pt x="1244568" y="13603"/>
                  </a:cubicBezTo>
                  <a:cubicBezTo>
                    <a:pt x="1243640" y="14407"/>
                    <a:pt x="1242738" y="15260"/>
                    <a:pt x="1241864" y="16135"/>
                  </a:cubicBezTo>
                  <a:lnTo>
                    <a:pt x="1200127" y="57943"/>
                  </a:lnTo>
                  <a:cubicBezTo>
                    <a:pt x="1060050" y="197998"/>
                    <a:pt x="869215" y="273375"/>
                    <a:pt x="671137" y="272168"/>
                  </a:cubicBezTo>
                  <a:lnTo>
                    <a:pt x="666094" y="272168"/>
                  </a:lnTo>
                  <a:cubicBezTo>
                    <a:pt x="468016" y="273399"/>
                    <a:pt x="277157" y="197998"/>
                    <a:pt x="137103" y="57943"/>
                  </a:cubicBezTo>
                  <a:lnTo>
                    <a:pt x="95366" y="16207"/>
                  </a:lnTo>
                  <a:cubicBezTo>
                    <a:pt x="73442" y="-5715"/>
                    <a:pt x="37901" y="-5692"/>
                    <a:pt x="15986" y="16230"/>
                  </a:cubicBezTo>
                  <a:cubicBezTo>
                    <a:pt x="15112" y="17106"/>
                    <a:pt x="14270" y="18006"/>
                    <a:pt x="13455" y="18929"/>
                  </a:cubicBezTo>
                  <a:cubicBezTo>
                    <a:pt x="-6265" y="41372"/>
                    <a:pt x="-3756" y="75746"/>
                    <a:pt x="17361" y="96910"/>
                  </a:cubicBezTo>
                  <a:lnTo>
                    <a:pt x="57725" y="137156"/>
                  </a:lnTo>
                  <a:cubicBezTo>
                    <a:pt x="196572" y="276003"/>
                    <a:pt x="275761" y="464849"/>
                    <a:pt x="271997" y="661152"/>
                  </a:cubicBezTo>
                  <a:cubicBezTo>
                    <a:pt x="269714" y="772513"/>
                    <a:pt x="314489" y="879661"/>
                    <a:pt x="395313" y="956293"/>
                  </a:cubicBezTo>
                  <a:cubicBezTo>
                    <a:pt x="547488" y="1101082"/>
                    <a:pt x="789719" y="1101082"/>
                    <a:pt x="941894" y="956293"/>
                  </a:cubicBezTo>
                  <a:cubicBezTo>
                    <a:pt x="1022740" y="879684"/>
                    <a:pt x="1067516" y="772513"/>
                    <a:pt x="1065211" y="661152"/>
                  </a:cubicBezTo>
                  <a:cubicBezTo>
                    <a:pt x="1061446" y="464849"/>
                    <a:pt x="1140659" y="276003"/>
                    <a:pt x="1279506" y="137156"/>
                  </a:cubicBezTo>
                  <a:lnTo>
                    <a:pt x="1319751" y="96910"/>
                  </a:lnTo>
                  <a:cubicBezTo>
                    <a:pt x="1340986" y="75699"/>
                    <a:pt x="1343472" y="41372"/>
                    <a:pt x="1323776" y="18858"/>
                  </a:cubicBezTo>
                  <a:close/>
                </a:path>
              </a:pathLst>
            </a:custGeom>
            <a:solidFill>
              <a:schemeClr val="accent1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C292397-A8FE-05D7-FD04-5B663BFC339B}"/>
                </a:ext>
              </a:extLst>
            </p:cNvPr>
            <p:cNvSpPr/>
            <p:nvPr/>
          </p:nvSpPr>
          <p:spPr>
            <a:xfrm>
              <a:off x="2343505" y="3523255"/>
              <a:ext cx="1337281" cy="1065184"/>
            </a:xfrm>
            <a:custGeom>
              <a:avLst/>
              <a:gdLst>
                <a:gd name="connsiteX0" fmla="*/ 13434 w 1337281"/>
                <a:gd name="connsiteY0" fmla="*/ 1045726 h 1065184"/>
                <a:gd name="connsiteX1" fmla="*/ 92642 w 1337281"/>
                <a:gd name="connsiteY1" fmla="*/ 1050982 h 1065184"/>
                <a:gd name="connsiteX2" fmla="*/ 95346 w 1337281"/>
                <a:gd name="connsiteY2" fmla="*/ 1048449 h 1065184"/>
                <a:gd name="connsiteX3" fmla="*/ 137154 w 1337281"/>
                <a:gd name="connsiteY3" fmla="*/ 1006641 h 1065184"/>
                <a:gd name="connsiteX4" fmla="*/ 666144 w 1337281"/>
                <a:gd name="connsiteY4" fmla="*/ 792417 h 1065184"/>
                <a:gd name="connsiteX5" fmla="*/ 671187 w 1337281"/>
                <a:gd name="connsiteY5" fmla="*/ 792417 h 1065184"/>
                <a:gd name="connsiteX6" fmla="*/ 1200178 w 1337281"/>
                <a:gd name="connsiteY6" fmla="*/ 1006641 h 1065184"/>
                <a:gd name="connsiteX7" fmla="*/ 1241915 w 1337281"/>
                <a:gd name="connsiteY7" fmla="*/ 1048378 h 1065184"/>
                <a:gd name="connsiteX8" fmla="*/ 1321293 w 1337281"/>
                <a:gd name="connsiteY8" fmla="*/ 1048354 h 1065184"/>
                <a:gd name="connsiteX9" fmla="*/ 1323826 w 1337281"/>
                <a:gd name="connsiteY9" fmla="*/ 1045655 h 1065184"/>
                <a:gd name="connsiteX10" fmla="*/ 1319920 w 1337281"/>
                <a:gd name="connsiteY10" fmla="*/ 967674 h 1065184"/>
                <a:gd name="connsiteX11" fmla="*/ 1279674 w 1337281"/>
                <a:gd name="connsiteY11" fmla="*/ 927428 h 1065184"/>
                <a:gd name="connsiteX12" fmla="*/ 1065403 w 1337281"/>
                <a:gd name="connsiteY12" fmla="*/ 403433 h 1065184"/>
                <a:gd name="connsiteX13" fmla="*/ 942086 w 1337281"/>
                <a:gd name="connsiteY13" fmla="*/ 108292 h 1065184"/>
                <a:gd name="connsiteX14" fmla="*/ 395482 w 1337281"/>
                <a:gd name="connsiteY14" fmla="*/ 108292 h 1065184"/>
                <a:gd name="connsiteX15" fmla="*/ 272094 w 1337281"/>
                <a:gd name="connsiteY15" fmla="*/ 403409 h 1065184"/>
                <a:gd name="connsiteX16" fmla="*/ 57799 w 1337281"/>
                <a:gd name="connsiteY16" fmla="*/ 927405 h 1065184"/>
                <a:gd name="connsiteX17" fmla="*/ 17554 w 1337281"/>
                <a:gd name="connsiteY17" fmla="*/ 967650 h 1065184"/>
                <a:gd name="connsiteX18" fmla="*/ 13434 w 1337281"/>
                <a:gd name="connsiteY18" fmla="*/ 1045726 h 1065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7281" h="1065184">
                  <a:moveTo>
                    <a:pt x="13434" y="1045726"/>
                  </a:moveTo>
                  <a:cubicBezTo>
                    <a:pt x="33856" y="1069045"/>
                    <a:pt x="69319" y="1071412"/>
                    <a:pt x="92642" y="1050982"/>
                  </a:cubicBezTo>
                  <a:cubicBezTo>
                    <a:pt x="93570" y="1050177"/>
                    <a:pt x="94472" y="1049325"/>
                    <a:pt x="95346" y="1048449"/>
                  </a:cubicBezTo>
                  <a:lnTo>
                    <a:pt x="137154" y="1006641"/>
                  </a:lnTo>
                  <a:cubicBezTo>
                    <a:pt x="277231" y="866587"/>
                    <a:pt x="468066" y="791209"/>
                    <a:pt x="666144" y="792417"/>
                  </a:cubicBezTo>
                  <a:lnTo>
                    <a:pt x="671187" y="792417"/>
                  </a:lnTo>
                  <a:cubicBezTo>
                    <a:pt x="869266" y="791186"/>
                    <a:pt x="1060124" y="866587"/>
                    <a:pt x="1200178" y="1006641"/>
                  </a:cubicBezTo>
                  <a:lnTo>
                    <a:pt x="1241915" y="1048378"/>
                  </a:lnTo>
                  <a:cubicBezTo>
                    <a:pt x="1263837" y="1070300"/>
                    <a:pt x="1299371" y="1070276"/>
                    <a:pt x="1321293" y="1048354"/>
                  </a:cubicBezTo>
                  <a:cubicBezTo>
                    <a:pt x="1322169" y="1047478"/>
                    <a:pt x="1323021" y="1046579"/>
                    <a:pt x="1323826" y="1045655"/>
                  </a:cubicBezTo>
                  <a:cubicBezTo>
                    <a:pt x="1343546" y="1023213"/>
                    <a:pt x="1341037" y="988838"/>
                    <a:pt x="1319920" y="967674"/>
                  </a:cubicBezTo>
                  <a:lnTo>
                    <a:pt x="1279674" y="927428"/>
                  </a:lnTo>
                  <a:cubicBezTo>
                    <a:pt x="1140827" y="788582"/>
                    <a:pt x="1061639" y="599736"/>
                    <a:pt x="1065403" y="403433"/>
                  </a:cubicBezTo>
                  <a:cubicBezTo>
                    <a:pt x="1067676" y="292071"/>
                    <a:pt x="1022908" y="184924"/>
                    <a:pt x="942086" y="108292"/>
                  </a:cubicBezTo>
                  <a:cubicBezTo>
                    <a:pt x="789911" y="-36497"/>
                    <a:pt x="547681" y="-36497"/>
                    <a:pt x="395482" y="108292"/>
                  </a:cubicBezTo>
                  <a:cubicBezTo>
                    <a:pt x="314634" y="184900"/>
                    <a:pt x="269836" y="292048"/>
                    <a:pt x="272094" y="403409"/>
                  </a:cubicBezTo>
                  <a:cubicBezTo>
                    <a:pt x="275858" y="599712"/>
                    <a:pt x="196646" y="788558"/>
                    <a:pt x="57799" y="927405"/>
                  </a:cubicBezTo>
                  <a:lnTo>
                    <a:pt x="17554" y="967650"/>
                  </a:lnTo>
                  <a:cubicBezTo>
                    <a:pt x="-3776" y="988886"/>
                    <a:pt x="-6286" y="1023213"/>
                    <a:pt x="13434" y="1045726"/>
                  </a:cubicBezTo>
                  <a:close/>
                </a:path>
              </a:pathLst>
            </a:custGeom>
            <a:solidFill>
              <a:schemeClr val="accent2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AEE7F0E-822A-30F4-07E1-1636B3509B78}"/>
                </a:ext>
              </a:extLst>
            </p:cNvPr>
            <p:cNvSpPr/>
            <p:nvPr/>
          </p:nvSpPr>
          <p:spPr>
            <a:xfrm>
              <a:off x="3370648" y="3250385"/>
              <a:ext cx="1337203" cy="1065184"/>
            </a:xfrm>
            <a:custGeom>
              <a:avLst/>
              <a:gdLst>
                <a:gd name="connsiteX0" fmla="*/ 1323770 w 1337203"/>
                <a:gd name="connsiteY0" fmla="*/ 18858 h 1065184"/>
                <a:gd name="connsiteX1" fmla="*/ 1244557 w 1337203"/>
                <a:gd name="connsiteY1" fmla="*/ 13603 h 1065184"/>
                <a:gd name="connsiteX2" fmla="*/ 1241858 w 1337203"/>
                <a:gd name="connsiteY2" fmla="*/ 16135 h 1065184"/>
                <a:gd name="connsiteX3" fmla="*/ 1200121 w 1337203"/>
                <a:gd name="connsiteY3" fmla="*/ 57943 h 1065184"/>
                <a:gd name="connsiteX4" fmla="*/ 671131 w 1337203"/>
                <a:gd name="connsiteY4" fmla="*/ 272168 h 1065184"/>
                <a:gd name="connsiteX5" fmla="*/ 666088 w 1337203"/>
                <a:gd name="connsiteY5" fmla="*/ 272168 h 1065184"/>
                <a:gd name="connsiteX6" fmla="*/ 137097 w 1337203"/>
                <a:gd name="connsiteY6" fmla="*/ 57943 h 1065184"/>
                <a:gd name="connsiteX7" fmla="*/ 95360 w 1337203"/>
                <a:gd name="connsiteY7" fmla="*/ 16207 h 1065184"/>
                <a:gd name="connsiteX8" fmla="*/ 16006 w 1337203"/>
                <a:gd name="connsiteY8" fmla="*/ 16207 h 1065184"/>
                <a:gd name="connsiteX9" fmla="*/ 13473 w 1337203"/>
                <a:gd name="connsiteY9" fmla="*/ 18929 h 1065184"/>
                <a:gd name="connsiteX10" fmla="*/ 17379 w 1337203"/>
                <a:gd name="connsiteY10" fmla="*/ 96910 h 1065184"/>
                <a:gd name="connsiteX11" fmla="*/ 57624 w 1337203"/>
                <a:gd name="connsiteY11" fmla="*/ 137156 h 1065184"/>
                <a:gd name="connsiteX12" fmla="*/ 271920 w 1337203"/>
                <a:gd name="connsiteY12" fmla="*/ 661152 h 1065184"/>
                <a:gd name="connsiteX13" fmla="*/ 395213 w 1337203"/>
                <a:gd name="connsiteY13" fmla="*/ 956293 h 1065184"/>
                <a:gd name="connsiteX14" fmla="*/ 941817 w 1337203"/>
                <a:gd name="connsiteY14" fmla="*/ 956293 h 1065184"/>
                <a:gd name="connsiteX15" fmla="*/ 1065133 w 1337203"/>
                <a:gd name="connsiteY15" fmla="*/ 661152 h 1065184"/>
                <a:gd name="connsiteX16" fmla="*/ 1279405 w 1337203"/>
                <a:gd name="connsiteY16" fmla="*/ 137156 h 1065184"/>
                <a:gd name="connsiteX17" fmla="*/ 1319650 w 1337203"/>
                <a:gd name="connsiteY17" fmla="*/ 96910 h 1065184"/>
                <a:gd name="connsiteX18" fmla="*/ 1323770 w 1337203"/>
                <a:gd name="connsiteY18" fmla="*/ 18858 h 1065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7203" h="1065184">
                  <a:moveTo>
                    <a:pt x="1323770" y="18858"/>
                  </a:moveTo>
                  <a:cubicBezTo>
                    <a:pt x="1303339" y="-4461"/>
                    <a:pt x="1267876" y="-6828"/>
                    <a:pt x="1244557" y="13603"/>
                  </a:cubicBezTo>
                  <a:cubicBezTo>
                    <a:pt x="1243634" y="14407"/>
                    <a:pt x="1242734" y="15260"/>
                    <a:pt x="1241858" y="16135"/>
                  </a:cubicBezTo>
                  <a:lnTo>
                    <a:pt x="1200121" y="57943"/>
                  </a:lnTo>
                  <a:cubicBezTo>
                    <a:pt x="1060067" y="197998"/>
                    <a:pt x="869209" y="273375"/>
                    <a:pt x="671131" y="272168"/>
                  </a:cubicBezTo>
                  <a:lnTo>
                    <a:pt x="666088" y="272168"/>
                  </a:lnTo>
                  <a:cubicBezTo>
                    <a:pt x="468010" y="273399"/>
                    <a:pt x="277175" y="197998"/>
                    <a:pt x="137097" y="57943"/>
                  </a:cubicBezTo>
                  <a:lnTo>
                    <a:pt x="95360" y="16207"/>
                  </a:lnTo>
                  <a:cubicBezTo>
                    <a:pt x="73438" y="-5692"/>
                    <a:pt x="37928" y="-5692"/>
                    <a:pt x="16006" y="16207"/>
                  </a:cubicBezTo>
                  <a:cubicBezTo>
                    <a:pt x="15130" y="17083"/>
                    <a:pt x="14278" y="18006"/>
                    <a:pt x="13473" y="18929"/>
                  </a:cubicBezTo>
                  <a:cubicBezTo>
                    <a:pt x="-6271" y="41372"/>
                    <a:pt x="-3762" y="75746"/>
                    <a:pt x="17379" y="96910"/>
                  </a:cubicBezTo>
                  <a:lnTo>
                    <a:pt x="57624" y="137156"/>
                  </a:lnTo>
                  <a:cubicBezTo>
                    <a:pt x="196471" y="276003"/>
                    <a:pt x="275684" y="464849"/>
                    <a:pt x="271920" y="661152"/>
                  </a:cubicBezTo>
                  <a:cubicBezTo>
                    <a:pt x="269623" y="772513"/>
                    <a:pt x="314390" y="879661"/>
                    <a:pt x="395213" y="956293"/>
                  </a:cubicBezTo>
                  <a:cubicBezTo>
                    <a:pt x="547388" y="1101082"/>
                    <a:pt x="789642" y="1101082"/>
                    <a:pt x="941817" y="956293"/>
                  </a:cubicBezTo>
                  <a:cubicBezTo>
                    <a:pt x="1022663" y="879684"/>
                    <a:pt x="1067430" y="772513"/>
                    <a:pt x="1065133" y="661152"/>
                  </a:cubicBezTo>
                  <a:cubicBezTo>
                    <a:pt x="1061369" y="464849"/>
                    <a:pt x="1140558" y="276003"/>
                    <a:pt x="1279405" y="137156"/>
                  </a:cubicBezTo>
                  <a:lnTo>
                    <a:pt x="1319650" y="96910"/>
                  </a:lnTo>
                  <a:cubicBezTo>
                    <a:pt x="1340980" y="75699"/>
                    <a:pt x="1343490" y="41372"/>
                    <a:pt x="1323770" y="18858"/>
                  </a:cubicBezTo>
                  <a:close/>
                </a:path>
              </a:pathLst>
            </a:custGeom>
            <a:solidFill>
              <a:schemeClr val="accent3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7B615C4-7238-8768-426F-16B7DDCE8ECB}"/>
                </a:ext>
              </a:extLst>
            </p:cNvPr>
            <p:cNvSpPr/>
            <p:nvPr/>
          </p:nvSpPr>
          <p:spPr>
            <a:xfrm>
              <a:off x="6452161" y="3523255"/>
              <a:ext cx="1337194" cy="1065184"/>
            </a:xfrm>
            <a:custGeom>
              <a:avLst/>
              <a:gdLst>
                <a:gd name="connsiteX0" fmla="*/ 13434 w 1337194"/>
                <a:gd name="connsiteY0" fmla="*/ 1045726 h 1065184"/>
                <a:gd name="connsiteX1" fmla="*/ 92647 w 1337194"/>
                <a:gd name="connsiteY1" fmla="*/ 1050982 h 1065184"/>
                <a:gd name="connsiteX2" fmla="*/ 95346 w 1337194"/>
                <a:gd name="connsiteY2" fmla="*/ 1048449 h 1065184"/>
                <a:gd name="connsiteX3" fmla="*/ 137083 w 1337194"/>
                <a:gd name="connsiteY3" fmla="*/ 1006641 h 1065184"/>
                <a:gd name="connsiteX4" fmla="*/ 666073 w 1337194"/>
                <a:gd name="connsiteY4" fmla="*/ 792417 h 1065184"/>
                <a:gd name="connsiteX5" fmla="*/ 671116 w 1337194"/>
                <a:gd name="connsiteY5" fmla="*/ 792417 h 1065184"/>
                <a:gd name="connsiteX6" fmla="*/ 1200107 w 1337194"/>
                <a:gd name="connsiteY6" fmla="*/ 1006641 h 1065184"/>
                <a:gd name="connsiteX7" fmla="*/ 1241843 w 1337194"/>
                <a:gd name="connsiteY7" fmla="*/ 1048378 h 1065184"/>
                <a:gd name="connsiteX8" fmla="*/ 1321198 w 1337194"/>
                <a:gd name="connsiteY8" fmla="*/ 1048378 h 1065184"/>
                <a:gd name="connsiteX9" fmla="*/ 1323731 w 1337194"/>
                <a:gd name="connsiteY9" fmla="*/ 1045655 h 1065184"/>
                <a:gd name="connsiteX10" fmla="*/ 1319825 w 1337194"/>
                <a:gd name="connsiteY10" fmla="*/ 967674 h 1065184"/>
                <a:gd name="connsiteX11" fmla="*/ 1279580 w 1337194"/>
                <a:gd name="connsiteY11" fmla="*/ 927428 h 1065184"/>
                <a:gd name="connsiteX12" fmla="*/ 1065285 w 1337194"/>
                <a:gd name="connsiteY12" fmla="*/ 403433 h 1065184"/>
                <a:gd name="connsiteX13" fmla="*/ 941991 w 1337194"/>
                <a:gd name="connsiteY13" fmla="*/ 108292 h 1065184"/>
                <a:gd name="connsiteX14" fmla="*/ 395388 w 1337194"/>
                <a:gd name="connsiteY14" fmla="*/ 108292 h 1065184"/>
                <a:gd name="connsiteX15" fmla="*/ 272071 w 1337194"/>
                <a:gd name="connsiteY15" fmla="*/ 403433 h 1065184"/>
                <a:gd name="connsiteX16" fmla="*/ 57799 w 1337194"/>
                <a:gd name="connsiteY16" fmla="*/ 927428 h 1065184"/>
                <a:gd name="connsiteX17" fmla="*/ 17554 w 1337194"/>
                <a:gd name="connsiteY17" fmla="*/ 967674 h 1065184"/>
                <a:gd name="connsiteX18" fmla="*/ 13434 w 1337194"/>
                <a:gd name="connsiteY18" fmla="*/ 1045726 h 1065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7194" h="1065184">
                  <a:moveTo>
                    <a:pt x="13434" y="1045726"/>
                  </a:moveTo>
                  <a:cubicBezTo>
                    <a:pt x="33865" y="1069045"/>
                    <a:pt x="69328" y="1071412"/>
                    <a:pt x="92647" y="1050982"/>
                  </a:cubicBezTo>
                  <a:cubicBezTo>
                    <a:pt x="93570" y="1050177"/>
                    <a:pt x="94470" y="1049325"/>
                    <a:pt x="95346" y="1048449"/>
                  </a:cubicBezTo>
                  <a:lnTo>
                    <a:pt x="137083" y="1006641"/>
                  </a:lnTo>
                  <a:cubicBezTo>
                    <a:pt x="277137" y="866587"/>
                    <a:pt x="467995" y="791209"/>
                    <a:pt x="666073" y="792417"/>
                  </a:cubicBezTo>
                  <a:lnTo>
                    <a:pt x="671116" y="792417"/>
                  </a:lnTo>
                  <a:cubicBezTo>
                    <a:pt x="869194" y="791186"/>
                    <a:pt x="1060029" y="866587"/>
                    <a:pt x="1200107" y="1006641"/>
                  </a:cubicBezTo>
                  <a:lnTo>
                    <a:pt x="1241843" y="1048378"/>
                  </a:lnTo>
                  <a:cubicBezTo>
                    <a:pt x="1263765" y="1070276"/>
                    <a:pt x="1299276" y="1070276"/>
                    <a:pt x="1321198" y="1048378"/>
                  </a:cubicBezTo>
                  <a:cubicBezTo>
                    <a:pt x="1322074" y="1047502"/>
                    <a:pt x="1322926" y="1046579"/>
                    <a:pt x="1323731" y="1045655"/>
                  </a:cubicBezTo>
                  <a:cubicBezTo>
                    <a:pt x="1343452" y="1023213"/>
                    <a:pt x="1340966" y="988838"/>
                    <a:pt x="1319825" y="967674"/>
                  </a:cubicBezTo>
                  <a:lnTo>
                    <a:pt x="1279580" y="927428"/>
                  </a:lnTo>
                  <a:cubicBezTo>
                    <a:pt x="1140733" y="788582"/>
                    <a:pt x="1061520" y="599736"/>
                    <a:pt x="1065285" y="403433"/>
                  </a:cubicBezTo>
                  <a:cubicBezTo>
                    <a:pt x="1067581" y="292071"/>
                    <a:pt x="1022813" y="184924"/>
                    <a:pt x="941991" y="108292"/>
                  </a:cubicBezTo>
                  <a:cubicBezTo>
                    <a:pt x="789816" y="-36497"/>
                    <a:pt x="547562" y="-36497"/>
                    <a:pt x="395388" y="108292"/>
                  </a:cubicBezTo>
                  <a:cubicBezTo>
                    <a:pt x="314541" y="184900"/>
                    <a:pt x="269774" y="292071"/>
                    <a:pt x="272071" y="403433"/>
                  </a:cubicBezTo>
                  <a:cubicBezTo>
                    <a:pt x="275835" y="599736"/>
                    <a:pt x="196646" y="788582"/>
                    <a:pt x="57799" y="927428"/>
                  </a:cubicBezTo>
                  <a:lnTo>
                    <a:pt x="17554" y="967674"/>
                  </a:lnTo>
                  <a:cubicBezTo>
                    <a:pt x="-3776" y="988886"/>
                    <a:pt x="-6286" y="1023213"/>
                    <a:pt x="13434" y="1045726"/>
                  </a:cubicBezTo>
                  <a:close/>
                </a:path>
              </a:pathLst>
            </a:custGeom>
            <a:solidFill>
              <a:schemeClr val="accent6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0700317-CEEC-003E-212D-CE487479445C}"/>
                </a:ext>
              </a:extLst>
            </p:cNvPr>
            <p:cNvSpPr/>
            <p:nvPr/>
          </p:nvSpPr>
          <p:spPr>
            <a:xfrm>
              <a:off x="7479299" y="3250385"/>
              <a:ext cx="1337236" cy="1065184"/>
            </a:xfrm>
            <a:custGeom>
              <a:avLst/>
              <a:gdLst>
                <a:gd name="connsiteX0" fmla="*/ 1323775 w 1337236"/>
                <a:gd name="connsiteY0" fmla="*/ 18858 h 1065184"/>
                <a:gd name="connsiteX1" fmla="*/ 1244563 w 1337236"/>
                <a:gd name="connsiteY1" fmla="*/ 13603 h 1065184"/>
                <a:gd name="connsiteX2" fmla="*/ 1241864 w 1337236"/>
                <a:gd name="connsiteY2" fmla="*/ 16135 h 1065184"/>
                <a:gd name="connsiteX3" fmla="*/ 1200127 w 1337236"/>
                <a:gd name="connsiteY3" fmla="*/ 57943 h 1065184"/>
                <a:gd name="connsiteX4" fmla="*/ 671137 w 1337236"/>
                <a:gd name="connsiteY4" fmla="*/ 272168 h 1065184"/>
                <a:gd name="connsiteX5" fmla="*/ 666094 w 1337236"/>
                <a:gd name="connsiteY5" fmla="*/ 272168 h 1065184"/>
                <a:gd name="connsiteX6" fmla="*/ 137103 w 1337236"/>
                <a:gd name="connsiteY6" fmla="*/ 57943 h 1065184"/>
                <a:gd name="connsiteX7" fmla="*/ 95367 w 1337236"/>
                <a:gd name="connsiteY7" fmla="*/ 16207 h 1065184"/>
                <a:gd name="connsiteX8" fmla="*/ 15988 w 1337236"/>
                <a:gd name="connsiteY8" fmla="*/ 16230 h 1065184"/>
                <a:gd name="connsiteX9" fmla="*/ 13455 w 1337236"/>
                <a:gd name="connsiteY9" fmla="*/ 18929 h 1065184"/>
                <a:gd name="connsiteX10" fmla="*/ 17362 w 1337236"/>
                <a:gd name="connsiteY10" fmla="*/ 96910 h 1065184"/>
                <a:gd name="connsiteX11" fmla="*/ 57607 w 1337236"/>
                <a:gd name="connsiteY11" fmla="*/ 137156 h 1065184"/>
                <a:gd name="connsiteX12" fmla="*/ 271878 w 1337236"/>
                <a:gd name="connsiteY12" fmla="*/ 661152 h 1065184"/>
                <a:gd name="connsiteX13" fmla="*/ 395195 w 1337236"/>
                <a:gd name="connsiteY13" fmla="*/ 956293 h 1065184"/>
                <a:gd name="connsiteX14" fmla="*/ 941776 w 1337236"/>
                <a:gd name="connsiteY14" fmla="*/ 956293 h 1065184"/>
                <a:gd name="connsiteX15" fmla="*/ 1065093 w 1337236"/>
                <a:gd name="connsiteY15" fmla="*/ 661152 h 1065184"/>
                <a:gd name="connsiteX16" fmla="*/ 1279387 w 1337236"/>
                <a:gd name="connsiteY16" fmla="*/ 137156 h 1065184"/>
                <a:gd name="connsiteX17" fmla="*/ 1319633 w 1337236"/>
                <a:gd name="connsiteY17" fmla="*/ 96910 h 1065184"/>
                <a:gd name="connsiteX18" fmla="*/ 1323775 w 1337236"/>
                <a:gd name="connsiteY18" fmla="*/ 18858 h 1065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7236" h="1065184">
                  <a:moveTo>
                    <a:pt x="1323775" y="18858"/>
                  </a:moveTo>
                  <a:cubicBezTo>
                    <a:pt x="1303345" y="-4461"/>
                    <a:pt x="1267882" y="-6828"/>
                    <a:pt x="1244563" y="13603"/>
                  </a:cubicBezTo>
                  <a:cubicBezTo>
                    <a:pt x="1243640" y="14407"/>
                    <a:pt x="1242740" y="15260"/>
                    <a:pt x="1241864" y="16135"/>
                  </a:cubicBezTo>
                  <a:lnTo>
                    <a:pt x="1200127" y="57943"/>
                  </a:lnTo>
                  <a:cubicBezTo>
                    <a:pt x="1060050" y="197998"/>
                    <a:pt x="869215" y="273375"/>
                    <a:pt x="671137" y="272168"/>
                  </a:cubicBezTo>
                  <a:lnTo>
                    <a:pt x="666094" y="272168"/>
                  </a:lnTo>
                  <a:cubicBezTo>
                    <a:pt x="468015" y="273399"/>
                    <a:pt x="277158" y="197998"/>
                    <a:pt x="137103" y="57943"/>
                  </a:cubicBezTo>
                  <a:lnTo>
                    <a:pt x="95367" y="16207"/>
                  </a:lnTo>
                  <a:cubicBezTo>
                    <a:pt x="73445" y="-5715"/>
                    <a:pt x="37910" y="-5692"/>
                    <a:pt x="15988" y="16230"/>
                  </a:cubicBezTo>
                  <a:cubicBezTo>
                    <a:pt x="15113" y="17106"/>
                    <a:pt x="14260" y="18006"/>
                    <a:pt x="13455" y="18929"/>
                  </a:cubicBezTo>
                  <a:cubicBezTo>
                    <a:pt x="-6265" y="41372"/>
                    <a:pt x="-3756" y="75746"/>
                    <a:pt x="17362" y="96910"/>
                  </a:cubicBezTo>
                  <a:lnTo>
                    <a:pt x="57607" y="137156"/>
                  </a:lnTo>
                  <a:cubicBezTo>
                    <a:pt x="196453" y="276003"/>
                    <a:pt x="275642" y="464849"/>
                    <a:pt x="271878" y="661152"/>
                  </a:cubicBezTo>
                  <a:cubicBezTo>
                    <a:pt x="269606" y="772513"/>
                    <a:pt x="314373" y="879661"/>
                    <a:pt x="395195" y="956293"/>
                  </a:cubicBezTo>
                  <a:cubicBezTo>
                    <a:pt x="547370" y="1101082"/>
                    <a:pt x="789600" y="1101082"/>
                    <a:pt x="941776" y="956293"/>
                  </a:cubicBezTo>
                  <a:cubicBezTo>
                    <a:pt x="1022621" y="879684"/>
                    <a:pt x="1067389" y="772513"/>
                    <a:pt x="1065093" y="661152"/>
                  </a:cubicBezTo>
                  <a:cubicBezTo>
                    <a:pt x="1061328" y="464849"/>
                    <a:pt x="1140541" y="276003"/>
                    <a:pt x="1279387" y="137156"/>
                  </a:cubicBezTo>
                  <a:lnTo>
                    <a:pt x="1319633" y="96910"/>
                  </a:lnTo>
                  <a:cubicBezTo>
                    <a:pt x="1340986" y="75699"/>
                    <a:pt x="1343567" y="41372"/>
                    <a:pt x="1323775" y="18858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25A7F38-70CB-1846-F61D-29DEDF5A8871}"/>
                </a:ext>
              </a:extLst>
            </p:cNvPr>
            <p:cNvSpPr/>
            <p:nvPr/>
          </p:nvSpPr>
          <p:spPr>
            <a:xfrm>
              <a:off x="8506462" y="3523326"/>
              <a:ext cx="1337154" cy="1065113"/>
            </a:xfrm>
            <a:custGeom>
              <a:avLst/>
              <a:gdLst>
                <a:gd name="connsiteX0" fmla="*/ 13379 w 1337154"/>
                <a:gd name="connsiteY0" fmla="*/ 1045655 h 1065113"/>
                <a:gd name="connsiteX1" fmla="*/ 92592 w 1337154"/>
                <a:gd name="connsiteY1" fmla="*/ 1050911 h 1065113"/>
                <a:gd name="connsiteX2" fmla="*/ 95291 w 1337154"/>
                <a:gd name="connsiteY2" fmla="*/ 1048378 h 1065113"/>
                <a:gd name="connsiteX3" fmla="*/ 137027 w 1337154"/>
                <a:gd name="connsiteY3" fmla="*/ 1006641 h 1065113"/>
                <a:gd name="connsiteX4" fmla="*/ 666018 w 1337154"/>
                <a:gd name="connsiteY4" fmla="*/ 792417 h 1065113"/>
                <a:gd name="connsiteX5" fmla="*/ 671061 w 1337154"/>
                <a:gd name="connsiteY5" fmla="*/ 792417 h 1065113"/>
                <a:gd name="connsiteX6" fmla="*/ 1200052 w 1337154"/>
                <a:gd name="connsiteY6" fmla="*/ 1006641 h 1065113"/>
                <a:gd name="connsiteX7" fmla="*/ 1241788 w 1337154"/>
                <a:gd name="connsiteY7" fmla="*/ 1048378 h 1065113"/>
                <a:gd name="connsiteX8" fmla="*/ 1321166 w 1337154"/>
                <a:gd name="connsiteY8" fmla="*/ 1048354 h 1065113"/>
                <a:gd name="connsiteX9" fmla="*/ 1323700 w 1337154"/>
                <a:gd name="connsiteY9" fmla="*/ 1045655 h 1065113"/>
                <a:gd name="connsiteX10" fmla="*/ 1319794 w 1337154"/>
                <a:gd name="connsiteY10" fmla="*/ 967674 h 1065113"/>
                <a:gd name="connsiteX11" fmla="*/ 1279548 w 1337154"/>
                <a:gd name="connsiteY11" fmla="*/ 927428 h 1065113"/>
                <a:gd name="connsiteX12" fmla="*/ 1065277 w 1337154"/>
                <a:gd name="connsiteY12" fmla="*/ 403433 h 1065113"/>
                <a:gd name="connsiteX13" fmla="*/ 941960 w 1337154"/>
                <a:gd name="connsiteY13" fmla="*/ 108292 h 1065113"/>
                <a:gd name="connsiteX14" fmla="*/ 395356 w 1337154"/>
                <a:gd name="connsiteY14" fmla="*/ 108292 h 1065113"/>
                <a:gd name="connsiteX15" fmla="*/ 272039 w 1337154"/>
                <a:gd name="connsiteY15" fmla="*/ 403433 h 1065113"/>
                <a:gd name="connsiteX16" fmla="*/ 57768 w 1337154"/>
                <a:gd name="connsiteY16" fmla="*/ 927428 h 1065113"/>
                <a:gd name="connsiteX17" fmla="*/ 17522 w 1337154"/>
                <a:gd name="connsiteY17" fmla="*/ 967674 h 1065113"/>
                <a:gd name="connsiteX18" fmla="*/ 13379 w 1337154"/>
                <a:gd name="connsiteY18" fmla="*/ 1045655 h 1065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7154" h="1065113">
                  <a:moveTo>
                    <a:pt x="13379" y="1045655"/>
                  </a:moveTo>
                  <a:cubicBezTo>
                    <a:pt x="33809" y="1068974"/>
                    <a:pt x="69273" y="1071341"/>
                    <a:pt x="92592" y="1050911"/>
                  </a:cubicBezTo>
                  <a:cubicBezTo>
                    <a:pt x="93515" y="1050106"/>
                    <a:pt x="94415" y="1049254"/>
                    <a:pt x="95291" y="1048378"/>
                  </a:cubicBezTo>
                  <a:lnTo>
                    <a:pt x="137027" y="1006641"/>
                  </a:lnTo>
                  <a:cubicBezTo>
                    <a:pt x="277105" y="866587"/>
                    <a:pt x="467940" y="791209"/>
                    <a:pt x="666018" y="792417"/>
                  </a:cubicBezTo>
                  <a:lnTo>
                    <a:pt x="671061" y="792417"/>
                  </a:lnTo>
                  <a:cubicBezTo>
                    <a:pt x="869139" y="791186"/>
                    <a:pt x="1059974" y="866587"/>
                    <a:pt x="1200052" y="1006641"/>
                  </a:cubicBezTo>
                  <a:lnTo>
                    <a:pt x="1241788" y="1048378"/>
                  </a:lnTo>
                  <a:cubicBezTo>
                    <a:pt x="1263710" y="1070300"/>
                    <a:pt x="1299244" y="1070276"/>
                    <a:pt x="1321166" y="1048354"/>
                  </a:cubicBezTo>
                  <a:cubicBezTo>
                    <a:pt x="1322043" y="1047478"/>
                    <a:pt x="1322895" y="1046579"/>
                    <a:pt x="1323700" y="1045655"/>
                  </a:cubicBezTo>
                  <a:cubicBezTo>
                    <a:pt x="1343420" y="1023213"/>
                    <a:pt x="1340911" y="988838"/>
                    <a:pt x="1319794" y="967674"/>
                  </a:cubicBezTo>
                  <a:lnTo>
                    <a:pt x="1279548" y="927428"/>
                  </a:lnTo>
                  <a:cubicBezTo>
                    <a:pt x="1140701" y="788582"/>
                    <a:pt x="1061512" y="599736"/>
                    <a:pt x="1065277" y="403433"/>
                  </a:cubicBezTo>
                  <a:cubicBezTo>
                    <a:pt x="1067549" y="292071"/>
                    <a:pt x="1022782" y="184924"/>
                    <a:pt x="941960" y="108292"/>
                  </a:cubicBezTo>
                  <a:cubicBezTo>
                    <a:pt x="789785" y="-36497"/>
                    <a:pt x="547531" y="-36497"/>
                    <a:pt x="395356" y="108292"/>
                  </a:cubicBezTo>
                  <a:cubicBezTo>
                    <a:pt x="314533" y="184924"/>
                    <a:pt x="269766" y="292071"/>
                    <a:pt x="272039" y="403433"/>
                  </a:cubicBezTo>
                  <a:cubicBezTo>
                    <a:pt x="275827" y="599736"/>
                    <a:pt x="196614" y="788582"/>
                    <a:pt x="57768" y="927428"/>
                  </a:cubicBezTo>
                  <a:lnTo>
                    <a:pt x="17522" y="967674"/>
                  </a:lnTo>
                  <a:cubicBezTo>
                    <a:pt x="-3761" y="988814"/>
                    <a:pt x="-6270" y="1023141"/>
                    <a:pt x="13379" y="1045655"/>
                  </a:cubicBezTo>
                  <a:close/>
                </a:path>
              </a:pathLst>
            </a:custGeom>
            <a:solidFill>
              <a:schemeClr val="tx2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49F90B4-CDF3-AC35-9E39-504AB66ADE0E}"/>
                </a:ext>
              </a:extLst>
            </p:cNvPr>
            <p:cNvSpPr/>
            <p:nvPr/>
          </p:nvSpPr>
          <p:spPr>
            <a:xfrm>
              <a:off x="9533621" y="3250385"/>
              <a:ext cx="1337203" cy="1065184"/>
            </a:xfrm>
            <a:custGeom>
              <a:avLst/>
              <a:gdLst>
                <a:gd name="connsiteX0" fmla="*/ 1323769 w 1337203"/>
                <a:gd name="connsiteY0" fmla="*/ 18858 h 1065184"/>
                <a:gd name="connsiteX1" fmla="*/ 1244557 w 1337203"/>
                <a:gd name="connsiteY1" fmla="*/ 13603 h 1065184"/>
                <a:gd name="connsiteX2" fmla="*/ 1241858 w 1337203"/>
                <a:gd name="connsiteY2" fmla="*/ 16135 h 1065184"/>
                <a:gd name="connsiteX3" fmla="*/ 1200121 w 1337203"/>
                <a:gd name="connsiteY3" fmla="*/ 57943 h 1065184"/>
                <a:gd name="connsiteX4" fmla="*/ 671131 w 1337203"/>
                <a:gd name="connsiteY4" fmla="*/ 272168 h 1065184"/>
                <a:gd name="connsiteX5" fmla="*/ 666088 w 1337203"/>
                <a:gd name="connsiteY5" fmla="*/ 272168 h 1065184"/>
                <a:gd name="connsiteX6" fmla="*/ 137097 w 1337203"/>
                <a:gd name="connsiteY6" fmla="*/ 57943 h 1065184"/>
                <a:gd name="connsiteX7" fmla="*/ 95360 w 1337203"/>
                <a:gd name="connsiteY7" fmla="*/ 16207 h 1065184"/>
                <a:gd name="connsiteX8" fmla="*/ 16006 w 1337203"/>
                <a:gd name="connsiteY8" fmla="*/ 16207 h 1065184"/>
                <a:gd name="connsiteX9" fmla="*/ 13473 w 1337203"/>
                <a:gd name="connsiteY9" fmla="*/ 18929 h 1065184"/>
                <a:gd name="connsiteX10" fmla="*/ 17379 w 1337203"/>
                <a:gd name="connsiteY10" fmla="*/ 96910 h 1065184"/>
                <a:gd name="connsiteX11" fmla="*/ 57625 w 1337203"/>
                <a:gd name="connsiteY11" fmla="*/ 137156 h 1065184"/>
                <a:gd name="connsiteX12" fmla="*/ 271920 w 1337203"/>
                <a:gd name="connsiteY12" fmla="*/ 661152 h 1065184"/>
                <a:gd name="connsiteX13" fmla="*/ 395212 w 1337203"/>
                <a:gd name="connsiteY13" fmla="*/ 956293 h 1065184"/>
                <a:gd name="connsiteX14" fmla="*/ 941817 w 1337203"/>
                <a:gd name="connsiteY14" fmla="*/ 956293 h 1065184"/>
                <a:gd name="connsiteX15" fmla="*/ 1065133 w 1337203"/>
                <a:gd name="connsiteY15" fmla="*/ 661152 h 1065184"/>
                <a:gd name="connsiteX16" fmla="*/ 1279405 w 1337203"/>
                <a:gd name="connsiteY16" fmla="*/ 137156 h 1065184"/>
                <a:gd name="connsiteX17" fmla="*/ 1319651 w 1337203"/>
                <a:gd name="connsiteY17" fmla="*/ 96910 h 1065184"/>
                <a:gd name="connsiteX18" fmla="*/ 1323769 w 1337203"/>
                <a:gd name="connsiteY18" fmla="*/ 18858 h 1065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7203" h="1065184">
                  <a:moveTo>
                    <a:pt x="1323769" y="18858"/>
                  </a:moveTo>
                  <a:cubicBezTo>
                    <a:pt x="1303339" y="-4461"/>
                    <a:pt x="1267876" y="-6828"/>
                    <a:pt x="1244557" y="13603"/>
                  </a:cubicBezTo>
                  <a:cubicBezTo>
                    <a:pt x="1243633" y="14407"/>
                    <a:pt x="1242734" y="15260"/>
                    <a:pt x="1241858" y="16135"/>
                  </a:cubicBezTo>
                  <a:lnTo>
                    <a:pt x="1200121" y="57943"/>
                  </a:lnTo>
                  <a:cubicBezTo>
                    <a:pt x="1060067" y="197998"/>
                    <a:pt x="869210" y="273375"/>
                    <a:pt x="671131" y="272168"/>
                  </a:cubicBezTo>
                  <a:lnTo>
                    <a:pt x="666088" y="272168"/>
                  </a:lnTo>
                  <a:cubicBezTo>
                    <a:pt x="468009" y="273399"/>
                    <a:pt x="277175" y="197998"/>
                    <a:pt x="137097" y="57943"/>
                  </a:cubicBezTo>
                  <a:lnTo>
                    <a:pt x="95360" y="16207"/>
                  </a:lnTo>
                  <a:cubicBezTo>
                    <a:pt x="73439" y="-5692"/>
                    <a:pt x="37928" y="-5692"/>
                    <a:pt x="16006" y="16207"/>
                  </a:cubicBezTo>
                  <a:cubicBezTo>
                    <a:pt x="15130" y="17083"/>
                    <a:pt x="14278" y="18006"/>
                    <a:pt x="13473" y="18929"/>
                  </a:cubicBezTo>
                  <a:cubicBezTo>
                    <a:pt x="-6271" y="41372"/>
                    <a:pt x="-3762" y="75746"/>
                    <a:pt x="17379" y="96910"/>
                  </a:cubicBezTo>
                  <a:lnTo>
                    <a:pt x="57625" y="137156"/>
                  </a:lnTo>
                  <a:cubicBezTo>
                    <a:pt x="196471" y="276003"/>
                    <a:pt x="275684" y="464849"/>
                    <a:pt x="271920" y="661152"/>
                  </a:cubicBezTo>
                  <a:cubicBezTo>
                    <a:pt x="269624" y="772513"/>
                    <a:pt x="314390" y="879661"/>
                    <a:pt x="395212" y="956293"/>
                  </a:cubicBezTo>
                  <a:cubicBezTo>
                    <a:pt x="547388" y="1101082"/>
                    <a:pt x="789641" y="1101082"/>
                    <a:pt x="941817" y="956293"/>
                  </a:cubicBezTo>
                  <a:cubicBezTo>
                    <a:pt x="1022663" y="879684"/>
                    <a:pt x="1067430" y="772513"/>
                    <a:pt x="1065133" y="661152"/>
                  </a:cubicBezTo>
                  <a:cubicBezTo>
                    <a:pt x="1061370" y="464849"/>
                    <a:pt x="1140558" y="276003"/>
                    <a:pt x="1279405" y="137156"/>
                  </a:cubicBezTo>
                  <a:lnTo>
                    <a:pt x="1319651" y="96910"/>
                  </a:lnTo>
                  <a:cubicBezTo>
                    <a:pt x="1340980" y="75699"/>
                    <a:pt x="1343490" y="41372"/>
                    <a:pt x="1323769" y="18858"/>
                  </a:cubicBezTo>
                  <a:close/>
                </a:path>
              </a:pathLst>
            </a:custGeom>
            <a:solidFill>
              <a:srgbClr val="AD362D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AC7D6CB-0069-26CE-82E1-02C159502291}"/>
                </a:ext>
              </a:extLst>
            </p:cNvPr>
            <p:cNvSpPr/>
            <p:nvPr/>
          </p:nvSpPr>
          <p:spPr>
            <a:xfrm>
              <a:off x="5424998" y="3250385"/>
              <a:ext cx="1337182" cy="1065113"/>
            </a:xfrm>
            <a:custGeom>
              <a:avLst/>
              <a:gdLst>
                <a:gd name="connsiteX0" fmla="*/ 1323737 w 1337182"/>
                <a:gd name="connsiteY0" fmla="*/ 18858 h 1065113"/>
                <a:gd name="connsiteX1" fmla="*/ 1244524 w 1337182"/>
                <a:gd name="connsiteY1" fmla="*/ 13603 h 1065113"/>
                <a:gd name="connsiteX2" fmla="*/ 1241825 w 1337182"/>
                <a:gd name="connsiteY2" fmla="*/ 16135 h 1065113"/>
                <a:gd name="connsiteX3" fmla="*/ 1200088 w 1337182"/>
                <a:gd name="connsiteY3" fmla="*/ 57943 h 1065113"/>
                <a:gd name="connsiteX4" fmla="*/ 671097 w 1337182"/>
                <a:gd name="connsiteY4" fmla="*/ 272168 h 1065113"/>
                <a:gd name="connsiteX5" fmla="*/ 666079 w 1337182"/>
                <a:gd name="connsiteY5" fmla="*/ 272168 h 1065113"/>
                <a:gd name="connsiteX6" fmla="*/ 137088 w 1337182"/>
                <a:gd name="connsiteY6" fmla="*/ 57943 h 1065113"/>
                <a:gd name="connsiteX7" fmla="*/ 95374 w 1337182"/>
                <a:gd name="connsiteY7" fmla="*/ 16135 h 1065113"/>
                <a:gd name="connsiteX8" fmla="*/ 15996 w 1337182"/>
                <a:gd name="connsiteY8" fmla="*/ 16159 h 1065113"/>
                <a:gd name="connsiteX9" fmla="*/ 13463 w 1337182"/>
                <a:gd name="connsiteY9" fmla="*/ 18858 h 1065113"/>
                <a:gd name="connsiteX10" fmla="*/ 17369 w 1337182"/>
                <a:gd name="connsiteY10" fmla="*/ 96840 h 1065113"/>
                <a:gd name="connsiteX11" fmla="*/ 57733 w 1337182"/>
                <a:gd name="connsiteY11" fmla="*/ 137085 h 1065113"/>
                <a:gd name="connsiteX12" fmla="*/ 272005 w 1337182"/>
                <a:gd name="connsiteY12" fmla="*/ 661081 h 1065113"/>
                <a:gd name="connsiteX13" fmla="*/ 395321 w 1337182"/>
                <a:gd name="connsiteY13" fmla="*/ 956222 h 1065113"/>
                <a:gd name="connsiteX14" fmla="*/ 941902 w 1337182"/>
                <a:gd name="connsiteY14" fmla="*/ 956222 h 1065113"/>
                <a:gd name="connsiteX15" fmla="*/ 1065218 w 1337182"/>
                <a:gd name="connsiteY15" fmla="*/ 661081 h 1065113"/>
                <a:gd name="connsiteX16" fmla="*/ 1279490 w 1337182"/>
                <a:gd name="connsiteY16" fmla="*/ 137085 h 1065113"/>
                <a:gd name="connsiteX17" fmla="*/ 1319735 w 1337182"/>
                <a:gd name="connsiteY17" fmla="*/ 96840 h 1065113"/>
                <a:gd name="connsiteX18" fmla="*/ 1323737 w 1337182"/>
                <a:gd name="connsiteY18" fmla="*/ 18858 h 1065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7182" h="1065113">
                  <a:moveTo>
                    <a:pt x="1323737" y="18858"/>
                  </a:moveTo>
                  <a:cubicBezTo>
                    <a:pt x="1303306" y="-4461"/>
                    <a:pt x="1267842" y="-6828"/>
                    <a:pt x="1244524" y="13603"/>
                  </a:cubicBezTo>
                  <a:cubicBezTo>
                    <a:pt x="1243601" y="14407"/>
                    <a:pt x="1242701" y="15260"/>
                    <a:pt x="1241825" y="16135"/>
                  </a:cubicBezTo>
                  <a:lnTo>
                    <a:pt x="1200088" y="57943"/>
                  </a:lnTo>
                  <a:cubicBezTo>
                    <a:pt x="1060034" y="197998"/>
                    <a:pt x="869176" y="273375"/>
                    <a:pt x="671097" y="272168"/>
                  </a:cubicBezTo>
                  <a:lnTo>
                    <a:pt x="666079" y="272168"/>
                  </a:lnTo>
                  <a:cubicBezTo>
                    <a:pt x="468000" y="273399"/>
                    <a:pt x="277142" y="197998"/>
                    <a:pt x="137088" y="57943"/>
                  </a:cubicBezTo>
                  <a:lnTo>
                    <a:pt x="95374" y="16135"/>
                  </a:lnTo>
                  <a:cubicBezTo>
                    <a:pt x="73453" y="-5786"/>
                    <a:pt x="37918" y="-5763"/>
                    <a:pt x="15996" y="16159"/>
                  </a:cubicBezTo>
                  <a:cubicBezTo>
                    <a:pt x="15121" y="17035"/>
                    <a:pt x="14268" y="17935"/>
                    <a:pt x="13463" y="18858"/>
                  </a:cubicBezTo>
                  <a:cubicBezTo>
                    <a:pt x="-6257" y="41301"/>
                    <a:pt x="-3771" y="75675"/>
                    <a:pt x="17369" y="96840"/>
                  </a:cubicBezTo>
                  <a:lnTo>
                    <a:pt x="57733" y="137085"/>
                  </a:lnTo>
                  <a:cubicBezTo>
                    <a:pt x="196556" y="275932"/>
                    <a:pt x="275769" y="464777"/>
                    <a:pt x="272005" y="661081"/>
                  </a:cubicBezTo>
                  <a:cubicBezTo>
                    <a:pt x="269708" y="772442"/>
                    <a:pt x="314475" y="879613"/>
                    <a:pt x="395321" y="956222"/>
                  </a:cubicBezTo>
                  <a:cubicBezTo>
                    <a:pt x="547496" y="1101011"/>
                    <a:pt x="789727" y="1101011"/>
                    <a:pt x="941902" y="956222"/>
                  </a:cubicBezTo>
                  <a:cubicBezTo>
                    <a:pt x="1022748" y="879613"/>
                    <a:pt x="1067515" y="772442"/>
                    <a:pt x="1065218" y="661081"/>
                  </a:cubicBezTo>
                  <a:cubicBezTo>
                    <a:pt x="1061455" y="464777"/>
                    <a:pt x="1140667" y="275932"/>
                    <a:pt x="1279490" y="137085"/>
                  </a:cubicBezTo>
                  <a:lnTo>
                    <a:pt x="1319735" y="96840"/>
                  </a:lnTo>
                  <a:cubicBezTo>
                    <a:pt x="1340947" y="75699"/>
                    <a:pt x="1343456" y="41372"/>
                    <a:pt x="1323737" y="18858"/>
                  </a:cubicBezTo>
                  <a:close/>
                </a:path>
              </a:pathLst>
            </a:custGeom>
            <a:solidFill>
              <a:schemeClr val="accent5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337B42B-6FC1-0D69-8FAE-47BAB89582B8}"/>
                </a:ext>
              </a:extLst>
            </p:cNvPr>
            <p:cNvSpPr/>
            <p:nvPr/>
          </p:nvSpPr>
          <p:spPr>
            <a:xfrm>
              <a:off x="7861047" y="3632628"/>
              <a:ext cx="573568" cy="573568"/>
            </a:xfrm>
            <a:custGeom>
              <a:avLst/>
              <a:gdLst>
                <a:gd name="connsiteX0" fmla="*/ 286855 w 573568"/>
                <a:gd name="connsiteY0" fmla="*/ 573269 h 573568"/>
                <a:gd name="connsiteX1" fmla="*/ 0 w 573568"/>
                <a:gd name="connsiteY1" fmla="*/ 286555 h 573568"/>
                <a:gd name="connsiteX2" fmla="*/ 286714 w 573568"/>
                <a:gd name="connsiteY2" fmla="*/ -300 h 573568"/>
                <a:gd name="connsiteX3" fmla="*/ 573569 w 573568"/>
                <a:gd name="connsiteY3" fmla="*/ 286413 h 573568"/>
                <a:gd name="connsiteX4" fmla="*/ 573569 w 573568"/>
                <a:gd name="connsiteY4" fmla="*/ 286484 h 573568"/>
                <a:gd name="connsiteX5" fmla="*/ 286855 w 573568"/>
                <a:gd name="connsiteY5" fmla="*/ 573269 h 57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568" h="573568">
                  <a:moveTo>
                    <a:pt x="286855" y="573269"/>
                  </a:moveTo>
                  <a:cubicBezTo>
                    <a:pt x="128478" y="573316"/>
                    <a:pt x="47" y="444933"/>
                    <a:pt x="0" y="286555"/>
                  </a:cubicBezTo>
                  <a:cubicBezTo>
                    <a:pt x="-47" y="128178"/>
                    <a:pt x="128336" y="-253"/>
                    <a:pt x="286714" y="-300"/>
                  </a:cubicBezTo>
                  <a:cubicBezTo>
                    <a:pt x="445091" y="-347"/>
                    <a:pt x="573521" y="128036"/>
                    <a:pt x="573569" y="286413"/>
                  </a:cubicBezTo>
                  <a:cubicBezTo>
                    <a:pt x="573569" y="286437"/>
                    <a:pt x="573569" y="286461"/>
                    <a:pt x="573569" y="286484"/>
                  </a:cubicBezTo>
                  <a:cubicBezTo>
                    <a:pt x="573403" y="444767"/>
                    <a:pt x="445138" y="573056"/>
                    <a:pt x="286855" y="573269"/>
                  </a:cubicBezTo>
                  <a:close/>
                </a:path>
              </a:pathLst>
            </a:custGeom>
            <a:solidFill>
              <a:schemeClr val="bg1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07</a:t>
              </a:r>
              <a:endPara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361638D-A91E-577A-9F02-F6E87BA9DC8A}"/>
                </a:ext>
              </a:extLst>
            </p:cNvPr>
            <p:cNvSpPr/>
            <p:nvPr/>
          </p:nvSpPr>
          <p:spPr>
            <a:xfrm>
              <a:off x="6817128" y="3615796"/>
              <a:ext cx="607232" cy="607232"/>
            </a:xfrm>
            <a:custGeom>
              <a:avLst/>
              <a:gdLst>
                <a:gd name="connsiteX0" fmla="*/ 607233 w 607232"/>
                <a:gd name="connsiteY0" fmla="*/ 303616 h 607232"/>
                <a:gd name="connsiteX1" fmla="*/ 303616 w 607232"/>
                <a:gd name="connsiteY1" fmla="*/ 607233 h 607232"/>
                <a:gd name="connsiteX2" fmla="*/ 0 w 607232"/>
                <a:gd name="connsiteY2" fmla="*/ 303616 h 607232"/>
                <a:gd name="connsiteX3" fmla="*/ 303616 w 607232"/>
                <a:gd name="connsiteY3" fmla="*/ 0 h 607232"/>
                <a:gd name="connsiteX4" fmla="*/ 607233 w 607232"/>
                <a:gd name="connsiteY4" fmla="*/ 303616 h 60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232" h="607232">
                  <a:moveTo>
                    <a:pt x="607233" y="303616"/>
                  </a:moveTo>
                  <a:cubicBezTo>
                    <a:pt x="607233" y="471299"/>
                    <a:pt x="471299" y="607233"/>
                    <a:pt x="303616" y="607233"/>
                  </a:cubicBezTo>
                  <a:cubicBezTo>
                    <a:pt x="135934" y="607233"/>
                    <a:pt x="0" y="471299"/>
                    <a:pt x="0" y="303616"/>
                  </a:cubicBezTo>
                  <a:cubicBezTo>
                    <a:pt x="0" y="135934"/>
                    <a:pt x="135934" y="0"/>
                    <a:pt x="303616" y="0"/>
                  </a:cubicBezTo>
                  <a:cubicBezTo>
                    <a:pt x="471299" y="0"/>
                    <a:pt x="607233" y="135934"/>
                    <a:pt x="607233" y="303616"/>
                  </a:cubicBezTo>
                  <a:close/>
                </a:path>
              </a:pathLst>
            </a:custGeom>
            <a:solidFill>
              <a:schemeClr val="bg1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06</a:t>
              </a:r>
              <a:endPara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155B725-313C-1CC6-96B6-3ED9FFF5F1FA}"/>
                </a:ext>
              </a:extLst>
            </p:cNvPr>
            <p:cNvSpPr/>
            <p:nvPr/>
          </p:nvSpPr>
          <p:spPr>
            <a:xfrm>
              <a:off x="9915434" y="3632628"/>
              <a:ext cx="573568" cy="573568"/>
            </a:xfrm>
            <a:custGeom>
              <a:avLst/>
              <a:gdLst>
                <a:gd name="connsiteX0" fmla="*/ 286808 w 573568"/>
                <a:gd name="connsiteY0" fmla="*/ 573269 h 573568"/>
                <a:gd name="connsiteX1" fmla="*/ 0 w 573568"/>
                <a:gd name="connsiteY1" fmla="*/ 286508 h 573568"/>
                <a:gd name="connsiteX2" fmla="*/ 286760 w 573568"/>
                <a:gd name="connsiteY2" fmla="*/ -300 h 573568"/>
                <a:gd name="connsiteX3" fmla="*/ 573569 w 573568"/>
                <a:gd name="connsiteY3" fmla="*/ 286461 h 573568"/>
                <a:gd name="connsiteX4" fmla="*/ 573569 w 573568"/>
                <a:gd name="connsiteY4" fmla="*/ 286484 h 573568"/>
                <a:gd name="connsiteX5" fmla="*/ 286808 w 573568"/>
                <a:gd name="connsiteY5" fmla="*/ 573269 h 57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568" h="573568">
                  <a:moveTo>
                    <a:pt x="286808" y="573269"/>
                  </a:moveTo>
                  <a:cubicBezTo>
                    <a:pt x="128430" y="573292"/>
                    <a:pt x="24" y="444886"/>
                    <a:pt x="0" y="286508"/>
                  </a:cubicBezTo>
                  <a:cubicBezTo>
                    <a:pt x="-24" y="128130"/>
                    <a:pt x="128383" y="-276"/>
                    <a:pt x="286760" y="-300"/>
                  </a:cubicBezTo>
                  <a:cubicBezTo>
                    <a:pt x="445138" y="-324"/>
                    <a:pt x="573544" y="128083"/>
                    <a:pt x="573569" y="286461"/>
                  </a:cubicBezTo>
                  <a:cubicBezTo>
                    <a:pt x="573569" y="286461"/>
                    <a:pt x="573569" y="286484"/>
                    <a:pt x="573569" y="286484"/>
                  </a:cubicBezTo>
                  <a:cubicBezTo>
                    <a:pt x="573403" y="444791"/>
                    <a:pt x="445114" y="573079"/>
                    <a:pt x="286808" y="573269"/>
                  </a:cubicBezTo>
                  <a:close/>
                </a:path>
              </a:pathLst>
            </a:custGeom>
            <a:solidFill>
              <a:schemeClr val="bg1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09</a:t>
              </a:r>
              <a:endPara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5FE0AA3-51A0-428F-F7EB-041FF2E42E44}"/>
                </a:ext>
              </a:extLst>
            </p:cNvPr>
            <p:cNvSpPr/>
            <p:nvPr/>
          </p:nvSpPr>
          <p:spPr>
            <a:xfrm>
              <a:off x="8871468" y="3615796"/>
              <a:ext cx="607232" cy="607232"/>
            </a:xfrm>
            <a:custGeom>
              <a:avLst/>
              <a:gdLst>
                <a:gd name="connsiteX0" fmla="*/ 607233 w 607232"/>
                <a:gd name="connsiteY0" fmla="*/ 303616 h 607232"/>
                <a:gd name="connsiteX1" fmla="*/ 303616 w 607232"/>
                <a:gd name="connsiteY1" fmla="*/ 607233 h 607232"/>
                <a:gd name="connsiteX2" fmla="*/ 0 w 607232"/>
                <a:gd name="connsiteY2" fmla="*/ 303616 h 607232"/>
                <a:gd name="connsiteX3" fmla="*/ 303616 w 607232"/>
                <a:gd name="connsiteY3" fmla="*/ 0 h 607232"/>
                <a:gd name="connsiteX4" fmla="*/ 607233 w 607232"/>
                <a:gd name="connsiteY4" fmla="*/ 303616 h 60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232" h="607232">
                  <a:moveTo>
                    <a:pt x="607233" y="303616"/>
                  </a:moveTo>
                  <a:cubicBezTo>
                    <a:pt x="607233" y="471299"/>
                    <a:pt x="471299" y="607233"/>
                    <a:pt x="303616" y="607233"/>
                  </a:cubicBezTo>
                  <a:cubicBezTo>
                    <a:pt x="135934" y="607233"/>
                    <a:pt x="0" y="471299"/>
                    <a:pt x="0" y="303616"/>
                  </a:cubicBezTo>
                  <a:cubicBezTo>
                    <a:pt x="0" y="135934"/>
                    <a:pt x="135934" y="0"/>
                    <a:pt x="303616" y="0"/>
                  </a:cubicBezTo>
                  <a:cubicBezTo>
                    <a:pt x="471299" y="0"/>
                    <a:pt x="607233" y="135934"/>
                    <a:pt x="607233" y="303616"/>
                  </a:cubicBezTo>
                  <a:close/>
                </a:path>
              </a:pathLst>
            </a:custGeom>
            <a:solidFill>
              <a:schemeClr val="bg1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08</a:t>
              </a:r>
              <a:endPara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C59981C-CCFD-1822-79E1-79347BA8A095}"/>
                </a:ext>
              </a:extLst>
            </p:cNvPr>
            <p:cNvSpPr/>
            <p:nvPr/>
          </p:nvSpPr>
          <p:spPr>
            <a:xfrm>
              <a:off x="5789969" y="3615796"/>
              <a:ext cx="607232" cy="607232"/>
            </a:xfrm>
            <a:custGeom>
              <a:avLst/>
              <a:gdLst>
                <a:gd name="connsiteX0" fmla="*/ 607232 w 607232"/>
                <a:gd name="connsiteY0" fmla="*/ 303616 h 607232"/>
                <a:gd name="connsiteX1" fmla="*/ 303616 w 607232"/>
                <a:gd name="connsiteY1" fmla="*/ 607233 h 607232"/>
                <a:gd name="connsiteX2" fmla="*/ 0 w 607232"/>
                <a:gd name="connsiteY2" fmla="*/ 303616 h 607232"/>
                <a:gd name="connsiteX3" fmla="*/ 303616 w 607232"/>
                <a:gd name="connsiteY3" fmla="*/ 0 h 607232"/>
                <a:gd name="connsiteX4" fmla="*/ 607232 w 607232"/>
                <a:gd name="connsiteY4" fmla="*/ 303616 h 60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232" h="607232">
                  <a:moveTo>
                    <a:pt x="607232" y="303616"/>
                  </a:moveTo>
                  <a:cubicBezTo>
                    <a:pt x="607232" y="471299"/>
                    <a:pt x="471299" y="607233"/>
                    <a:pt x="303616" y="607233"/>
                  </a:cubicBezTo>
                  <a:cubicBezTo>
                    <a:pt x="135933" y="607233"/>
                    <a:pt x="0" y="471299"/>
                    <a:pt x="0" y="303616"/>
                  </a:cubicBezTo>
                  <a:cubicBezTo>
                    <a:pt x="0" y="135934"/>
                    <a:pt x="135933" y="0"/>
                    <a:pt x="303616" y="0"/>
                  </a:cubicBezTo>
                  <a:cubicBezTo>
                    <a:pt x="471299" y="0"/>
                    <a:pt x="607232" y="135934"/>
                    <a:pt x="607232" y="303616"/>
                  </a:cubicBezTo>
                  <a:close/>
                </a:path>
              </a:pathLst>
            </a:custGeom>
            <a:solidFill>
              <a:schemeClr val="bg1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05</a:t>
              </a:r>
              <a:endPara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C497C66-D805-4F81-923F-E99A7029E4B0}"/>
                </a:ext>
              </a:extLst>
            </p:cNvPr>
            <p:cNvSpPr/>
            <p:nvPr/>
          </p:nvSpPr>
          <p:spPr>
            <a:xfrm>
              <a:off x="4762811" y="3615796"/>
              <a:ext cx="607232" cy="607232"/>
            </a:xfrm>
            <a:custGeom>
              <a:avLst/>
              <a:gdLst>
                <a:gd name="connsiteX0" fmla="*/ 607233 w 607232"/>
                <a:gd name="connsiteY0" fmla="*/ 303616 h 607232"/>
                <a:gd name="connsiteX1" fmla="*/ 303616 w 607232"/>
                <a:gd name="connsiteY1" fmla="*/ 607233 h 607232"/>
                <a:gd name="connsiteX2" fmla="*/ 0 w 607232"/>
                <a:gd name="connsiteY2" fmla="*/ 303616 h 607232"/>
                <a:gd name="connsiteX3" fmla="*/ 303616 w 607232"/>
                <a:gd name="connsiteY3" fmla="*/ 0 h 607232"/>
                <a:gd name="connsiteX4" fmla="*/ 607233 w 607232"/>
                <a:gd name="connsiteY4" fmla="*/ 303616 h 60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232" h="607232">
                  <a:moveTo>
                    <a:pt x="607233" y="303616"/>
                  </a:moveTo>
                  <a:cubicBezTo>
                    <a:pt x="607233" y="471299"/>
                    <a:pt x="471299" y="607233"/>
                    <a:pt x="303616" y="607233"/>
                  </a:cubicBezTo>
                  <a:cubicBezTo>
                    <a:pt x="135934" y="607233"/>
                    <a:pt x="0" y="471299"/>
                    <a:pt x="0" y="303616"/>
                  </a:cubicBezTo>
                  <a:cubicBezTo>
                    <a:pt x="0" y="135934"/>
                    <a:pt x="135934" y="0"/>
                    <a:pt x="303616" y="0"/>
                  </a:cubicBezTo>
                  <a:cubicBezTo>
                    <a:pt x="471299" y="0"/>
                    <a:pt x="607233" y="135934"/>
                    <a:pt x="607233" y="303616"/>
                  </a:cubicBezTo>
                  <a:close/>
                </a:path>
              </a:pathLst>
            </a:custGeom>
            <a:solidFill>
              <a:schemeClr val="bg1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04</a:t>
              </a:r>
              <a:endPara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5B1B8AB-AE46-E065-B7EF-540EF6956FD5}"/>
                </a:ext>
              </a:extLst>
            </p:cNvPr>
            <p:cNvSpPr/>
            <p:nvPr/>
          </p:nvSpPr>
          <p:spPr>
            <a:xfrm>
              <a:off x="3735653" y="3615796"/>
              <a:ext cx="607232" cy="607232"/>
            </a:xfrm>
            <a:custGeom>
              <a:avLst/>
              <a:gdLst>
                <a:gd name="connsiteX0" fmla="*/ 607233 w 607232"/>
                <a:gd name="connsiteY0" fmla="*/ 303616 h 607232"/>
                <a:gd name="connsiteX1" fmla="*/ 303616 w 607232"/>
                <a:gd name="connsiteY1" fmla="*/ 607233 h 607232"/>
                <a:gd name="connsiteX2" fmla="*/ 0 w 607232"/>
                <a:gd name="connsiteY2" fmla="*/ 303616 h 607232"/>
                <a:gd name="connsiteX3" fmla="*/ 303616 w 607232"/>
                <a:gd name="connsiteY3" fmla="*/ 0 h 607232"/>
                <a:gd name="connsiteX4" fmla="*/ 607233 w 607232"/>
                <a:gd name="connsiteY4" fmla="*/ 303616 h 60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232" h="607232">
                  <a:moveTo>
                    <a:pt x="607233" y="303616"/>
                  </a:moveTo>
                  <a:cubicBezTo>
                    <a:pt x="607233" y="471299"/>
                    <a:pt x="471299" y="607233"/>
                    <a:pt x="303616" y="607233"/>
                  </a:cubicBezTo>
                  <a:cubicBezTo>
                    <a:pt x="135934" y="607233"/>
                    <a:pt x="0" y="471299"/>
                    <a:pt x="0" y="303616"/>
                  </a:cubicBezTo>
                  <a:cubicBezTo>
                    <a:pt x="0" y="135934"/>
                    <a:pt x="135934" y="0"/>
                    <a:pt x="303616" y="0"/>
                  </a:cubicBezTo>
                  <a:cubicBezTo>
                    <a:pt x="471299" y="0"/>
                    <a:pt x="607233" y="135934"/>
                    <a:pt x="607233" y="303616"/>
                  </a:cubicBezTo>
                  <a:close/>
                </a:path>
              </a:pathLst>
            </a:custGeom>
            <a:solidFill>
              <a:schemeClr val="bg1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03</a:t>
              </a:r>
              <a:endPara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FFEF5EE-E499-6042-0318-59016EA761DC}"/>
                </a:ext>
              </a:extLst>
            </p:cNvPr>
            <p:cNvSpPr/>
            <p:nvPr/>
          </p:nvSpPr>
          <p:spPr>
            <a:xfrm>
              <a:off x="2708495" y="3615796"/>
              <a:ext cx="607232" cy="607232"/>
            </a:xfrm>
            <a:custGeom>
              <a:avLst/>
              <a:gdLst>
                <a:gd name="connsiteX0" fmla="*/ 607233 w 607232"/>
                <a:gd name="connsiteY0" fmla="*/ 303616 h 607232"/>
                <a:gd name="connsiteX1" fmla="*/ 303616 w 607232"/>
                <a:gd name="connsiteY1" fmla="*/ 607233 h 607232"/>
                <a:gd name="connsiteX2" fmla="*/ 0 w 607232"/>
                <a:gd name="connsiteY2" fmla="*/ 303616 h 607232"/>
                <a:gd name="connsiteX3" fmla="*/ 303616 w 607232"/>
                <a:gd name="connsiteY3" fmla="*/ 0 h 607232"/>
                <a:gd name="connsiteX4" fmla="*/ 607233 w 607232"/>
                <a:gd name="connsiteY4" fmla="*/ 303616 h 60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232" h="607232">
                  <a:moveTo>
                    <a:pt x="607233" y="303616"/>
                  </a:moveTo>
                  <a:cubicBezTo>
                    <a:pt x="607233" y="471299"/>
                    <a:pt x="471299" y="607233"/>
                    <a:pt x="303616" y="607233"/>
                  </a:cubicBezTo>
                  <a:cubicBezTo>
                    <a:pt x="135934" y="607233"/>
                    <a:pt x="0" y="471299"/>
                    <a:pt x="0" y="303616"/>
                  </a:cubicBezTo>
                  <a:cubicBezTo>
                    <a:pt x="0" y="135934"/>
                    <a:pt x="135934" y="0"/>
                    <a:pt x="303616" y="0"/>
                  </a:cubicBezTo>
                  <a:cubicBezTo>
                    <a:pt x="471299" y="0"/>
                    <a:pt x="607233" y="135934"/>
                    <a:pt x="607233" y="303616"/>
                  </a:cubicBezTo>
                  <a:close/>
                </a:path>
              </a:pathLst>
            </a:custGeom>
            <a:solidFill>
              <a:schemeClr val="bg1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02</a:t>
              </a:r>
              <a:endPara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501B0A7-C78F-D8FD-5A22-3CBAC3B65020}"/>
                </a:ext>
              </a:extLst>
            </p:cNvPr>
            <p:cNvSpPr/>
            <p:nvPr/>
          </p:nvSpPr>
          <p:spPr>
            <a:xfrm>
              <a:off x="1681313" y="3615796"/>
              <a:ext cx="607232" cy="607232"/>
            </a:xfrm>
            <a:custGeom>
              <a:avLst/>
              <a:gdLst>
                <a:gd name="connsiteX0" fmla="*/ 607233 w 607232"/>
                <a:gd name="connsiteY0" fmla="*/ 303616 h 607232"/>
                <a:gd name="connsiteX1" fmla="*/ 303616 w 607232"/>
                <a:gd name="connsiteY1" fmla="*/ 607233 h 607232"/>
                <a:gd name="connsiteX2" fmla="*/ 0 w 607232"/>
                <a:gd name="connsiteY2" fmla="*/ 303616 h 607232"/>
                <a:gd name="connsiteX3" fmla="*/ 303616 w 607232"/>
                <a:gd name="connsiteY3" fmla="*/ 0 h 607232"/>
                <a:gd name="connsiteX4" fmla="*/ 607233 w 607232"/>
                <a:gd name="connsiteY4" fmla="*/ 303616 h 60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232" h="607232">
                  <a:moveTo>
                    <a:pt x="607233" y="303616"/>
                  </a:moveTo>
                  <a:cubicBezTo>
                    <a:pt x="607233" y="471299"/>
                    <a:pt x="471299" y="607233"/>
                    <a:pt x="303616" y="607233"/>
                  </a:cubicBezTo>
                  <a:cubicBezTo>
                    <a:pt x="135934" y="607233"/>
                    <a:pt x="0" y="471299"/>
                    <a:pt x="0" y="303616"/>
                  </a:cubicBezTo>
                  <a:cubicBezTo>
                    <a:pt x="0" y="135934"/>
                    <a:pt x="135934" y="0"/>
                    <a:pt x="303616" y="0"/>
                  </a:cubicBezTo>
                  <a:cubicBezTo>
                    <a:pt x="471299" y="0"/>
                    <a:pt x="607233" y="135934"/>
                    <a:pt x="607233" y="303616"/>
                  </a:cubicBezTo>
                  <a:close/>
                </a:path>
              </a:pathLst>
            </a:custGeom>
            <a:solidFill>
              <a:schemeClr val="bg1"/>
            </a:solidFill>
            <a:ln w="23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01</a:t>
              </a:r>
              <a:endPara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5C2D1E3-A9A5-BB2C-CFBB-7A6644170580}"/>
                </a:ext>
              </a:extLst>
            </p:cNvPr>
            <p:cNvSpPr txBox="1"/>
            <p:nvPr/>
          </p:nvSpPr>
          <p:spPr>
            <a:xfrm>
              <a:off x="1316326" y="2454587"/>
              <a:ext cx="1291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Digital </a:t>
              </a:r>
            </a:p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Protection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B5E4522-DDCD-8B77-3217-40BAFAA5038A}"/>
                </a:ext>
              </a:extLst>
            </p:cNvPr>
            <p:cNvSpPr txBox="1"/>
            <p:nvPr/>
          </p:nvSpPr>
          <p:spPr>
            <a:xfrm>
              <a:off x="3390644" y="2528098"/>
              <a:ext cx="1291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Comprehensive Scope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804E76A-7514-8CEF-E824-823D474B3228}"/>
                </a:ext>
              </a:extLst>
            </p:cNvPr>
            <p:cNvSpPr txBox="1"/>
            <p:nvPr/>
          </p:nvSpPr>
          <p:spPr>
            <a:xfrm>
              <a:off x="5447792" y="2487704"/>
              <a:ext cx="1291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Cyber</a:t>
              </a:r>
            </a:p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Threats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7B3FBD5-AE25-2ACE-F38F-6FE8552E0E78}"/>
                </a:ext>
              </a:extLst>
            </p:cNvPr>
            <p:cNvSpPr txBox="1"/>
            <p:nvPr/>
          </p:nvSpPr>
          <p:spPr>
            <a:xfrm>
              <a:off x="7502038" y="2487704"/>
              <a:ext cx="1291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Defence</a:t>
              </a:r>
            </a:p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Strategies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5BFA7AC-D2A6-42FE-4AF0-E6A1088612CC}"/>
                </a:ext>
              </a:extLst>
            </p:cNvPr>
            <p:cNvSpPr txBox="1"/>
            <p:nvPr/>
          </p:nvSpPr>
          <p:spPr>
            <a:xfrm>
              <a:off x="6397201" y="4805903"/>
              <a:ext cx="14207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 </a:t>
              </a:r>
              <a:b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Safeguarding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60F2736-74C4-D8ED-AF5F-49B98E862B7B}"/>
                </a:ext>
              </a:extLst>
            </p:cNvPr>
            <p:cNvSpPr txBox="1"/>
            <p:nvPr/>
          </p:nvSpPr>
          <p:spPr>
            <a:xfrm>
              <a:off x="8467221" y="4839149"/>
              <a:ext cx="14207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Proactive</a:t>
              </a:r>
            </a:p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Monitoring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9A14AF8-DAC1-C570-D64B-513AEB207546}"/>
                </a:ext>
              </a:extLst>
            </p:cNvPr>
            <p:cNvSpPr txBox="1"/>
            <p:nvPr/>
          </p:nvSpPr>
          <p:spPr>
            <a:xfrm>
              <a:off x="2368864" y="4839102"/>
              <a:ext cx="1291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Access Prevention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565D60C-27CF-5DD5-E753-E2F506B2DE7C}"/>
                </a:ext>
              </a:extLst>
            </p:cNvPr>
            <p:cNvSpPr txBox="1"/>
            <p:nvPr/>
          </p:nvSpPr>
          <p:spPr>
            <a:xfrm>
              <a:off x="4342885" y="4844601"/>
              <a:ext cx="14207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Security Domains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98CCB7E-38EA-4D13-7985-CCB6D88FF5A4}"/>
                </a:ext>
              </a:extLst>
            </p:cNvPr>
            <p:cNvSpPr txBox="1"/>
            <p:nvPr/>
          </p:nvSpPr>
          <p:spPr>
            <a:xfrm>
              <a:off x="9558793" y="2454588"/>
              <a:ext cx="1291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Continuous </a:t>
              </a:r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Evolution </a:t>
              </a:r>
              <a:endParaRPr lang="en-I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247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8F8AFB-9629-BF52-4E87-CF02645EE077}"/>
              </a:ext>
            </a:extLst>
          </p:cNvPr>
          <p:cNvSpPr txBox="1"/>
          <p:nvPr/>
        </p:nvSpPr>
        <p:spPr>
          <a:xfrm>
            <a:off x="0" y="340476"/>
            <a:ext cx="1219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i="0" dirty="0">
                <a:solidFill>
                  <a:srgbClr val="1F1F1F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Cyber Security</a:t>
            </a:r>
            <a:endParaRPr lang="en-IN" sz="40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IN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IN" sz="40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095" name="Group 3094">
            <a:extLst>
              <a:ext uri="{FF2B5EF4-FFF2-40B4-BE49-F238E27FC236}">
                <a16:creationId xmlns:a16="http://schemas.microsoft.com/office/drawing/2014/main" id="{50C03035-DE04-2A87-9C1F-E1CAEA541CBA}"/>
              </a:ext>
            </a:extLst>
          </p:cNvPr>
          <p:cNvGrpSpPr/>
          <p:nvPr/>
        </p:nvGrpSpPr>
        <p:grpSpPr>
          <a:xfrm>
            <a:off x="3169102" y="1393372"/>
            <a:ext cx="5853794" cy="5268669"/>
            <a:chOff x="3397626" y="1189211"/>
            <a:chExt cx="5396749" cy="5396747"/>
          </a:xfrm>
        </p:grpSpPr>
        <p:grpSp>
          <p:nvGrpSpPr>
            <p:cNvPr id="3092" name="Group 3091">
              <a:extLst>
                <a:ext uri="{FF2B5EF4-FFF2-40B4-BE49-F238E27FC236}">
                  <a16:creationId xmlns:a16="http://schemas.microsoft.com/office/drawing/2014/main" id="{1C95CB7C-2B71-793C-523E-E9B811C9892E}"/>
                </a:ext>
              </a:extLst>
            </p:cNvPr>
            <p:cNvGrpSpPr/>
            <p:nvPr/>
          </p:nvGrpSpPr>
          <p:grpSpPr>
            <a:xfrm>
              <a:off x="3397626" y="1189211"/>
              <a:ext cx="5396749" cy="5396747"/>
              <a:chOff x="3397626" y="1189211"/>
              <a:chExt cx="5396749" cy="5396747"/>
            </a:xfrm>
          </p:grpSpPr>
          <p:grpSp>
            <p:nvGrpSpPr>
              <p:cNvPr id="12" name="Graphic 2">
                <a:extLst>
                  <a:ext uri="{FF2B5EF4-FFF2-40B4-BE49-F238E27FC236}">
                    <a16:creationId xmlns:a16="http://schemas.microsoft.com/office/drawing/2014/main" id="{CB09920E-5ECB-545E-C2EB-B9DBD3747AE9}"/>
                  </a:ext>
                </a:extLst>
              </p:cNvPr>
              <p:cNvGrpSpPr/>
              <p:nvPr/>
            </p:nvGrpSpPr>
            <p:grpSpPr>
              <a:xfrm>
                <a:off x="3397626" y="1189211"/>
                <a:ext cx="5396749" cy="5396747"/>
                <a:chOff x="3944815" y="1839196"/>
                <a:chExt cx="4305070" cy="4305070"/>
              </a:xfrm>
            </p:grpSpPr>
            <p:grpSp>
              <p:nvGrpSpPr>
                <p:cNvPr id="13" name="Graphic 2">
                  <a:extLst>
                    <a:ext uri="{FF2B5EF4-FFF2-40B4-BE49-F238E27FC236}">
                      <a16:creationId xmlns:a16="http://schemas.microsoft.com/office/drawing/2014/main" id="{3EF0E407-2BBD-38A1-C775-40877AEB688E}"/>
                    </a:ext>
                  </a:extLst>
                </p:cNvPr>
                <p:cNvGrpSpPr/>
                <p:nvPr/>
              </p:nvGrpSpPr>
              <p:grpSpPr>
                <a:xfrm>
                  <a:off x="3944815" y="3485383"/>
                  <a:ext cx="1182536" cy="1107194"/>
                  <a:chOff x="3944815" y="3485383"/>
                  <a:chExt cx="1182536" cy="1107194"/>
                </a:xfrm>
                <a:solidFill>
                  <a:srgbClr val="1B998B"/>
                </a:solidFill>
              </p:grpSpPr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69D6B4D3-0063-DE4F-5013-129A36707E7E}"/>
                      </a:ext>
                    </a:extLst>
                  </p:cNvPr>
                  <p:cNvSpPr/>
                  <p:nvPr/>
                </p:nvSpPr>
                <p:spPr>
                  <a:xfrm>
                    <a:off x="3944815" y="3485383"/>
                    <a:ext cx="1012696" cy="1012696"/>
                  </a:xfrm>
                  <a:custGeom>
                    <a:avLst/>
                    <a:gdLst>
                      <a:gd name="connsiteX0" fmla="*/ 1012670 w 1012696"/>
                      <a:gd name="connsiteY0" fmla="*/ 506322 h 1012696"/>
                      <a:gd name="connsiteX1" fmla="*/ 506322 w 1012696"/>
                      <a:gd name="connsiteY1" fmla="*/ 1012670 h 1012696"/>
                      <a:gd name="connsiteX2" fmla="*/ -27 w 1012696"/>
                      <a:gd name="connsiteY2" fmla="*/ 506322 h 1012696"/>
                      <a:gd name="connsiteX3" fmla="*/ 506322 w 1012696"/>
                      <a:gd name="connsiteY3" fmla="*/ -27 h 1012696"/>
                      <a:gd name="connsiteX4" fmla="*/ 1012670 w 1012696"/>
                      <a:gd name="connsiteY4" fmla="*/ 506322 h 1012696"/>
                      <a:gd name="connsiteX5" fmla="*/ 125186 w 1012696"/>
                      <a:gd name="connsiteY5" fmla="*/ 506322 h 1012696"/>
                      <a:gd name="connsiteX6" fmla="*/ 506129 w 1012696"/>
                      <a:gd name="connsiteY6" fmla="*/ 887265 h 1012696"/>
                      <a:gd name="connsiteX7" fmla="*/ 887072 w 1012696"/>
                      <a:gd name="connsiteY7" fmla="*/ 506322 h 1012696"/>
                      <a:gd name="connsiteX8" fmla="*/ 506129 w 1012696"/>
                      <a:gd name="connsiteY8" fmla="*/ 125379 h 1012696"/>
                      <a:gd name="connsiteX9" fmla="*/ 125379 w 1012696"/>
                      <a:gd name="connsiteY9" fmla="*/ 506322 h 10126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12696" h="1012696">
                        <a:moveTo>
                          <a:pt x="1012670" y="506322"/>
                        </a:moveTo>
                        <a:cubicBezTo>
                          <a:pt x="1012670" y="785966"/>
                          <a:pt x="785966" y="1012670"/>
                          <a:pt x="506322" y="1012670"/>
                        </a:cubicBezTo>
                        <a:cubicBezTo>
                          <a:pt x="226673" y="1012670"/>
                          <a:pt x="-27" y="785966"/>
                          <a:pt x="-27" y="506322"/>
                        </a:cubicBezTo>
                        <a:cubicBezTo>
                          <a:pt x="-27" y="226677"/>
                          <a:pt x="226673" y="-27"/>
                          <a:pt x="506322" y="-27"/>
                        </a:cubicBezTo>
                        <a:cubicBezTo>
                          <a:pt x="785841" y="292"/>
                          <a:pt x="1012352" y="226803"/>
                          <a:pt x="1012670" y="506322"/>
                        </a:cubicBezTo>
                        <a:close/>
                        <a:moveTo>
                          <a:pt x="125186" y="506322"/>
                        </a:moveTo>
                        <a:cubicBezTo>
                          <a:pt x="125186" y="716713"/>
                          <a:pt x="295740" y="887265"/>
                          <a:pt x="506129" y="887265"/>
                        </a:cubicBezTo>
                        <a:cubicBezTo>
                          <a:pt x="716520" y="887265"/>
                          <a:pt x="887072" y="716713"/>
                          <a:pt x="887072" y="506322"/>
                        </a:cubicBezTo>
                        <a:cubicBezTo>
                          <a:pt x="887072" y="295930"/>
                          <a:pt x="716520" y="125379"/>
                          <a:pt x="506129" y="125379"/>
                        </a:cubicBezTo>
                        <a:cubicBezTo>
                          <a:pt x="295903" y="125697"/>
                          <a:pt x="125591" y="296094"/>
                          <a:pt x="125379" y="506322"/>
                        </a:cubicBezTo>
                        <a:close/>
                      </a:path>
                    </a:pathLst>
                  </a:custGeom>
                  <a:solidFill>
                    <a:srgbClr val="7030A0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  <p:sp>
                <p:nvSpPr>
                  <p:cNvPr id="15" name="Freeform: Shape 14">
                    <a:extLst>
                      <a:ext uri="{FF2B5EF4-FFF2-40B4-BE49-F238E27FC236}">
                        <a16:creationId xmlns:a16="http://schemas.microsoft.com/office/drawing/2014/main" id="{1E3C988F-D527-074E-A6D0-B58360EB8C3D}"/>
                      </a:ext>
                    </a:extLst>
                  </p:cNvPr>
                  <p:cNvSpPr/>
                  <p:nvPr/>
                </p:nvSpPr>
                <p:spPr>
                  <a:xfrm>
                    <a:off x="4861974" y="3987931"/>
                    <a:ext cx="265377" cy="604646"/>
                  </a:xfrm>
                  <a:custGeom>
                    <a:avLst/>
                    <a:gdLst>
                      <a:gd name="connsiteX0" fmla="*/ 102902 w 265377"/>
                      <a:gd name="connsiteY0" fmla="*/ 572015 h 604646"/>
                      <a:gd name="connsiteX1" fmla="*/ 265350 w 265377"/>
                      <a:gd name="connsiteY1" fmla="*/ 604620 h 604646"/>
                      <a:gd name="connsiteX2" fmla="*/ 91712 w 265377"/>
                      <a:gd name="connsiteY2" fmla="*/ -27 h 604646"/>
                      <a:gd name="connsiteX3" fmla="*/ -27 w 265377"/>
                      <a:gd name="connsiteY3" fmla="*/ 290142 h 604646"/>
                      <a:gd name="connsiteX4" fmla="*/ 102902 w 265377"/>
                      <a:gd name="connsiteY4" fmla="*/ 572015 h 6046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377" h="604646">
                        <a:moveTo>
                          <a:pt x="102902" y="572015"/>
                        </a:moveTo>
                        <a:cubicBezTo>
                          <a:pt x="158312" y="575188"/>
                          <a:pt x="213008" y="586166"/>
                          <a:pt x="265350" y="604620"/>
                        </a:cubicBezTo>
                        <a:cubicBezTo>
                          <a:pt x="151569" y="423496"/>
                          <a:pt x="91365" y="213867"/>
                          <a:pt x="91712" y="-27"/>
                        </a:cubicBezTo>
                        <a:cubicBezTo>
                          <a:pt x="91799" y="103847"/>
                          <a:pt x="59753" y="205194"/>
                          <a:pt x="-27" y="290142"/>
                        </a:cubicBezTo>
                        <a:cubicBezTo>
                          <a:pt x="22884" y="387881"/>
                          <a:pt x="57447" y="482514"/>
                          <a:pt x="102902" y="572015"/>
                        </a:cubicBezTo>
                        <a:close/>
                      </a:path>
                    </a:pathLst>
                  </a:custGeom>
                  <a:solidFill>
                    <a:srgbClr val="7030A0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</p:grpSp>
            <p:grpSp>
              <p:nvGrpSpPr>
                <p:cNvPr id="16" name="Graphic 2">
                  <a:extLst>
                    <a:ext uri="{FF2B5EF4-FFF2-40B4-BE49-F238E27FC236}">
                      <a16:creationId xmlns:a16="http://schemas.microsoft.com/office/drawing/2014/main" id="{3782444F-C284-1114-296A-F3BB6755795F}"/>
                    </a:ext>
                  </a:extLst>
                </p:cNvPr>
                <p:cNvGrpSpPr/>
                <p:nvPr/>
              </p:nvGrpSpPr>
              <p:grpSpPr>
                <a:xfrm>
                  <a:off x="4426998" y="4649603"/>
                  <a:ext cx="1411207" cy="1012498"/>
                  <a:chOff x="4426998" y="4649603"/>
                  <a:chExt cx="1411207" cy="1012498"/>
                </a:xfrm>
                <a:solidFill>
                  <a:srgbClr val="99C927"/>
                </a:solidFill>
              </p:grpSpPr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D18F4F14-B654-1F06-44B0-6A74A97985D1}"/>
                      </a:ext>
                    </a:extLst>
                  </p:cNvPr>
                  <p:cNvSpPr/>
                  <p:nvPr/>
                </p:nvSpPr>
                <p:spPr>
                  <a:xfrm>
                    <a:off x="4426998" y="4649603"/>
                    <a:ext cx="1012695" cy="1012498"/>
                  </a:xfrm>
                  <a:custGeom>
                    <a:avLst/>
                    <a:gdLst>
                      <a:gd name="connsiteX0" fmla="*/ 864354 w 1012695"/>
                      <a:gd name="connsiteY0" fmla="*/ 148072 h 1012498"/>
                      <a:gd name="connsiteX1" fmla="*/ 864373 w 1012695"/>
                      <a:gd name="connsiteY1" fmla="*/ 864157 h 1012498"/>
                      <a:gd name="connsiteX2" fmla="*/ 148289 w 1012695"/>
                      <a:gd name="connsiteY2" fmla="*/ 864176 h 1012498"/>
                      <a:gd name="connsiteX3" fmla="*/ 148269 w 1012695"/>
                      <a:gd name="connsiteY3" fmla="*/ 148092 h 1012498"/>
                      <a:gd name="connsiteX4" fmla="*/ 148289 w 1012695"/>
                      <a:gd name="connsiteY4" fmla="*/ 148072 h 1012498"/>
                      <a:gd name="connsiteX5" fmla="*/ 864354 w 1012695"/>
                      <a:gd name="connsiteY5" fmla="*/ 148072 h 1012498"/>
                      <a:gd name="connsiteX6" fmla="*/ 237327 w 1012695"/>
                      <a:gd name="connsiteY6" fmla="*/ 775099 h 1012498"/>
                      <a:gd name="connsiteX7" fmla="*/ 776059 w 1012695"/>
                      <a:gd name="connsiteY7" fmla="*/ 775070 h 1012498"/>
                      <a:gd name="connsiteX8" fmla="*/ 776040 w 1012695"/>
                      <a:gd name="connsiteY8" fmla="*/ 236338 h 1012498"/>
                      <a:gd name="connsiteX9" fmla="*/ 237327 w 1012695"/>
                      <a:gd name="connsiteY9" fmla="*/ 236338 h 1012498"/>
                      <a:gd name="connsiteX10" fmla="*/ 236941 w 1012695"/>
                      <a:gd name="connsiteY10" fmla="*/ 775485 h 10124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012695" h="1012498">
                        <a:moveTo>
                          <a:pt x="864354" y="148072"/>
                        </a:moveTo>
                        <a:cubicBezTo>
                          <a:pt x="1062099" y="345808"/>
                          <a:pt x="1062109" y="666411"/>
                          <a:pt x="864373" y="864157"/>
                        </a:cubicBezTo>
                        <a:cubicBezTo>
                          <a:pt x="666638" y="1061902"/>
                          <a:pt x="346034" y="1061911"/>
                          <a:pt x="148289" y="864176"/>
                        </a:cubicBezTo>
                        <a:cubicBezTo>
                          <a:pt x="-49458" y="666440"/>
                          <a:pt x="-49466" y="345837"/>
                          <a:pt x="148269" y="148092"/>
                        </a:cubicBezTo>
                        <a:cubicBezTo>
                          <a:pt x="148276" y="148082"/>
                          <a:pt x="148282" y="148082"/>
                          <a:pt x="148289" y="148072"/>
                        </a:cubicBezTo>
                        <a:cubicBezTo>
                          <a:pt x="346140" y="-49393"/>
                          <a:pt x="666503" y="-49393"/>
                          <a:pt x="864354" y="148072"/>
                        </a:cubicBezTo>
                        <a:close/>
                        <a:moveTo>
                          <a:pt x="237327" y="775099"/>
                        </a:moveTo>
                        <a:cubicBezTo>
                          <a:pt x="386106" y="923859"/>
                          <a:pt x="627299" y="923849"/>
                          <a:pt x="776059" y="775070"/>
                        </a:cubicBezTo>
                        <a:cubicBezTo>
                          <a:pt x="924819" y="626301"/>
                          <a:pt x="924809" y="385098"/>
                          <a:pt x="776040" y="236338"/>
                        </a:cubicBezTo>
                        <a:cubicBezTo>
                          <a:pt x="627270" y="87588"/>
                          <a:pt x="386087" y="87588"/>
                          <a:pt x="237327" y="236338"/>
                        </a:cubicBezTo>
                        <a:cubicBezTo>
                          <a:pt x="88392" y="385137"/>
                          <a:pt x="88219" y="626475"/>
                          <a:pt x="236941" y="775485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EB727E49-D2A2-C121-3F44-8882FCE35D3D}"/>
                      </a:ext>
                    </a:extLst>
                  </p:cNvPr>
                  <p:cNvSpPr/>
                  <p:nvPr/>
                </p:nvSpPr>
                <p:spPr>
                  <a:xfrm>
                    <a:off x="5287579" y="4797702"/>
                    <a:ext cx="550626" cy="396281"/>
                  </a:xfrm>
                  <a:custGeom>
                    <a:avLst/>
                    <a:gdLst>
                      <a:gd name="connsiteX0" fmla="*/ 412653 w 550626"/>
                      <a:gd name="connsiteY0" fmla="*/ 396254 h 396281"/>
                      <a:gd name="connsiteX1" fmla="*/ 550599 w 550626"/>
                      <a:gd name="connsiteY1" fmla="*/ 304515 h 396281"/>
                      <a:gd name="connsiteX2" fmla="*/ -27 w 550626"/>
                      <a:gd name="connsiteY2" fmla="*/ -27 h 396281"/>
                      <a:gd name="connsiteX3" fmla="*/ 140234 w 550626"/>
                      <a:gd name="connsiteY3" fmla="*/ 270077 h 396281"/>
                      <a:gd name="connsiteX4" fmla="*/ 412653 w 550626"/>
                      <a:gd name="connsiteY4" fmla="*/ 396254 h 3962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0626" h="396281">
                        <a:moveTo>
                          <a:pt x="412653" y="396254"/>
                        </a:moveTo>
                        <a:cubicBezTo>
                          <a:pt x="454105" y="359356"/>
                          <a:pt x="500543" y="328468"/>
                          <a:pt x="550599" y="304515"/>
                        </a:cubicBezTo>
                        <a:cubicBezTo>
                          <a:pt x="341992" y="257006"/>
                          <a:pt x="151096" y="151424"/>
                          <a:pt x="-27" y="-27"/>
                        </a:cubicBezTo>
                        <a:cubicBezTo>
                          <a:pt x="73499" y="73364"/>
                          <a:pt x="122494" y="167717"/>
                          <a:pt x="140234" y="270077"/>
                        </a:cubicBezTo>
                        <a:cubicBezTo>
                          <a:pt x="225664" y="322882"/>
                          <a:pt x="317123" y="365250"/>
                          <a:pt x="412653" y="396254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</p:grpSp>
            <p:grpSp>
              <p:nvGrpSpPr>
                <p:cNvPr id="19" name="Graphic 2">
                  <a:extLst>
                    <a:ext uri="{FF2B5EF4-FFF2-40B4-BE49-F238E27FC236}">
                      <a16:creationId xmlns:a16="http://schemas.microsoft.com/office/drawing/2014/main" id="{6B4E0909-88FD-BD80-F0E6-78E59E2BF52F}"/>
                    </a:ext>
                  </a:extLst>
                </p:cNvPr>
                <p:cNvGrpSpPr/>
                <p:nvPr/>
              </p:nvGrpSpPr>
              <p:grpSpPr>
                <a:xfrm>
                  <a:off x="5591002" y="4961731"/>
                  <a:ext cx="1110994" cy="1182535"/>
                  <a:chOff x="5591002" y="4961731"/>
                  <a:chExt cx="1110994" cy="1182535"/>
                </a:xfrm>
                <a:solidFill>
                  <a:srgbClr val="2D3047"/>
                </a:solidFill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0C547E78-2303-0DAC-CF64-91E415F389D4}"/>
                      </a:ext>
                    </a:extLst>
                  </p:cNvPr>
                  <p:cNvSpPr/>
                  <p:nvPr/>
                </p:nvSpPr>
                <p:spPr>
                  <a:xfrm>
                    <a:off x="5591002" y="5131570"/>
                    <a:ext cx="1012696" cy="1012696"/>
                  </a:xfrm>
                  <a:custGeom>
                    <a:avLst/>
                    <a:gdLst>
                      <a:gd name="connsiteX0" fmla="*/ 506322 w 1012696"/>
                      <a:gd name="connsiteY0" fmla="*/ -27 h 1012696"/>
                      <a:gd name="connsiteX1" fmla="*/ 1012670 w 1012696"/>
                      <a:gd name="connsiteY1" fmla="*/ 506321 h 1012696"/>
                      <a:gd name="connsiteX2" fmla="*/ 506322 w 1012696"/>
                      <a:gd name="connsiteY2" fmla="*/ 1012670 h 1012696"/>
                      <a:gd name="connsiteX3" fmla="*/ -27 w 1012696"/>
                      <a:gd name="connsiteY3" fmla="*/ 506321 h 1012696"/>
                      <a:gd name="connsiteX4" fmla="*/ 506322 w 1012696"/>
                      <a:gd name="connsiteY4" fmla="*/ -27 h 1012696"/>
                      <a:gd name="connsiteX5" fmla="*/ 506322 w 1012696"/>
                      <a:gd name="connsiteY5" fmla="*/ 887458 h 1012696"/>
                      <a:gd name="connsiteX6" fmla="*/ 887265 w 1012696"/>
                      <a:gd name="connsiteY6" fmla="*/ 506515 h 1012696"/>
                      <a:gd name="connsiteX7" fmla="*/ 506322 w 1012696"/>
                      <a:gd name="connsiteY7" fmla="*/ 125571 h 1012696"/>
                      <a:gd name="connsiteX8" fmla="*/ 125379 w 1012696"/>
                      <a:gd name="connsiteY8" fmla="*/ 506515 h 1012696"/>
                      <a:gd name="connsiteX9" fmla="*/ 506322 w 1012696"/>
                      <a:gd name="connsiteY9" fmla="*/ 887265 h 10126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12696" h="1012696">
                        <a:moveTo>
                          <a:pt x="506322" y="-27"/>
                        </a:moveTo>
                        <a:cubicBezTo>
                          <a:pt x="785966" y="-27"/>
                          <a:pt x="1012670" y="226677"/>
                          <a:pt x="1012670" y="506321"/>
                        </a:cubicBezTo>
                        <a:cubicBezTo>
                          <a:pt x="1012670" y="785966"/>
                          <a:pt x="785966" y="1012670"/>
                          <a:pt x="506322" y="1012670"/>
                        </a:cubicBezTo>
                        <a:cubicBezTo>
                          <a:pt x="226677" y="1012670"/>
                          <a:pt x="-27" y="785966"/>
                          <a:pt x="-27" y="506321"/>
                        </a:cubicBezTo>
                        <a:cubicBezTo>
                          <a:pt x="292" y="226803"/>
                          <a:pt x="226803" y="291"/>
                          <a:pt x="506322" y="-27"/>
                        </a:cubicBezTo>
                        <a:close/>
                        <a:moveTo>
                          <a:pt x="506322" y="887458"/>
                        </a:moveTo>
                        <a:cubicBezTo>
                          <a:pt x="716713" y="887458"/>
                          <a:pt x="887265" y="716906"/>
                          <a:pt x="887265" y="506515"/>
                        </a:cubicBezTo>
                        <a:cubicBezTo>
                          <a:pt x="887265" y="296123"/>
                          <a:pt x="716713" y="125571"/>
                          <a:pt x="506322" y="125571"/>
                        </a:cubicBezTo>
                        <a:cubicBezTo>
                          <a:pt x="295930" y="125571"/>
                          <a:pt x="125379" y="296123"/>
                          <a:pt x="125379" y="506515"/>
                        </a:cubicBezTo>
                        <a:cubicBezTo>
                          <a:pt x="125697" y="716742"/>
                          <a:pt x="296094" y="887052"/>
                          <a:pt x="506322" y="887265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4A837C26-CEB6-9165-7E1A-6A34777E7DBA}"/>
                      </a:ext>
                    </a:extLst>
                  </p:cNvPr>
                  <p:cNvSpPr/>
                  <p:nvPr/>
                </p:nvSpPr>
                <p:spPr>
                  <a:xfrm>
                    <a:off x="6097350" y="4961731"/>
                    <a:ext cx="604646" cy="265377"/>
                  </a:xfrm>
                  <a:custGeom>
                    <a:avLst/>
                    <a:gdLst>
                      <a:gd name="connsiteX0" fmla="*/ 572015 w 604646"/>
                      <a:gd name="connsiteY0" fmla="*/ 162421 h 265377"/>
                      <a:gd name="connsiteX1" fmla="*/ 604620 w 604646"/>
                      <a:gd name="connsiteY1" fmla="*/ -27 h 265377"/>
                      <a:gd name="connsiteX2" fmla="*/ -27 w 604646"/>
                      <a:gd name="connsiteY2" fmla="*/ 173611 h 265377"/>
                      <a:gd name="connsiteX3" fmla="*/ 290142 w 604646"/>
                      <a:gd name="connsiteY3" fmla="*/ 265350 h 265377"/>
                      <a:gd name="connsiteX4" fmla="*/ 572015 w 604646"/>
                      <a:gd name="connsiteY4" fmla="*/ 162421 h 265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4646" h="265377">
                        <a:moveTo>
                          <a:pt x="572015" y="162421"/>
                        </a:moveTo>
                        <a:cubicBezTo>
                          <a:pt x="575188" y="107012"/>
                          <a:pt x="586166" y="52315"/>
                          <a:pt x="604620" y="-27"/>
                        </a:cubicBezTo>
                        <a:cubicBezTo>
                          <a:pt x="423496" y="113754"/>
                          <a:pt x="213867" y="173959"/>
                          <a:pt x="-27" y="173611"/>
                        </a:cubicBezTo>
                        <a:cubicBezTo>
                          <a:pt x="103847" y="173525"/>
                          <a:pt x="205194" y="205570"/>
                          <a:pt x="290142" y="265350"/>
                        </a:cubicBezTo>
                        <a:cubicBezTo>
                          <a:pt x="387881" y="242440"/>
                          <a:pt x="482514" y="207876"/>
                          <a:pt x="572015" y="16242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</p:grpSp>
            <p:grpSp>
              <p:nvGrpSpPr>
                <p:cNvPr id="22" name="Graphic 2">
                  <a:extLst>
                    <a:ext uri="{FF2B5EF4-FFF2-40B4-BE49-F238E27FC236}">
                      <a16:creationId xmlns:a16="http://schemas.microsoft.com/office/drawing/2014/main" id="{34B8F2FC-5A69-0013-A7F6-FB4B98BC6905}"/>
                    </a:ext>
                  </a:extLst>
                </p:cNvPr>
                <p:cNvGrpSpPr/>
                <p:nvPr/>
              </p:nvGrpSpPr>
              <p:grpSpPr>
                <a:xfrm>
                  <a:off x="6755222" y="4250876"/>
                  <a:ext cx="1012498" cy="1411205"/>
                  <a:chOff x="6755222" y="4250876"/>
                  <a:chExt cx="1012498" cy="1411205"/>
                </a:xfrm>
                <a:solidFill>
                  <a:srgbClr val="FF5346"/>
                </a:solidFill>
              </p:grpSpPr>
              <p:sp>
                <p:nvSpPr>
                  <p:cNvPr id="23" name="Freeform: Shape 22">
                    <a:extLst>
                      <a:ext uri="{FF2B5EF4-FFF2-40B4-BE49-F238E27FC236}">
                        <a16:creationId xmlns:a16="http://schemas.microsoft.com/office/drawing/2014/main" id="{92D68530-E57A-AB0A-8340-45B6EF2A1C06}"/>
                      </a:ext>
                    </a:extLst>
                  </p:cNvPr>
                  <p:cNvSpPr/>
                  <p:nvPr/>
                </p:nvSpPr>
                <p:spPr>
                  <a:xfrm>
                    <a:off x="6755222" y="4649387"/>
                    <a:ext cx="1012498" cy="1012694"/>
                  </a:xfrm>
                  <a:custGeom>
                    <a:avLst/>
                    <a:gdLst>
                      <a:gd name="connsiteX0" fmla="*/ 148072 w 1012498"/>
                      <a:gd name="connsiteY0" fmla="*/ 148288 h 1012694"/>
                      <a:gd name="connsiteX1" fmla="*/ 864157 w 1012498"/>
                      <a:gd name="connsiteY1" fmla="*/ 148269 h 1012694"/>
                      <a:gd name="connsiteX2" fmla="*/ 864176 w 1012498"/>
                      <a:gd name="connsiteY2" fmla="*/ 864353 h 1012694"/>
                      <a:gd name="connsiteX3" fmla="*/ 148092 w 1012498"/>
                      <a:gd name="connsiteY3" fmla="*/ 864372 h 1012694"/>
                      <a:gd name="connsiteX4" fmla="*/ 148072 w 1012498"/>
                      <a:gd name="connsiteY4" fmla="*/ 864353 h 1012694"/>
                      <a:gd name="connsiteX5" fmla="*/ 148072 w 1012498"/>
                      <a:gd name="connsiteY5" fmla="*/ 148288 h 1012694"/>
                      <a:gd name="connsiteX6" fmla="*/ 775099 w 1012498"/>
                      <a:gd name="connsiteY6" fmla="*/ 775315 h 1012694"/>
                      <a:gd name="connsiteX7" fmla="*/ 775070 w 1012498"/>
                      <a:gd name="connsiteY7" fmla="*/ 236583 h 1012694"/>
                      <a:gd name="connsiteX8" fmla="*/ 236338 w 1012498"/>
                      <a:gd name="connsiteY8" fmla="*/ 236602 h 1012694"/>
                      <a:gd name="connsiteX9" fmla="*/ 236338 w 1012498"/>
                      <a:gd name="connsiteY9" fmla="*/ 775315 h 1012694"/>
                      <a:gd name="connsiteX10" fmla="*/ 775485 w 1012498"/>
                      <a:gd name="connsiteY10" fmla="*/ 775701 h 10126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012498" h="1012694">
                        <a:moveTo>
                          <a:pt x="148072" y="148288"/>
                        </a:moveTo>
                        <a:cubicBezTo>
                          <a:pt x="345808" y="-49457"/>
                          <a:pt x="666411" y="-49467"/>
                          <a:pt x="864157" y="148269"/>
                        </a:cubicBezTo>
                        <a:cubicBezTo>
                          <a:pt x="1061902" y="346004"/>
                          <a:pt x="1061911" y="666608"/>
                          <a:pt x="864176" y="864353"/>
                        </a:cubicBezTo>
                        <a:cubicBezTo>
                          <a:pt x="666440" y="1062098"/>
                          <a:pt x="345837" y="1062108"/>
                          <a:pt x="148092" y="864372"/>
                        </a:cubicBezTo>
                        <a:cubicBezTo>
                          <a:pt x="148082" y="864363"/>
                          <a:pt x="148082" y="864363"/>
                          <a:pt x="148072" y="864353"/>
                        </a:cubicBezTo>
                        <a:cubicBezTo>
                          <a:pt x="-49393" y="666502"/>
                          <a:pt x="-49393" y="346139"/>
                          <a:pt x="148072" y="148288"/>
                        </a:cubicBezTo>
                        <a:close/>
                        <a:moveTo>
                          <a:pt x="775099" y="775315"/>
                        </a:moveTo>
                        <a:cubicBezTo>
                          <a:pt x="923859" y="626536"/>
                          <a:pt x="923849" y="385343"/>
                          <a:pt x="775070" y="236583"/>
                        </a:cubicBezTo>
                        <a:cubicBezTo>
                          <a:pt x="626301" y="87823"/>
                          <a:pt x="385098" y="87833"/>
                          <a:pt x="236338" y="236602"/>
                        </a:cubicBezTo>
                        <a:cubicBezTo>
                          <a:pt x="87588" y="385372"/>
                          <a:pt x="87588" y="626555"/>
                          <a:pt x="236338" y="775315"/>
                        </a:cubicBezTo>
                        <a:cubicBezTo>
                          <a:pt x="385137" y="924249"/>
                          <a:pt x="626475" y="924422"/>
                          <a:pt x="775485" y="77570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  <p:sp>
                <p:nvSpPr>
                  <p:cNvPr id="24" name="Freeform: Shape 23">
                    <a:extLst>
                      <a:ext uri="{FF2B5EF4-FFF2-40B4-BE49-F238E27FC236}">
                        <a16:creationId xmlns:a16="http://schemas.microsoft.com/office/drawing/2014/main" id="{2C0D794A-FF0C-4251-F922-C22DB5DE3F27}"/>
                      </a:ext>
                    </a:extLst>
                  </p:cNvPr>
                  <p:cNvSpPr/>
                  <p:nvPr/>
                </p:nvSpPr>
                <p:spPr>
                  <a:xfrm>
                    <a:off x="6903321" y="4250876"/>
                    <a:ext cx="396281" cy="550626"/>
                  </a:xfrm>
                  <a:custGeom>
                    <a:avLst/>
                    <a:gdLst>
                      <a:gd name="connsiteX0" fmla="*/ 396254 w 396281"/>
                      <a:gd name="connsiteY0" fmla="*/ 137919 h 550626"/>
                      <a:gd name="connsiteX1" fmla="*/ 304515 w 396281"/>
                      <a:gd name="connsiteY1" fmla="*/ -27 h 550626"/>
                      <a:gd name="connsiteX2" fmla="*/ -27 w 396281"/>
                      <a:gd name="connsiteY2" fmla="*/ 550599 h 550626"/>
                      <a:gd name="connsiteX3" fmla="*/ 270077 w 396281"/>
                      <a:gd name="connsiteY3" fmla="*/ 410338 h 550626"/>
                      <a:gd name="connsiteX4" fmla="*/ 396254 w 396281"/>
                      <a:gd name="connsiteY4" fmla="*/ 137919 h 550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96281" h="550626">
                        <a:moveTo>
                          <a:pt x="396254" y="137919"/>
                        </a:moveTo>
                        <a:cubicBezTo>
                          <a:pt x="359356" y="96468"/>
                          <a:pt x="328468" y="50029"/>
                          <a:pt x="304515" y="-27"/>
                        </a:cubicBezTo>
                        <a:cubicBezTo>
                          <a:pt x="257006" y="208580"/>
                          <a:pt x="151424" y="399476"/>
                          <a:pt x="-27" y="550599"/>
                        </a:cubicBezTo>
                        <a:cubicBezTo>
                          <a:pt x="73364" y="477073"/>
                          <a:pt x="167717" y="428078"/>
                          <a:pt x="270077" y="410338"/>
                        </a:cubicBezTo>
                        <a:cubicBezTo>
                          <a:pt x="322882" y="324908"/>
                          <a:pt x="365250" y="233449"/>
                          <a:pt x="396254" y="13791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</p:grpSp>
            <p:grpSp>
              <p:nvGrpSpPr>
                <p:cNvPr id="25" name="Graphic 2">
                  <a:extLst>
                    <a:ext uri="{FF2B5EF4-FFF2-40B4-BE49-F238E27FC236}">
                      <a16:creationId xmlns:a16="http://schemas.microsoft.com/office/drawing/2014/main" id="{6770FD57-3B15-2BD9-1421-C4C379B4269A}"/>
                    </a:ext>
                  </a:extLst>
                </p:cNvPr>
                <p:cNvGrpSpPr/>
                <p:nvPr/>
              </p:nvGrpSpPr>
              <p:grpSpPr>
                <a:xfrm>
                  <a:off x="7067350" y="3387084"/>
                  <a:ext cx="1182535" cy="1110995"/>
                  <a:chOff x="7067350" y="3387084"/>
                  <a:chExt cx="1182535" cy="1110995"/>
                </a:xfrm>
                <a:solidFill>
                  <a:srgbClr val="1B998B"/>
                </a:solidFill>
              </p:grpSpPr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1E87D93F-9BF2-0791-DEBD-0C27B3B406D1}"/>
                      </a:ext>
                    </a:extLst>
                  </p:cNvPr>
                  <p:cNvSpPr/>
                  <p:nvPr/>
                </p:nvSpPr>
                <p:spPr>
                  <a:xfrm>
                    <a:off x="7237189" y="3485383"/>
                    <a:ext cx="1012696" cy="1012696"/>
                  </a:xfrm>
                  <a:custGeom>
                    <a:avLst/>
                    <a:gdLst>
                      <a:gd name="connsiteX0" fmla="*/ -27 w 1012696"/>
                      <a:gd name="connsiteY0" fmla="*/ 506322 h 1012696"/>
                      <a:gd name="connsiteX1" fmla="*/ 506321 w 1012696"/>
                      <a:gd name="connsiteY1" fmla="*/ -27 h 1012696"/>
                      <a:gd name="connsiteX2" fmla="*/ 1012670 w 1012696"/>
                      <a:gd name="connsiteY2" fmla="*/ 506322 h 1012696"/>
                      <a:gd name="connsiteX3" fmla="*/ 506321 w 1012696"/>
                      <a:gd name="connsiteY3" fmla="*/ 1012670 h 1012696"/>
                      <a:gd name="connsiteX4" fmla="*/ -27 w 1012696"/>
                      <a:gd name="connsiteY4" fmla="*/ 506322 h 1012696"/>
                      <a:gd name="connsiteX5" fmla="*/ 887458 w 1012696"/>
                      <a:gd name="connsiteY5" fmla="*/ 506322 h 1012696"/>
                      <a:gd name="connsiteX6" fmla="*/ 506515 w 1012696"/>
                      <a:gd name="connsiteY6" fmla="*/ 125379 h 1012696"/>
                      <a:gd name="connsiteX7" fmla="*/ 125571 w 1012696"/>
                      <a:gd name="connsiteY7" fmla="*/ 506322 h 1012696"/>
                      <a:gd name="connsiteX8" fmla="*/ 506515 w 1012696"/>
                      <a:gd name="connsiteY8" fmla="*/ 887265 h 1012696"/>
                      <a:gd name="connsiteX9" fmla="*/ 887265 w 1012696"/>
                      <a:gd name="connsiteY9" fmla="*/ 506322 h 10126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12696" h="1012696">
                        <a:moveTo>
                          <a:pt x="-27" y="506322"/>
                        </a:moveTo>
                        <a:cubicBezTo>
                          <a:pt x="-27" y="226677"/>
                          <a:pt x="226677" y="-27"/>
                          <a:pt x="506321" y="-27"/>
                        </a:cubicBezTo>
                        <a:cubicBezTo>
                          <a:pt x="785966" y="-27"/>
                          <a:pt x="1012670" y="226677"/>
                          <a:pt x="1012670" y="506322"/>
                        </a:cubicBezTo>
                        <a:cubicBezTo>
                          <a:pt x="1012670" y="785966"/>
                          <a:pt x="785966" y="1012670"/>
                          <a:pt x="506321" y="1012670"/>
                        </a:cubicBezTo>
                        <a:cubicBezTo>
                          <a:pt x="226803" y="1012352"/>
                          <a:pt x="291" y="785841"/>
                          <a:pt x="-27" y="506322"/>
                        </a:cubicBezTo>
                        <a:close/>
                        <a:moveTo>
                          <a:pt x="887458" y="506322"/>
                        </a:moveTo>
                        <a:cubicBezTo>
                          <a:pt x="887458" y="295930"/>
                          <a:pt x="716906" y="125379"/>
                          <a:pt x="506515" y="125379"/>
                        </a:cubicBezTo>
                        <a:cubicBezTo>
                          <a:pt x="296123" y="125379"/>
                          <a:pt x="125571" y="295930"/>
                          <a:pt x="125571" y="506322"/>
                        </a:cubicBezTo>
                        <a:cubicBezTo>
                          <a:pt x="125571" y="716713"/>
                          <a:pt x="296123" y="887265"/>
                          <a:pt x="506515" y="887265"/>
                        </a:cubicBezTo>
                        <a:cubicBezTo>
                          <a:pt x="716742" y="886946"/>
                          <a:pt x="887052" y="716549"/>
                          <a:pt x="887265" y="506322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1FF1EB4E-37BD-05BB-9A5B-71E0F674337C}"/>
                      </a:ext>
                    </a:extLst>
                  </p:cNvPr>
                  <p:cNvSpPr/>
                  <p:nvPr/>
                </p:nvSpPr>
                <p:spPr>
                  <a:xfrm>
                    <a:off x="7067350" y="3387084"/>
                    <a:ext cx="265377" cy="604646"/>
                  </a:xfrm>
                  <a:custGeom>
                    <a:avLst/>
                    <a:gdLst>
                      <a:gd name="connsiteX0" fmla="*/ 162421 w 265377"/>
                      <a:gd name="connsiteY0" fmla="*/ 32578 h 604646"/>
                      <a:gd name="connsiteX1" fmla="*/ -27 w 265377"/>
                      <a:gd name="connsiteY1" fmla="*/ -27 h 604646"/>
                      <a:gd name="connsiteX2" fmla="*/ 173611 w 265377"/>
                      <a:gd name="connsiteY2" fmla="*/ 604620 h 604646"/>
                      <a:gd name="connsiteX3" fmla="*/ 265350 w 265377"/>
                      <a:gd name="connsiteY3" fmla="*/ 314451 h 604646"/>
                      <a:gd name="connsiteX4" fmla="*/ 162421 w 265377"/>
                      <a:gd name="connsiteY4" fmla="*/ 32578 h 6046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377" h="604646">
                        <a:moveTo>
                          <a:pt x="162421" y="32578"/>
                        </a:moveTo>
                        <a:cubicBezTo>
                          <a:pt x="107012" y="29405"/>
                          <a:pt x="52315" y="18427"/>
                          <a:pt x="-27" y="-27"/>
                        </a:cubicBezTo>
                        <a:cubicBezTo>
                          <a:pt x="113754" y="181097"/>
                          <a:pt x="173959" y="390727"/>
                          <a:pt x="173611" y="604620"/>
                        </a:cubicBezTo>
                        <a:cubicBezTo>
                          <a:pt x="173525" y="500746"/>
                          <a:pt x="205570" y="399399"/>
                          <a:pt x="265350" y="314451"/>
                        </a:cubicBezTo>
                        <a:cubicBezTo>
                          <a:pt x="242440" y="216712"/>
                          <a:pt x="207876" y="122079"/>
                          <a:pt x="162421" y="3257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</p:grpSp>
            <p:grpSp>
              <p:nvGrpSpPr>
                <p:cNvPr id="28" name="Graphic 2">
                  <a:extLst>
                    <a:ext uri="{FF2B5EF4-FFF2-40B4-BE49-F238E27FC236}">
                      <a16:creationId xmlns:a16="http://schemas.microsoft.com/office/drawing/2014/main" id="{A16D7092-8641-05EC-C6AB-0BDDE778BC37}"/>
                    </a:ext>
                  </a:extLst>
                </p:cNvPr>
                <p:cNvGrpSpPr/>
                <p:nvPr/>
              </p:nvGrpSpPr>
              <p:grpSpPr>
                <a:xfrm>
                  <a:off x="6356495" y="2321359"/>
                  <a:ext cx="1411205" cy="1012499"/>
                  <a:chOff x="6356495" y="2321359"/>
                  <a:chExt cx="1411205" cy="1012499"/>
                </a:xfrm>
                <a:solidFill>
                  <a:srgbClr val="99C927"/>
                </a:solidFill>
              </p:grpSpPr>
              <p:sp>
                <p:nvSpPr>
                  <p:cNvPr id="29" name="Freeform: Shape 28">
                    <a:extLst>
                      <a:ext uri="{FF2B5EF4-FFF2-40B4-BE49-F238E27FC236}">
                        <a16:creationId xmlns:a16="http://schemas.microsoft.com/office/drawing/2014/main" id="{4553FD5C-81B5-F2C5-59D5-DDCC5B4C481D}"/>
                      </a:ext>
                    </a:extLst>
                  </p:cNvPr>
                  <p:cNvSpPr/>
                  <p:nvPr/>
                </p:nvSpPr>
                <p:spPr>
                  <a:xfrm>
                    <a:off x="6755006" y="2321359"/>
                    <a:ext cx="1012694" cy="1012499"/>
                  </a:xfrm>
                  <a:custGeom>
                    <a:avLst/>
                    <a:gdLst>
                      <a:gd name="connsiteX0" fmla="*/ 148288 w 1012694"/>
                      <a:gd name="connsiteY0" fmla="*/ 864374 h 1012499"/>
                      <a:gd name="connsiteX1" fmla="*/ 148269 w 1012694"/>
                      <a:gd name="connsiteY1" fmla="*/ 148289 h 1012499"/>
                      <a:gd name="connsiteX2" fmla="*/ 864353 w 1012694"/>
                      <a:gd name="connsiteY2" fmla="*/ 148270 h 1012499"/>
                      <a:gd name="connsiteX3" fmla="*/ 864372 w 1012694"/>
                      <a:gd name="connsiteY3" fmla="*/ 864355 h 1012499"/>
                      <a:gd name="connsiteX4" fmla="*/ 864353 w 1012694"/>
                      <a:gd name="connsiteY4" fmla="*/ 864374 h 1012499"/>
                      <a:gd name="connsiteX5" fmla="*/ 148288 w 1012694"/>
                      <a:gd name="connsiteY5" fmla="*/ 864374 h 1012499"/>
                      <a:gd name="connsiteX6" fmla="*/ 775315 w 1012694"/>
                      <a:gd name="connsiteY6" fmla="*/ 237347 h 1012499"/>
                      <a:gd name="connsiteX7" fmla="*/ 236583 w 1012694"/>
                      <a:gd name="connsiteY7" fmla="*/ 237376 h 1012499"/>
                      <a:gd name="connsiteX8" fmla="*/ 236602 w 1012694"/>
                      <a:gd name="connsiteY8" fmla="*/ 776108 h 1012499"/>
                      <a:gd name="connsiteX9" fmla="*/ 775315 w 1012694"/>
                      <a:gd name="connsiteY9" fmla="*/ 776108 h 1012499"/>
                      <a:gd name="connsiteX10" fmla="*/ 775701 w 1012694"/>
                      <a:gd name="connsiteY10" fmla="*/ 236961 h 10124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012694" h="1012499">
                        <a:moveTo>
                          <a:pt x="148288" y="864374"/>
                        </a:moveTo>
                        <a:cubicBezTo>
                          <a:pt x="-49457" y="666639"/>
                          <a:pt x="-49467" y="346035"/>
                          <a:pt x="148269" y="148289"/>
                        </a:cubicBezTo>
                        <a:cubicBezTo>
                          <a:pt x="346004" y="-49458"/>
                          <a:pt x="666608" y="-49467"/>
                          <a:pt x="864353" y="148270"/>
                        </a:cubicBezTo>
                        <a:cubicBezTo>
                          <a:pt x="1062098" y="346006"/>
                          <a:pt x="1062108" y="666610"/>
                          <a:pt x="864372" y="864355"/>
                        </a:cubicBezTo>
                        <a:cubicBezTo>
                          <a:pt x="864363" y="864365"/>
                          <a:pt x="864363" y="864365"/>
                          <a:pt x="864353" y="864374"/>
                        </a:cubicBezTo>
                        <a:cubicBezTo>
                          <a:pt x="666502" y="1061839"/>
                          <a:pt x="346139" y="1061839"/>
                          <a:pt x="148288" y="864374"/>
                        </a:cubicBezTo>
                        <a:close/>
                        <a:moveTo>
                          <a:pt x="775315" y="237347"/>
                        </a:moveTo>
                        <a:cubicBezTo>
                          <a:pt x="626536" y="88586"/>
                          <a:pt x="385343" y="88599"/>
                          <a:pt x="236583" y="237376"/>
                        </a:cubicBezTo>
                        <a:cubicBezTo>
                          <a:pt x="87823" y="386145"/>
                          <a:pt x="87833" y="627348"/>
                          <a:pt x="236602" y="776108"/>
                        </a:cubicBezTo>
                        <a:cubicBezTo>
                          <a:pt x="385372" y="924858"/>
                          <a:pt x="626555" y="924858"/>
                          <a:pt x="775315" y="776108"/>
                        </a:cubicBezTo>
                        <a:cubicBezTo>
                          <a:pt x="924249" y="627310"/>
                          <a:pt x="924422" y="385972"/>
                          <a:pt x="775701" y="23696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291D7E22-36B2-5737-59DC-FE11BF116B7A}"/>
                      </a:ext>
                    </a:extLst>
                  </p:cNvPr>
                  <p:cNvSpPr/>
                  <p:nvPr/>
                </p:nvSpPr>
                <p:spPr>
                  <a:xfrm>
                    <a:off x="6356495" y="2789479"/>
                    <a:ext cx="550626" cy="396281"/>
                  </a:xfrm>
                  <a:custGeom>
                    <a:avLst/>
                    <a:gdLst>
                      <a:gd name="connsiteX0" fmla="*/ 137919 w 550626"/>
                      <a:gd name="connsiteY0" fmla="*/ -27 h 396281"/>
                      <a:gd name="connsiteX1" fmla="*/ -27 w 550626"/>
                      <a:gd name="connsiteY1" fmla="*/ 91712 h 396281"/>
                      <a:gd name="connsiteX2" fmla="*/ 550599 w 550626"/>
                      <a:gd name="connsiteY2" fmla="*/ 396254 h 396281"/>
                      <a:gd name="connsiteX3" fmla="*/ 410338 w 550626"/>
                      <a:gd name="connsiteY3" fmla="*/ 126150 h 396281"/>
                      <a:gd name="connsiteX4" fmla="*/ 137919 w 550626"/>
                      <a:gd name="connsiteY4" fmla="*/ -27 h 3962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0626" h="396281">
                        <a:moveTo>
                          <a:pt x="137919" y="-27"/>
                        </a:moveTo>
                        <a:cubicBezTo>
                          <a:pt x="96468" y="36871"/>
                          <a:pt x="50029" y="67760"/>
                          <a:pt x="-27" y="91712"/>
                        </a:cubicBezTo>
                        <a:cubicBezTo>
                          <a:pt x="208580" y="139221"/>
                          <a:pt x="399476" y="244803"/>
                          <a:pt x="550599" y="396254"/>
                        </a:cubicBezTo>
                        <a:cubicBezTo>
                          <a:pt x="477073" y="322863"/>
                          <a:pt x="428078" y="228510"/>
                          <a:pt x="410338" y="126150"/>
                        </a:cubicBezTo>
                        <a:cubicBezTo>
                          <a:pt x="324908" y="73345"/>
                          <a:pt x="233449" y="30977"/>
                          <a:pt x="137919" y="-27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</p:grpSp>
            <p:grpSp>
              <p:nvGrpSpPr>
                <p:cNvPr id="31" name="Graphic 2">
                  <a:extLst>
                    <a:ext uri="{FF2B5EF4-FFF2-40B4-BE49-F238E27FC236}">
                      <a16:creationId xmlns:a16="http://schemas.microsoft.com/office/drawing/2014/main" id="{C2BDEC6B-F8D8-2014-C6E1-6F81642662A4}"/>
                    </a:ext>
                  </a:extLst>
                </p:cNvPr>
                <p:cNvGrpSpPr/>
                <p:nvPr/>
              </p:nvGrpSpPr>
              <p:grpSpPr>
                <a:xfrm>
                  <a:off x="5492703" y="1839196"/>
                  <a:ext cx="1110995" cy="1182536"/>
                  <a:chOff x="5492703" y="1839196"/>
                  <a:chExt cx="1110995" cy="1182536"/>
                </a:xfrm>
                <a:solidFill>
                  <a:srgbClr val="2D3047"/>
                </a:solidFill>
              </p:grpSpPr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18FFA84B-D3D1-644A-FACC-3DEBA6E6FB5B}"/>
                      </a:ext>
                    </a:extLst>
                  </p:cNvPr>
                  <p:cNvSpPr/>
                  <p:nvPr/>
                </p:nvSpPr>
                <p:spPr>
                  <a:xfrm>
                    <a:off x="5591002" y="1839196"/>
                    <a:ext cx="1012696" cy="1012696"/>
                  </a:xfrm>
                  <a:custGeom>
                    <a:avLst/>
                    <a:gdLst>
                      <a:gd name="connsiteX0" fmla="*/ 506322 w 1012696"/>
                      <a:gd name="connsiteY0" fmla="*/ 1012670 h 1012696"/>
                      <a:gd name="connsiteX1" fmla="*/ -27 w 1012696"/>
                      <a:gd name="connsiteY1" fmla="*/ 506322 h 1012696"/>
                      <a:gd name="connsiteX2" fmla="*/ 506322 w 1012696"/>
                      <a:gd name="connsiteY2" fmla="*/ -27 h 1012696"/>
                      <a:gd name="connsiteX3" fmla="*/ 1012670 w 1012696"/>
                      <a:gd name="connsiteY3" fmla="*/ 506322 h 1012696"/>
                      <a:gd name="connsiteX4" fmla="*/ 506322 w 1012696"/>
                      <a:gd name="connsiteY4" fmla="*/ 1012670 h 1012696"/>
                      <a:gd name="connsiteX5" fmla="*/ 506322 w 1012696"/>
                      <a:gd name="connsiteY5" fmla="*/ 125186 h 1012696"/>
                      <a:gd name="connsiteX6" fmla="*/ 125379 w 1012696"/>
                      <a:gd name="connsiteY6" fmla="*/ 506129 h 1012696"/>
                      <a:gd name="connsiteX7" fmla="*/ 506322 w 1012696"/>
                      <a:gd name="connsiteY7" fmla="*/ 887072 h 1012696"/>
                      <a:gd name="connsiteX8" fmla="*/ 887265 w 1012696"/>
                      <a:gd name="connsiteY8" fmla="*/ 506129 h 1012696"/>
                      <a:gd name="connsiteX9" fmla="*/ 506322 w 1012696"/>
                      <a:gd name="connsiteY9" fmla="*/ 125379 h 10126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12696" h="1012696">
                        <a:moveTo>
                          <a:pt x="506322" y="1012670"/>
                        </a:moveTo>
                        <a:cubicBezTo>
                          <a:pt x="226677" y="1012670"/>
                          <a:pt x="-27" y="785966"/>
                          <a:pt x="-27" y="506322"/>
                        </a:cubicBezTo>
                        <a:cubicBezTo>
                          <a:pt x="-27" y="226673"/>
                          <a:pt x="226677" y="-27"/>
                          <a:pt x="506322" y="-27"/>
                        </a:cubicBezTo>
                        <a:cubicBezTo>
                          <a:pt x="785966" y="-27"/>
                          <a:pt x="1012670" y="226673"/>
                          <a:pt x="1012670" y="506322"/>
                        </a:cubicBezTo>
                        <a:cubicBezTo>
                          <a:pt x="1012352" y="785841"/>
                          <a:pt x="785841" y="1012352"/>
                          <a:pt x="506322" y="1012670"/>
                        </a:cubicBezTo>
                        <a:close/>
                        <a:moveTo>
                          <a:pt x="506322" y="125186"/>
                        </a:moveTo>
                        <a:cubicBezTo>
                          <a:pt x="295930" y="125186"/>
                          <a:pt x="125379" y="295740"/>
                          <a:pt x="125379" y="506129"/>
                        </a:cubicBezTo>
                        <a:cubicBezTo>
                          <a:pt x="125379" y="716520"/>
                          <a:pt x="295930" y="887072"/>
                          <a:pt x="506322" y="887072"/>
                        </a:cubicBezTo>
                        <a:cubicBezTo>
                          <a:pt x="716713" y="887072"/>
                          <a:pt x="887265" y="716520"/>
                          <a:pt x="887265" y="506129"/>
                        </a:cubicBezTo>
                        <a:cubicBezTo>
                          <a:pt x="886946" y="295903"/>
                          <a:pt x="716549" y="125591"/>
                          <a:pt x="506322" y="1253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 dirty="0"/>
                  </a:p>
                </p:txBody>
              </p:sp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ED7FA69B-9338-4C9E-F7F4-7311A95C0513}"/>
                      </a:ext>
                    </a:extLst>
                  </p:cNvPr>
                  <p:cNvSpPr/>
                  <p:nvPr/>
                </p:nvSpPr>
                <p:spPr>
                  <a:xfrm>
                    <a:off x="5492703" y="2756355"/>
                    <a:ext cx="604646" cy="265377"/>
                  </a:xfrm>
                  <a:custGeom>
                    <a:avLst/>
                    <a:gdLst>
                      <a:gd name="connsiteX0" fmla="*/ 32578 w 604646"/>
                      <a:gd name="connsiteY0" fmla="*/ 102902 h 265377"/>
                      <a:gd name="connsiteX1" fmla="*/ -27 w 604646"/>
                      <a:gd name="connsiteY1" fmla="*/ 265350 h 265377"/>
                      <a:gd name="connsiteX2" fmla="*/ 604620 w 604646"/>
                      <a:gd name="connsiteY2" fmla="*/ 91712 h 265377"/>
                      <a:gd name="connsiteX3" fmla="*/ 314451 w 604646"/>
                      <a:gd name="connsiteY3" fmla="*/ -27 h 265377"/>
                      <a:gd name="connsiteX4" fmla="*/ 32578 w 604646"/>
                      <a:gd name="connsiteY4" fmla="*/ 102902 h 265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4646" h="265377">
                        <a:moveTo>
                          <a:pt x="32578" y="102902"/>
                        </a:moveTo>
                        <a:cubicBezTo>
                          <a:pt x="29405" y="158312"/>
                          <a:pt x="18427" y="213008"/>
                          <a:pt x="-27" y="265350"/>
                        </a:cubicBezTo>
                        <a:cubicBezTo>
                          <a:pt x="181097" y="151569"/>
                          <a:pt x="390727" y="91365"/>
                          <a:pt x="604620" y="91712"/>
                        </a:cubicBezTo>
                        <a:cubicBezTo>
                          <a:pt x="500746" y="91799"/>
                          <a:pt x="399399" y="59753"/>
                          <a:pt x="314451" y="-27"/>
                        </a:cubicBezTo>
                        <a:cubicBezTo>
                          <a:pt x="216712" y="22884"/>
                          <a:pt x="122079" y="57447"/>
                          <a:pt x="32578" y="10290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</p:grpSp>
            <p:grpSp>
              <p:nvGrpSpPr>
                <p:cNvPr id="34" name="Graphic 2">
                  <a:extLst>
                    <a:ext uri="{FF2B5EF4-FFF2-40B4-BE49-F238E27FC236}">
                      <a16:creationId xmlns:a16="http://schemas.microsoft.com/office/drawing/2014/main" id="{5331A903-9A65-4C17-3AB9-DC262F09FBFD}"/>
                    </a:ext>
                  </a:extLst>
                </p:cNvPr>
                <p:cNvGrpSpPr/>
                <p:nvPr/>
              </p:nvGrpSpPr>
              <p:grpSpPr>
                <a:xfrm>
                  <a:off x="4426978" y="2321379"/>
                  <a:ext cx="1012499" cy="1411207"/>
                  <a:chOff x="4426978" y="2321379"/>
                  <a:chExt cx="1012499" cy="1411207"/>
                </a:xfrm>
                <a:solidFill>
                  <a:srgbClr val="FF5346"/>
                </a:solidFill>
              </p:grpSpPr>
              <p:sp>
                <p:nvSpPr>
                  <p:cNvPr id="35" name="Freeform: Shape 34">
                    <a:extLst>
                      <a:ext uri="{FF2B5EF4-FFF2-40B4-BE49-F238E27FC236}">
                        <a16:creationId xmlns:a16="http://schemas.microsoft.com/office/drawing/2014/main" id="{3C03D0EF-AC0B-3BB1-D126-88018FF18DF2}"/>
                      </a:ext>
                    </a:extLst>
                  </p:cNvPr>
                  <p:cNvSpPr/>
                  <p:nvPr/>
                </p:nvSpPr>
                <p:spPr>
                  <a:xfrm>
                    <a:off x="4426978" y="2321379"/>
                    <a:ext cx="1012499" cy="1012695"/>
                  </a:xfrm>
                  <a:custGeom>
                    <a:avLst/>
                    <a:gdLst>
                      <a:gd name="connsiteX0" fmla="*/ 864374 w 1012499"/>
                      <a:gd name="connsiteY0" fmla="*/ 864354 h 1012695"/>
                      <a:gd name="connsiteX1" fmla="*/ 148289 w 1012499"/>
                      <a:gd name="connsiteY1" fmla="*/ 864373 h 1012695"/>
                      <a:gd name="connsiteX2" fmla="*/ 148270 w 1012499"/>
                      <a:gd name="connsiteY2" fmla="*/ 148289 h 1012695"/>
                      <a:gd name="connsiteX3" fmla="*/ 864355 w 1012499"/>
                      <a:gd name="connsiteY3" fmla="*/ 148269 h 1012695"/>
                      <a:gd name="connsiteX4" fmla="*/ 864374 w 1012499"/>
                      <a:gd name="connsiteY4" fmla="*/ 148289 h 1012695"/>
                      <a:gd name="connsiteX5" fmla="*/ 864374 w 1012499"/>
                      <a:gd name="connsiteY5" fmla="*/ 864354 h 1012695"/>
                      <a:gd name="connsiteX6" fmla="*/ 237347 w 1012499"/>
                      <a:gd name="connsiteY6" fmla="*/ 237327 h 1012695"/>
                      <a:gd name="connsiteX7" fmla="*/ 237376 w 1012499"/>
                      <a:gd name="connsiteY7" fmla="*/ 776059 h 1012695"/>
                      <a:gd name="connsiteX8" fmla="*/ 776108 w 1012499"/>
                      <a:gd name="connsiteY8" fmla="*/ 776040 h 1012695"/>
                      <a:gd name="connsiteX9" fmla="*/ 776108 w 1012499"/>
                      <a:gd name="connsiteY9" fmla="*/ 237327 h 1012695"/>
                      <a:gd name="connsiteX10" fmla="*/ 236961 w 1012499"/>
                      <a:gd name="connsiteY10" fmla="*/ 236941 h 10126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012499" h="1012695">
                        <a:moveTo>
                          <a:pt x="864374" y="864354"/>
                        </a:moveTo>
                        <a:cubicBezTo>
                          <a:pt x="666639" y="1062099"/>
                          <a:pt x="346035" y="1062109"/>
                          <a:pt x="148289" y="864373"/>
                        </a:cubicBezTo>
                        <a:cubicBezTo>
                          <a:pt x="-49458" y="666638"/>
                          <a:pt x="-49467" y="346034"/>
                          <a:pt x="148270" y="148289"/>
                        </a:cubicBezTo>
                        <a:cubicBezTo>
                          <a:pt x="346006" y="-49458"/>
                          <a:pt x="666610" y="-49466"/>
                          <a:pt x="864355" y="148269"/>
                        </a:cubicBezTo>
                        <a:cubicBezTo>
                          <a:pt x="864365" y="148276"/>
                          <a:pt x="864365" y="148282"/>
                          <a:pt x="864374" y="148289"/>
                        </a:cubicBezTo>
                        <a:cubicBezTo>
                          <a:pt x="1061839" y="346140"/>
                          <a:pt x="1061839" y="666503"/>
                          <a:pt x="864374" y="864354"/>
                        </a:cubicBezTo>
                        <a:close/>
                        <a:moveTo>
                          <a:pt x="237347" y="237327"/>
                        </a:moveTo>
                        <a:cubicBezTo>
                          <a:pt x="88586" y="386106"/>
                          <a:pt x="88599" y="627299"/>
                          <a:pt x="237376" y="776059"/>
                        </a:cubicBezTo>
                        <a:cubicBezTo>
                          <a:pt x="386145" y="924819"/>
                          <a:pt x="627348" y="924809"/>
                          <a:pt x="776108" y="776040"/>
                        </a:cubicBezTo>
                        <a:cubicBezTo>
                          <a:pt x="924858" y="627270"/>
                          <a:pt x="924858" y="386087"/>
                          <a:pt x="776108" y="237327"/>
                        </a:cubicBezTo>
                        <a:cubicBezTo>
                          <a:pt x="627310" y="88392"/>
                          <a:pt x="385972" y="88219"/>
                          <a:pt x="236961" y="236941"/>
                        </a:cubicBezTo>
                        <a:close/>
                      </a:path>
                    </a:pathLst>
                  </a:custGeom>
                  <a:solidFill>
                    <a:srgbClr val="AD362D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  <p:sp>
                <p:nvSpPr>
                  <p:cNvPr id="36" name="Freeform: Shape 35">
                    <a:extLst>
                      <a:ext uri="{FF2B5EF4-FFF2-40B4-BE49-F238E27FC236}">
                        <a16:creationId xmlns:a16="http://schemas.microsoft.com/office/drawing/2014/main" id="{F9E4E9F6-8886-6B84-608C-EFA96295BE67}"/>
                      </a:ext>
                    </a:extLst>
                  </p:cNvPr>
                  <p:cNvSpPr/>
                  <p:nvPr/>
                </p:nvSpPr>
                <p:spPr>
                  <a:xfrm>
                    <a:off x="4895098" y="3181960"/>
                    <a:ext cx="396281" cy="550626"/>
                  </a:xfrm>
                  <a:custGeom>
                    <a:avLst/>
                    <a:gdLst>
                      <a:gd name="connsiteX0" fmla="*/ -27 w 396281"/>
                      <a:gd name="connsiteY0" fmla="*/ 412653 h 550626"/>
                      <a:gd name="connsiteX1" fmla="*/ 91712 w 396281"/>
                      <a:gd name="connsiteY1" fmla="*/ 550599 h 550626"/>
                      <a:gd name="connsiteX2" fmla="*/ 396254 w 396281"/>
                      <a:gd name="connsiteY2" fmla="*/ -27 h 550626"/>
                      <a:gd name="connsiteX3" fmla="*/ 126150 w 396281"/>
                      <a:gd name="connsiteY3" fmla="*/ 140234 h 550626"/>
                      <a:gd name="connsiteX4" fmla="*/ -27 w 396281"/>
                      <a:gd name="connsiteY4" fmla="*/ 412653 h 550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96281" h="550626">
                        <a:moveTo>
                          <a:pt x="-27" y="412653"/>
                        </a:moveTo>
                        <a:cubicBezTo>
                          <a:pt x="36871" y="454105"/>
                          <a:pt x="67760" y="500543"/>
                          <a:pt x="91712" y="550599"/>
                        </a:cubicBezTo>
                        <a:cubicBezTo>
                          <a:pt x="139221" y="341992"/>
                          <a:pt x="244803" y="151096"/>
                          <a:pt x="396254" y="-27"/>
                        </a:cubicBezTo>
                        <a:cubicBezTo>
                          <a:pt x="322863" y="73499"/>
                          <a:pt x="228510" y="122494"/>
                          <a:pt x="126150" y="140234"/>
                        </a:cubicBezTo>
                        <a:cubicBezTo>
                          <a:pt x="73345" y="225664"/>
                          <a:pt x="30977" y="317123"/>
                          <a:pt x="-27" y="412653"/>
                        </a:cubicBezTo>
                        <a:close/>
                      </a:path>
                    </a:pathLst>
                  </a:custGeom>
                  <a:solidFill>
                    <a:srgbClr val="AD362D"/>
                  </a:solidFill>
                  <a:ln w="96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600"/>
                  </a:p>
                </p:txBody>
              </p:sp>
            </p:grpSp>
          </p:grpSp>
          <p:sp>
            <p:nvSpPr>
              <p:cNvPr id="3081" name="TextBox 3080">
                <a:extLst>
                  <a:ext uri="{FF2B5EF4-FFF2-40B4-BE49-F238E27FC236}">
                    <a16:creationId xmlns:a16="http://schemas.microsoft.com/office/drawing/2014/main" id="{AE3C8E87-6CA4-94B1-03DF-562E6ABB9647}"/>
                  </a:ext>
                </a:extLst>
              </p:cNvPr>
              <p:cNvSpPr txBox="1"/>
              <p:nvPr/>
            </p:nvSpPr>
            <p:spPr>
              <a:xfrm>
                <a:off x="7023276" y="2237535"/>
                <a:ext cx="10303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  <a:defRPr/>
                </a:pPr>
                <a:r>
                  <a:rPr lang="en-I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Ransomware</a:t>
                </a:r>
                <a:endPara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82" name="TextBox 3081">
                <a:extLst>
                  <a:ext uri="{FF2B5EF4-FFF2-40B4-BE49-F238E27FC236}">
                    <a16:creationId xmlns:a16="http://schemas.microsoft.com/office/drawing/2014/main" id="{50D791B7-65FA-E4BF-BD13-50CFFB8FE17D}"/>
                  </a:ext>
                </a:extLst>
              </p:cNvPr>
              <p:cNvSpPr txBox="1"/>
              <p:nvPr/>
            </p:nvSpPr>
            <p:spPr>
              <a:xfrm>
                <a:off x="7644447" y="3602250"/>
                <a:ext cx="1030360" cy="538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IN" sz="120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Do</a:t>
                </a:r>
                <a:r>
                  <a:rPr lang="en-I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IN" sz="120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Attacks</a:t>
                </a:r>
                <a:endParaRPr lang="en-US" sz="120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83" name="TextBox 3082">
                <a:extLst>
                  <a:ext uri="{FF2B5EF4-FFF2-40B4-BE49-F238E27FC236}">
                    <a16:creationId xmlns:a16="http://schemas.microsoft.com/office/drawing/2014/main" id="{4C11FB71-81AD-8B70-BDD8-5A03E25BA226}"/>
                  </a:ext>
                </a:extLst>
              </p:cNvPr>
              <p:cNvSpPr txBox="1"/>
              <p:nvPr/>
            </p:nvSpPr>
            <p:spPr>
              <a:xfrm>
                <a:off x="7009699" y="5064424"/>
                <a:ext cx="1030360" cy="538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  <a:defRPr/>
                </a:pPr>
                <a:r>
                  <a:rPr lang="en-I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MitM</a:t>
                </a:r>
              </a:p>
              <a:p>
                <a:pPr algn="ctr">
                  <a:spcAft>
                    <a:spcPts val="600"/>
                  </a:spcAft>
                  <a:defRPr/>
                </a:pPr>
                <a:r>
                  <a:rPr lang="en-I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Attacks</a:t>
                </a:r>
                <a:endPara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84" name="TextBox 3083">
                <a:extLst>
                  <a:ext uri="{FF2B5EF4-FFF2-40B4-BE49-F238E27FC236}">
                    <a16:creationId xmlns:a16="http://schemas.microsoft.com/office/drawing/2014/main" id="{9ADB5BCE-14F3-7B8E-AFB7-3386524C7A7B}"/>
                  </a:ext>
                </a:extLst>
              </p:cNvPr>
              <p:cNvSpPr txBox="1"/>
              <p:nvPr/>
            </p:nvSpPr>
            <p:spPr>
              <a:xfrm>
                <a:off x="5529302" y="5838763"/>
                <a:ext cx="11333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IN" sz="120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Fake Apps</a:t>
                </a:r>
                <a:endParaRPr lang="en-US" sz="120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87" name="TextBox 3086">
                <a:extLst>
                  <a:ext uri="{FF2B5EF4-FFF2-40B4-BE49-F238E27FC236}">
                    <a16:creationId xmlns:a16="http://schemas.microsoft.com/office/drawing/2014/main" id="{C7F6895D-9010-A0EE-D30C-93A466DDCD6D}"/>
                  </a:ext>
                </a:extLst>
              </p:cNvPr>
              <p:cNvSpPr txBox="1"/>
              <p:nvPr/>
            </p:nvSpPr>
            <p:spPr>
              <a:xfrm>
                <a:off x="5535027" y="1616714"/>
                <a:ext cx="1055017" cy="283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  <a:defRPr/>
                </a:pPr>
                <a:r>
                  <a:rPr lang="en-I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Malware</a:t>
                </a:r>
              </a:p>
            </p:txBody>
          </p:sp>
          <p:sp>
            <p:nvSpPr>
              <p:cNvPr id="3088" name="TextBox 3087">
                <a:extLst>
                  <a:ext uri="{FF2B5EF4-FFF2-40B4-BE49-F238E27FC236}">
                    <a16:creationId xmlns:a16="http://schemas.microsoft.com/office/drawing/2014/main" id="{BB14543F-59D3-CAED-B134-65FA0783BA49}"/>
                  </a:ext>
                </a:extLst>
              </p:cNvPr>
              <p:cNvSpPr txBox="1"/>
              <p:nvPr/>
            </p:nvSpPr>
            <p:spPr>
              <a:xfrm>
                <a:off x="4050829" y="2152413"/>
                <a:ext cx="1133396" cy="551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I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Phishing 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IN" sz="120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Attacks</a:t>
                </a:r>
                <a:endParaRPr lang="en-US" sz="120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89" name="TextBox 3088">
                <a:extLst>
                  <a:ext uri="{FF2B5EF4-FFF2-40B4-BE49-F238E27FC236}">
                    <a16:creationId xmlns:a16="http://schemas.microsoft.com/office/drawing/2014/main" id="{6515ABAA-8A38-723B-4537-4B84AF3225CB}"/>
                  </a:ext>
                </a:extLst>
              </p:cNvPr>
              <p:cNvSpPr txBox="1"/>
              <p:nvPr/>
            </p:nvSpPr>
            <p:spPr>
              <a:xfrm>
                <a:off x="3413963" y="3727291"/>
                <a:ext cx="11333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  <a:defRPr/>
                </a:pPr>
                <a:r>
                  <a:rPr lang="en-I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Spyware</a:t>
                </a:r>
                <a:endPara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90" name="TextBox 3089">
                <a:extLst>
                  <a:ext uri="{FF2B5EF4-FFF2-40B4-BE49-F238E27FC236}">
                    <a16:creationId xmlns:a16="http://schemas.microsoft.com/office/drawing/2014/main" id="{2A9FAF98-54E2-6285-DAEC-C5CC7CD53AA7}"/>
                  </a:ext>
                </a:extLst>
              </p:cNvPr>
              <p:cNvSpPr txBox="1"/>
              <p:nvPr/>
            </p:nvSpPr>
            <p:spPr>
              <a:xfrm>
                <a:off x="4069994" y="5229035"/>
                <a:ext cx="11333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IN" sz="120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Clickjacking</a:t>
                </a:r>
                <a:endParaRPr lang="en-US" sz="120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3094" name="Picture 3093" descr="A picture containing black, darkness&#10;&#10;Description automatically generated">
              <a:extLst>
                <a:ext uri="{FF2B5EF4-FFF2-40B4-BE49-F238E27FC236}">
                  <a16:creationId xmlns:a16="http://schemas.microsoft.com/office/drawing/2014/main" id="{D8789CDC-EED0-3F30-D185-BE9576C1D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2433" y="3264017"/>
              <a:ext cx="1247134" cy="124713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73CC67-356A-31A2-82B8-F284A4A144E1}"/>
              </a:ext>
            </a:extLst>
          </p:cNvPr>
          <p:cNvSpPr txBox="1"/>
          <p:nvPr/>
        </p:nvSpPr>
        <p:spPr>
          <a:xfrm>
            <a:off x="4401689" y="972458"/>
            <a:ext cx="3508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Common Cyber Threats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37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9000C6F-D241-31C6-659F-DF3C7CBA8A8E}"/>
              </a:ext>
            </a:extLst>
          </p:cNvPr>
          <p:cNvGrpSpPr/>
          <p:nvPr/>
        </p:nvGrpSpPr>
        <p:grpSpPr>
          <a:xfrm>
            <a:off x="0" y="342872"/>
            <a:ext cx="12192000" cy="998088"/>
            <a:chOff x="0" y="342872"/>
            <a:chExt cx="12192000" cy="9980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DB1DA0B-664B-D654-7C16-5A5FB8275ED3}"/>
                </a:ext>
              </a:extLst>
            </p:cNvPr>
            <p:cNvSpPr txBox="1"/>
            <p:nvPr/>
          </p:nvSpPr>
          <p:spPr>
            <a:xfrm>
              <a:off x="0" y="342872"/>
              <a:ext cx="12192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4000" b="1" i="0" dirty="0">
                  <a:solidFill>
                    <a:srgbClr val="1F1F1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Cyber Security</a:t>
              </a:r>
              <a:endParaRPr lang="en-I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A41071-4033-5FB8-D1D9-3B2AC980C06C}"/>
                </a:ext>
              </a:extLst>
            </p:cNvPr>
            <p:cNvSpPr txBox="1"/>
            <p:nvPr/>
          </p:nvSpPr>
          <p:spPr>
            <a:xfrm>
              <a:off x="0" y="971628"/>
              <a:ext cx="1219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1F1F1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Tips</a:t>
              </a:r>
              <a:endPara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099" name="Group 4098">
            <a:extLst>
              <a:ext uri="{FF2B5EF4-FFF2-40B4-BE49-F238E27FC236}">
                <a16:creationId xmlns:a16="http://schemas.microsoft.com/office/drawing/2014/main" id="{B1516C4F-1F61-CC83-CE5F-D9AF54A83FF2}"/>
              </a:ext>
            </a:extLst>
          </p:cNvPr>
          <p:cNvGrpSpPr/>
          <p:nvPr/>
        </p:nvGrpSpPr>
        <p:grpSpPr>
          <a:xfrm>
            <a:off x="198102" y="1679514"/>
            <a:ext cx="11795795" cy="4388940"/>
            <a:chOff x="198103" y="1798286"/>
            <a:chExt cx="11795795" cy="438894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4B5D737-42C3-FCA5-0B48-47FC15C9E49F}"/>
                </a:ext>
              </a:extLst>
            </p:cNvPr>
            <p:cNvGrpSpPr/>
            <p:nvPr/>
          </p:nvGrpSpPr>
          <p:grpSpPr>
            <a:xfrm>
              <a:off x="198103" y="1798286"/>
              <a:ext cx="11795795" cy="4388940"/>
              <a:chOff x="198103" y="1798286"/>
              <a:chExt cx="11795795" cy="4388940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C40945D-828C-DF37-F2B2-4B67DEDFDF40}"/>
                  </a:ext>
                </a:extLst>
              </p:cNvPr>
              <p:cNvGrpSpPr/>
              <p:nvPr/>
            </p:nvGrpSpPr>
            <p:grpSpPr>
              <a:xfrm>
                <a:off x="198103" y="2861249"/>
                <a:ext cx="11795795" cy="3325977"/>
                <a:chOff x="142683" y="2759652"/>
                <a:chExt cx="11795795" cy="3325977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3BFAFFE8-1809-0969-0C0D-ECC97E88A9D1}"/>
                    </a:ext>
                  </a:extLst>
                </p:cNvPr>
                <p:cNvGrpSpPr/>
                <p:nvPr/>
              </p:nvGrpSpPr>
              <p:grpSpPr>
                <a:xfrm>
                  <a:off x="3035965" y="2759652"/>
                  <a:ext cx="6014112" cy="3286322"/>
                  <a:chOff x="3085229" y="2759652"/>
                  <a:chExt cx="6014112" cy="3286322"/>
                </a:xfrm>
              </p:grpSpPr>
              <p:sp>
                <p:nvSpPr>
                  <p:cNvPr id="8" name="Freeform: Shape 7">
                    <a:extLst>
                      <a:ext uri="{FF2B5EF4-FFF2-40B4-BE49-F238E27FC236}">
                        <a16:creationId xmlns:a16="http://schemas.microsoft.com/office/drawing/2014/main" id="{FF1133E8-907C-230F-7BEB-DE767450EDC6}"/>
                      </a:ext>
                    </a:extLst>
                  </p:cNvPr>
                  <p:cNvSpPr/>
                  <p:nvPr/>
                </p:nvSpPr>
                <p:spPr>
                  <a:xfrm>
                    <a:off x="4377785" y="2992252"/>
                    <a:ext cx="958595" cy="1196149"/>
                  </a:xfrm>
                  <a:custGeom>
                    <a:avLst/>
                    <a:gdLst>
                      <a:gd name="connsiteX0" fmla="*/ -21 w 958595"/>
                      <a:gd name="connsiteY0" fmla="*/ 1196037 h 1196149"/>
                      <a:gd name="connsiteX1" fmla="*/ 958575 w 958595"/>
                      <a:gd name="connsiteY1" fmla="*/ -113 h 11961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958595" h="1196149">
                        <a:moveTo>
                          <a:pt x="-21" y="1196037"/>
                        </a:moveTo>
                        <a:cubicBezTo>
                          <a:pt x="121318" y="672447"/>
                          <a:pt x="474000" y="232373"/>
                          <a:pt x="958575" y="-113"/>
                        </a:cubicBezTo>
                      </a:path>
                    </a:pathLst>
                  </a:custGeom>
                  <a:noFill/>
                  <a:ln w="28575" cap="flat">
                    <a:solidFill>
                      <a:schemeClr val="accent5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9" name="Freeform: Shape 8">
                    <a:extLst>
                      <a:ext uri="{FF2B5EF4-FFF2-40B4-BE49-F238E27FC236}">
                        <a16:creationId xmlns:a16="http://schemas.microsoft.com/office/drawing/2014/main" id="{9B0290CE-FD0B-8EAB-2664-D5B2FC52226E}"/>
                      </a:ext>
                    </a:extLst>
                  </p:cNvPr>
                  <p:cNvSpPr/>
                  <p:nvPr/>
                </p:nvSpPr>
                <p:spPr>
                  <a:xfrm>
                    <a:off x="4332520" y="4188401"/>
                    <a:ext cx="382544" cy="1494663"/>
                  </a:xfrm>
                  <a:custGeom>
                    <a:avLst/>
                    <a:gdLst>
                      <a:gd name="connsiteX0" fmla="*/ 382524 w 382544"/>
                      <a:gd name="connsiteY0" fmla="*/ 1494550 h 1494663"/>
                      <a:gd name="connsiteX1" fmla="*/ 45244 w 382544"/>
                      <a:gd name="connsiteY1" fmla="*/ -113 h 14946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82544" h="1494663">
                        <a:moveTo>
                          <a:pt x="382524" y="1494550"/>
                        </a:moveTo>
                        <a:cubicBezTo>
                          <a:pt x="48511" y="1073612"/>
                          <a:pt x="-75628" y="523476"/>
                          <a:pt x="45244" y="-113"/>
                        </a:cubicBezTo>
                      </a:path>
                    </a:pathLst>
                  </a:custGeom>
                  <a:noFill/>
                  <a:ln w="28575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10" name="Freeform: Shape 9">
                    <a:extLst>
                      <a:ext uri="{FF2B5EF4-FFF2-40B4-BE49-F238E27FC236}">
                        <a16:creationId xmlns:a16="http://schemas.microsoft.com/office/drawing/2014/main" id="{1FAA3FB8-F354-AB1C-3A67-078B5D14951A}"/>
                      </a:ext>
                    </a:extLst>
                  </p:cNvPr>
                  <p:cNvSpPr/>
                  <p:nvPr/>
                </p:nvSpPr>
                <p:spPr>
                  <a:xfrm>
                    <a:off x="7480268" y="4194783"/>
                    <a:ext cx="384373" cy="1490376"/>
                  </a:xfrm>
                  <a:custGeom>
                    <a:avLst/>
                    <a:gdLst>
                      <a:gd name="connsiteX0" fmla="*/ 340593 w 384373"/>
                      <a:gd name="connsiteY0" fmla="*/ -113 h 1490376"/>
                      <a:gd name="connsiteX1" fmla="*/ -21 w 384373"/>
                      <a:gd name="connsiteY1" fmla="*/ 1490264 h 14903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84373" h="1490376">
                        <a:moveTo>
                          <a:pt x="340593" y="-113"/>
                        </a:moveTo>
                        <a:cubicBezTo>
                          <a:pt x="459170" y="522629"/>
                          <a:pt x="333859" y="1070926"/>
                          <a:pt x="-21" y="1490264"/>
                        </a:cubicBezTo>
                      </a:path>
                    </a:pathLst>
                  </a:custGeom>
                  <a:noFill/>
                  <a:ln w="28575" cap="flat">
                    <a:solidFill>
                      <a:schemeClr val="accent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11" name="Freeform: Shape 10">
                    <a:extLst>
                      <a:ext uri="{FF2B5EF4-FFF2-40B4-BE49-F238E27FC236}">
                        <a16:creationId xmlns:a16="http://schemas.microsoft.com/office/drawing/2014/main" id="{F89F48F6-5A04-BAC6-1F11-0D31AB0999FC}"/>
                      </a:ext>
                    </a:extLst>
                  </p:cNvPr>
                  <p:cNvSpPr/>
                  <p:nvPr/>
                </p:nvSpPr>
                <p:spPr>
                  <a:xfrm>
                    <a:off x="6868382" y="2995776"/>
                    <a:ext cx="952500" cy="1199007"/>
                  </a:xfrm>
                  <a:custGeom>
                    <a:avLst/>
                    <a:gdLst>
                      <a:gd name="connsiteX0" fmla="*/ -21 w 952500"/>
                      <a:gd name="connsiteY0" fmla="*/ -113 h 1199007"/>
                      <a:gd name="connsiteX1" fmla="*/ 952480 w 952500"/>
                      <a:gd name="connsiteY1" fmla="*/ 1198894 h 11990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952500" h="1199007">
                        <a:moveTo>
                          <a:pt x="-21" y="-113"/>
                        </a:moveTo>
                        <a:cubicBezTo>
                          <a:pt x="482897" y="234412"/>
                          <a:pt x="833264" y="675448"/>
                          <a:pt x="952480" y="1198894"/>
                        </a:cubicBezTo>
                      </a:path>
                    </a:pathLst>
                  </a:custGeom>
                  <a:noFill/>
                  <a:ln w="28575" cap="flat">
                    <a:solidFill>
                      <a:schemeClr val="accent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12" name="Freeform: Shape 11">
                    <a:extLst>
                      <a:ext uri="{FF2B5EF4-FFF2-40B4-BE49-F238E27FC236}">
                        <a16:creationId xmlns:a16="http://schemas.microsoft.com/office/drawing/2014/main" id="{09CD448C-2D0D-C55C-9D3C-FD571C771F50}"/>
                      </a:ext>
                    </a:extLst>
                  </p:cNvPr>
                  <p:cNvSpPr/>
                  <p:nvPr/>
                </p:nvSpPr>
                <p:spPr>
                  <a:xfrm>
                    <a:off x="5336381" y="2819702"/>
                    <a:ext cx="1532191" cy="176074"/>
                  </a:xfrm>
                  <a:custGeom>
                    <a:avLst/>
                    <a:gdLst>
                      <a:gd name="connsiteX0" fmla="*/ -21 w 1532191"/>
                      <a:gd name="connsiteY0" fmla="*/ 172437 h 176074"/>
                      <a:gd name="connsiteX1" fmla="*/ 1532171 w 1532191"/>
                      <a:gd name="connsiteY1" fmla="*/ 175961 h 17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532191" h="176074">
                        <a:moveTo>
                          <a:pt x="-21" y="172437"/>
                        </a:moveTo>
                        <a:cubicBezTo>
                          <a:pt x="484802" y="-58858"/>
                          <a:pt x="1048415" y="-57563"/>
                          <a:pt x="1532171" y="175961"/>
                        </a:cubicBezTo>
                      </a:path>
                    </a:pathLst>
                  </a:custGeom>
                  <a:noFill/>
                  <a:ln w="28575" cap="flat">
                    <a:solidFill>
                      <a:schemeClr val="accent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C7DD9E46-4ECF-196E-DAF6-373E01217201}"/>
                      </a:ext>
                    </a:extLst>
                  </p:cNvPr>
                  <p:cNvSpPr/>
                  <p:nvPr/>
                </p:nvSpPr>
                <p:spPr>
                  <a:xfrm>
                    <a:off x="4949666" y="5077941"/>
                    <a:ext cx="2285238" cy="968033"/>
                  </a:xfrm>
                  <a:custGeom>
                    <a:avLst/>
                    <a:gdLst>
                      <a:gd name="connsiteX0" fmla="*/ 1766010 w 2285238"/>
                      <a:gd name="connsiteY0" fmla="*/ -113 h 968033"/>
                      <a:gd name="connsiteX1" fmla="*/ 1154028 w 2285238"/>
                      <a:gd name="connsiteY1" fmla="*/ 302782 h 968033"/>
                      <a:gd name="connsiteX2" fmla="*/ 1148694 w 2285238"/>
                      <a:gd name="connsiteY2" fmla="*/ 302782 h 968033"/>
                      <a:gd name="connsiteX3" fmla="*/ 520616 w 2285238"/>
                      <a:gd name="connsiteY3" fmla="*/ 7031 h 968033"/>
                      <a:gd name="connsiteX4" fmla="*/ -21 w 2285238"/>
                      <a:gd name="connsiteY4" fmla="*/ 420607 h 968033"/>
                      <a:gd name="connsiteX5" fmla="*/ 1147266 w 2285238"/>
                      <a:gd name="connsiteY5" fmla="*/ 967913 h 968033"/>
                      <a:gd name="connsiteX6" fmla="*/ 1154028 w 2285238"/>
                      <a:gd name="connsiteY6" fmla="*/ 967913 h 968033"/>
                      <a:gd name="connsiteX7" fmla="*/ 2285218 w 2285238"/>
                      <a:gd name="connsiteY7" fmla="*/ 415463 h 9680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285238" h="968033">
                        <a:moveTo>
                          <a:pt x="1766010" y="-113"/>
                        </a:moveTo>
                        <a:cubicBezTo>
                          <a:pt x="1617648" y="187387"/>
                          <a:pt x="1393087" y="298534"/>
                          <a:pt x="1154028" y="302782"/>
                        </a:cubicBezTo>
                        <a:lnTo>
                          <a:pt x="1148694" y="302782"/>
                        </a:lnTo>
                        <a:cubicBezTo>
                          <a:pt x="905207" y="305078"/>
                          <a:pt x="673959" y="196188"/>
                          <a:pt x="520616" y="7031"/>
                        </a:cubicBezTo>
                        <a:lnTo>
                          <a:pt x="-21" y="420607"/>
                        </a:lnTo>
                        <a:cubicBezTo>
                          <a:pt x="279310" y="767974"/>
                          <a:pt x="701515" y="969389"/>
                          <a:pt x="1147266" y="967913"/>
                        </a:cubicBezTo>
                        <a:lnTo>
                          <a:pt x="1154028" y="967913"/>
                        </a:lnTo>
                        <a:cubicBezTo>
                          <a:pt x="1595007" y="963331"/>
                          <a:pt x="2010469" y="760420"/>
                          <a:pt x="2285218" y="415463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15" name="Freeform: Shape 14">
                    <a:extLst>
                      <a:ext uri="{FF2B5EF4-FFF2-40B4-BE49-F238E27FC236}">
                        <a16:creationId xmlns:a16="http://schemas.microsoft.com/office/drawing/2014/main" id="{71368118-B4A0-2A30-7C2A-7F489A616D84}"/>
                      </a:ext>
                    </a:extLst>
                  </p:cNvPr>
                  <p:cNvSpPr/>
                  <p:nvPr/>
                </p:nvSpPr>
                <p:spPr>
                  <a:xfrm>
                    <a:off x="6715696" y="4263649"/>
                    <a:ext cx="836454" cy="1229772"/>
                  </a:xfrm>
                  <a:custGeom>
                    <a:avLst/>
                    <a:gdLst>
                      <a:gd name="connsiteX0" fmla="*/ 519187 w 836454"/>
                      <a:gd name="connsiteY0" fmla="*/ 1229660 h 1229772"/>
                      <a:gd name="connsiteX1" fmla="*/ -21 w 836454"/>
                      <a:gd name="connsiteY1" fmla="*/ 814275 h 1229772"/>
                      <a:gd name="connsiteX2" fmla="*/ 152379 w 836454"/>
                      <a:gd name="connsiteY2" fmla="*/ 146762 h 1229772"/>
                      <a:gd name="connsiteX3" fmla="*/ 800841 w 836454"/>
                      <a:gd name="connsiteY3" fmla="*/ -113 h 1229772"/>
                      <a:gd name="connsiteX4" fmla="*/ 519187 w 836454"/>
                      <a:gd name="connsiteY4" fmla="*/ 1229660 h 1229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36454" h="1229772">
                        <a:moveTo>
                          <a:pt x="519187" y="1229660"/>
                        </a:moveTo>
                        <a:lnTo>
                          <a:pt x="-21" y="814275"/>
                        </a:lnTo>
                        <a:cubicBezTo>
                          <a:pt x="148703" y="626070"/>
                          <a:pt x="204691" y="380868"/>
                          <a:pt x="152379" y="146762"/>
                        </a:cubicBezTo>
                        <a:lnTo>
                          <a:pt x="800841" y="-113"/>
                        </a:lnTo>
                        <a:cubicBezTo>
                          <a:pt x="897815" y="431312"/>
                          <a:pt x="794259" y="883445"/>
                          <a:pt x="519187" y="122966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16" name="Freeform: Shape 15">
                    <a:extLst>
                      <a:ext uri="{FF2B5EF4-FFF2-40B4-BE49-F238E27FC236}">
                        <a16:creationId xmlns:a16="http://schemas.microsoft.com/office/drawing/2014/main" id="{842C9C7B-F5F1-420B-62CD-A9162052CCBB}"/>
                      </a:ext>
                    </a:extLst>
                  </p:cNvPr>
                  <p:cNvSpPr/>
                  <p:nvPr/>
                </p:nvSpPr>
                <p:spPr>
                  <a:xfrm>
                    <a:off x="5464968" y="3121474"/>
                    <a:ext cx="1269491" cy="748411"/>
                  </a:xfrm>
                  <a:custGeom>
                    <a:avLst/>
                    <a:gdLst>
                      <a:gd name="connsiteX0" fmla="*/ 1269471 w 1269491"/>
                      <a:gd name="connsiteY0" fmla="*/ 149748 h 748411"/>
                      <a:gd name="connsiteX1" fmla="*/ 980007 w 1269491"/>
                      <a:gd name="connsiteY1" fmla="*/ 748299 h 748411"/>
                      <a:gd name="connsiteX2" fmla="*/ 287539 w 1269491"/>
                      <a:gd name="connsiteY2" fmla="*/ 740107 h 748411"/>
                      <a:gd name="connsiteX3" fmla="*/ -21 w 1269491"/>
                      <a:gd name="connsiteY3" fmla="*/ 140699 h 748411"/>
                      <a:gd name="connsiteX4" fmla="*/ 144759 w 1269491"/>
                      <a:gd name="connsiteY4" fmla="*/ 81454 h 748411"/>
                      <a:gd name="connsiteX5" fmla="*/ 1269471 w 1269491"/>
                      <a:gd name="connsiteY5" fmla="*/ 149748 h 7484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69491" h="748411">
                        <a:moveTo>
                          <a:pt x="1269471" y="149748"/>
                        </a:moveTo>
                        <a:lnTo>
                          <a:pt x="980007" y="748299"/>
                        </a:lnTo>
                        <a:cubicBezTo>
                          <a:pt x="762465" y="640295"/>
                          <a:pt x="507576" y="637285"/>
                          <a:pt x="287539" y="740107"/>
                        </a:cubicBezTo>
                        <a:lnTo>
                          <a:pt x="-21" y="140699"/>
                        </a:lnTo>
                        <a:cubicBezTo>
                          <a:pt x="47166" y="118411"/>
                          <a:pt x="95487" y="98637"/>
                          <a:pt x="144759" y="81454"/>
                        </a:cubicBezTo>
                        <a:cubicBezTo>
                          <a:pt x="513672" y="-47410"/>
                          <a:pt x="918866" y="-22807"/>
                          <a:pt x="1269471" y="14974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C9BE1DE2-18D1-CD2D-86FD-2CEA48C15CEC}"/>
                      </a:ext>
                    </a:extLst>
                  </p:cNvPr>
                  <p:cNvSpPr/>
                  <p:nvPr/>
                </p:nvSpPr>
                <p:spPr>
                  <a:xfrm>
                    <a:off x="4666011" y="3262286"/>
                    <a:ext cx="1086516" cy="1141857"/>
                  </a:xfrm>
                  <a:custGeom>
                    <a:avLst/>
                    <a:gdLst>
                      <a:gd name="connsiteX0" fmla="*/ 647679 w 1086516"/>
                      <a:gd name="connsiteY0" fmla="*/ 1141744 h 1141857"/>
                      <a:gd name="connsiteX1" fmla="*/ -21 w 1086516"/>
                      <a:gd name="connsiteY1" fmla="*/ 992773 h 1141857"/>
                      <a:gd name="connsiteX2" fmla="*/ 798936 w 1086516"/>
                      <a:gd name="connsiteY2" fmla="*/ -113 h 1141857"/>
                      <a:gd name="connsiteX3" fmla="*/ 1086496 w 1086516"/>
                      <a:gd name="connsiteY3" fmla="*/ 599295 h 1141857"/>
                      <a:gd name="connsiteX4" fmla="*/ 647679 w 1086516"/>
                      <a:gd name="connsiteY4" fmla="*/ 1141744 h 11418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86516" h="1141857">
                        <a:moveTo>
                          <a:pt x="647679" y="1141744"/>
                        </a:moveTo>
                        <a:lnTo>
                          <a:pt x="-21" y="992773"/>
                        </a:lnTo>
                        <a:cubicBezTo>
                          <a:pt x="100430" y="557033"/>
                          <a:pt x="394781" y="191235"/>
                          <a:pt x="798936" y="-113"/>
                        </a:cubicBezTo>
                        <a:lnTo>
                          <a:pt x="1086496" y="599295"/>
                        </a:lnTo>
                        <a:cubicBezTo>
                          <a:pt x="864592" y="703013"/>
                          <a:pt x="702763" y="903076"/>
                          <a:pt x="647679" y="114174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21EA0D56-C7C5-9931-5CB8-13390A7E925E}"/>
                      </a:ext>
                    </a:extLst>
                  </p:cNvPr>
                  <p:cNvSpPr/>
                  <p:nvPr/>
                </p:nvSpPr>
                <p:spPr>
                  <a:xfrm>
                    <a:off x="4628458" y="4255172"/>
                    <a:ext cx="841844" cy="1243488"/>
                  </a:xfrm>
                  <a:custGeom>
                    <a:avLst/>
                    <a:gdLst>
                      <a:gd name="connsiteX0" fmla="*/ 841824 w 841844"/>
                      <a:gd name="connsiteY0" fmla="*/ 829800 h 1243488"/>
                      <a:gd name="connsiteX1" fmla="*/ 321187 w 841844"/>
                      <a:gd name="connsiteY1" fmla="*/ 1243376 h 1243488"/>
                      <a:gd name="connsiteX2" fmla="*/ 37152 w 841844"/>
                      <a:gd name="connsiteY2" fmla="*/ -113 h 1243488"/>
                      <a:gd name="connsiteX3" fmla="*/ 684852 w 841844"/>
                      <a:gd name="connsiteY3" fmla="*/ 148858 h 1243488"/>
                      <a:gd name="connsiteX4" fmla="*/ 841824 w 841844"/>
                      <a:gd name="connsiteY4" fmla="*/ 829800 h 12434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41844" h="1243488">
                        <a:moveTo>
                          <a:pt x="841824" y="829800"/>
                        </a:moveTo>
                        <a:lnTo>
                          <a:pt x="321187" y="1243376"/>
                        </a:lnTo>
                        <a:cubicBezTo>
                          <a:pt x="41638" y="893980"/>
                          <a:pt x="-62975" y="436009"/>
                          <a:pt x="37152" y="-113"/>
                        </a:cubicBezTo>
                        <a:lnTo>
                          <a:pt x="684852" y="148858"/>
                        </a:lnTo>
                        <a:cubicBezTo>
                          <a:pt x="629683" y="387897"/>
                          <a:pt x="687576" y="639034"/>
                          <a:pt x="841824" y="82980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19" name="Freeform: Shape 18">
                    <a:extLst>
                      <a:ext uri="{FF2B5EF4-FFF2-40B4-BE49-F238E27FC236}">
                        <a16:creationId xmlns:a16="http://schemas.microsoft.com/office/drawing/2014/main" id="{EDD76D9D-B879-DE1B-C908-245E99749A3F}"/>
                      </a:ext>
                    </a:extLst>
                  </p:cNvPr>
                  <p:cNvSpPr/>
                  <p:nvPr/>
                </p:nvSpPr>
                <p:spPr>
                  <a:xfrm rot="21585000">
                    <a:off x="5481591" y="3968219"/>
                    <a:ext cx="1234248" cy="1234248"/>
                  </a:xfrm>
                  <a:custGeom>
                    <a:avLst/>
                    <a:gdLst>
                      <a:gd name="connsiteX0" fmla="*/ 1234228 w 1234248"/>
                      <a:gd name="connsiteY0" fmla="*/ 617011 h 1234248"/>
                      <a:gd name="connsiteX1" fmla="*/ 617104 w 1234248"/>
                      <a:gd name="connsiteY1" fmla="*/ 1234136 h 1234248"/>
                      <a:gd name="connsiteX2" fmla="*/ -21 w 1234248"/>
                      <a:gd name="connsiteY2" fmla="*/ 617011 h 1234248"/>
                      <a:gd name="connsiteX3" fmla="*/ 617104 w 1234248"/>
                      <a:gd name="connsiteY3" fmla="*/ -113 h 1234248"/>
                      <a:gd name="connsiteX4" fmla="*/ 1234228 w 1234248"/>
                      <a:gd name="connsiteY4" fmla="*/ 617011 h 1234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34248" h="1234248">
                        <a:moveTo>
                          <a:pt x="1234228" y="617011"/>
                        </a:moveTo>
                        <a:cubicBezTo>
                          <a:pt x="1234228" y="957840"/>
                          <a:pt x="957932" y="1234136"/>
                          <a:pt x="617104" y="1234136"/>
                        </a:cubicBezTo>
                        <a:cubicBezTo>
                          <a:pt x="276275" y="1234136"/>
                          <a:pt x="-21" y="957840"/>
                          <a:pt x="-21" y="617011"/>
                        </a:cubicBezTo>
                        <a:cubicBezTo>
                          <a:pt x="-21" y="276183"/>
                          <a:pt x="276275" y="-113"/>
                          <a:pt x="617104" y="-113"/>
                        </a:cubicBezTo>
                        <a:cubicBezTo>
                          <a:pt x="957932" y="-113"/>
                          <a:pt x="1234228" y="276183"/>
                          <a:pt x="1234228" y="617011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87FBC194-38B0-B307-BD48-B3C6EBD6ECC4}"/>
                      </a:ext>
                    </a:extLst>
                  </p:cNvPr>
                  <p:cNvSpPr/>
                  <p:nvPr/>
                </p:nvSpPr>
                <p:spPr>
                  <a:xfrm>
                    <a:off x="5983224" y="2950152"/>
                    <a:ext cx="224313" cy="194310"/>
                  </a:xfrm>
                  <a:custGeom>
                    <a:avLst/>
                    <a:gdLst>
                      <a:gd name="connsiteX0" fmla="*/ 112109 w 224313"/>
                      <a:gd name="connsiteY0" fmla="*/ 0 h 194310"/>
                      <a:gd name="connsiteX1" fmla="*/ 168212 w 224313"/>
                      <a:gd name="connsiteY1" fmla="*/ 97155 h 194310"/>
                      <a:gd name="connsiteX2" fmla="*/ 224314 w 224313"/>
                      <a:gd name="connsiteY2" fmla="*/ 194310 h 194310"/>
                      <a:gd name="connsiteX3" fmla="*/ 112109 w 224313"/>
                      <a:gd name="connsiteY3" fmla="*/ 194310 h 194310"/>
                      <a:gd name="connsiteX4" fmla="*/ 0 w 224313"/>
                      <a:gd name="connsiteY4" fmla="*/ 194310 h 194310"/>
                      <a:gd name="connsiteX5" fmla="*/ 56102 w 224313"/>
                      <a:gd name="connsiteY5" fmla="*/ 97155 h 194310"/>
                      <a:gd name="connsiteX6" fmla="*/ 112109 w 224313"/>
                      <a:gd name="connsiteY6" fmla="*/ 0 h 1943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4313" h="194310">
                        <a:moveTo>
                          <a:pt x="112109" y="0"/>
                        </a:moveTo>
                        <a:lnTo>
                          <a:pt x="168212" y="97155"/>
                        </a:lnTo>
                        <a:lnTo>
                          <a:pt x="224314" y="194310"/>
                        </a:lnTo>
                        <a:lnTo>
                          <a:pt x="112109" y="194310"/>
                        </a:lnTo>
                        <a:lnTo>
                          <a:pt x="0" y="194310"/>
                        </a:lnTo>
                        <a:lnTo>
                          <a:pt x="56102" y="97155"/>
                        </a:lnTo>
                        <a:lnTo>
                          <a:pt x="11210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22" name="Freeform: Shape 21">
                    <a:extLst>
                      <a:ext uri="{FF2B5EF4-FFF2-40B4-BE49-F238E27FC236}">
                        <a16:creationId xmlns:a16="http://schemas.microsoft.com/office/drawing/2014/main" id="{6F63442F-CD75-E683-826D-5CAD015441F2}"/>
                      </a:ext>
                    </a:extLst>
                  </p:cNvPr>
                  <p:cNvSpPr/>
                  <p:nvPr/>
                </p:nvSpPr>
                <p:spPr>
                  <a:xfrm>
                    <a:off x="4820507" y="3561371"/>
                    <a:ext cx="221646" cy="209073"/>
                  </a:xfrm>
                  <a:custGeom>
                    <a:avLst/>
                    <a:gdLst>
                      <a:gd name="connsiteX0" fmla="*/ 0 w 221646"/>
                      <a:gd name="connsiteY0" fmla="*/ 0 h 209073"/>
                      <a:gd name="connsiteX1" fmla="*/ 110776 w 221646"/>
                      <a:gd name="connsiteY1" fmla="*/ 17050 h 209073"/>
                      <a:gd name="connsiteX2" fmla="*/ 221647 w 221646"/>
                      <a:gd name="connsiteY2" fmla="*/ 34195 h 209073"/>
                      <a:gd name="connsiteX3" fmla="*/ 151352 w 221646"/>
                      <a:gd name="connsiteY3" fmla="*/ 121634 h 209073"/>
                      <a:gd name="connsiteX4" fmla="*/ 81153 w 221646"/>
                      <a:gd name="connsiteY4" fmla="*/ 209074 h 209073"/>
                      <a:gd name="connsiteX5" fmla="*/ 40577 w 221646"/>
                      <a:gd name="connsiteY5" fmla="*/ 104489 h 209073"/>
                      <a:gd name="connsiteX6" fmla="*/ 0 w 221646"/>
                      <a:gd name="connsiteY6" fmla="*/ 0 h 209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1646" h="209073">
                        <a:moveTo>
                          <a:pt x="0" y="0"/>
                        </a:moveTo>
                        <a:lnTo>
                          <a:pt x="110776" y="17050"/>
                        </a:lnTo>
                        <a:lnTo>
                          <a:pt x="221647" y="34195"/>
                        </a:lnTo>
                        <a:lnTo>
                          <a:pt x="151352" y="121634"/>
                        </a:lnTo>
                        <a:lnTo>
                          <a:pt x="81153" y="209074"/>
                        </a:lnTo>
                        <a:lnTo>
                          <a:pt x="40577" y="10448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23" name="Freeform: Shape 22">
                    <a:extLst>
                      <a:ext uri="{FF2B5EF4-FFF2-40B4-BE49-F238E27FC236}">
                        <a16:creationId xmlns:a16="http://schemas.microsoft.com/office/drawing/2014/main" id="{8784832B-3355-019D-40DA-32D291026DF6}"/>
                      </a:ext>
                    </a:extLst>
                  </p:cNvPr>
                  <p:cNvSpPr/>
                  <p:nvPr/>
                </p:nvSpPr>
                <p:spPr>
                  <a:xfrm>
                    <a:off x="4501515" y="4798573"/>
                    <a:ext cx="214407" cy="218598"/>
                  </a:xfrm>
                  <a:custGeom>
                    <a:avLst/>
                    <a:gdLst>
                      <a:gd name="connsiteX0" fmla="*/ 0 w 214407"/>
                      <a:gd name="connsiteY0" fmla="*/ 152686 h 218598"/>
                      <a:gd name="connsiteX1" fmla="*/ 82105 w 214407"/>
                      <a:gd name="connsiteY1" fmla="*/ 76391 h 218598"/>
                      <a:gd name="connsiteX2" fmla="*/ 164211 w 214407"/>
                      <a:gd name="connsiteY2" fmla="*/ 0 h 218598"/>
                      <a:gd name="connsiteX3" fmla="*/ 189262 w 214407"/>
                      <a:gd name="connsiteY3" fmla="*/ 109252 h 218598"/>
                      <a:gd name="connsiteX4" fmla="*/ 214408 w 214407"/>
                      <a:gd name="connsiteY4" fmla="*/ 218599 h 218598"/>
                      <a:gd name="connsiteX5" fmla="*/ 107156 w 214407"/>
                      <a:gd name="connsiteY5" fmla="*/ 185642 h 218598"/>
                      <a:gd name="connsiteX6" fmla="*/ 0 w 214407"/>
                      <a:gd name="connsiteY6" fmla="*/ 152686 h 2185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4407" h="218598">
                        <a:moveTo>
                          <a:pt x="0" y="152686"/>
                        </a:moveTo>
                        <a:lnTo>
                          <a:pt x="82105" y="76391"/>
                        </a:lnTo>
                        <a:lnTo>
                          <a:pt x="164211" y="0"/>
                        </a:lnTo>
                        <a:lnTo>
                          <a:pt x="189262" y="109252"/>
                        </a:lnTo>
                        <a:lnTo>
                          <a:pt x="214408" y="218599"/>
                        </a:lnTo>
                        <a:lnTo>
                          <a:pt x="107156" y="185642"/>
                        </a:lnTo>
                        <a:lnTo>
                          <a:pt x="0" y="152686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24" name="Freeform: Shape 23">
                    <a:extLst>
                      <a:ext uri="{FF2B5EF4-FFF2-40B4-BE49-F238E27FC236}">
                        <a16:creationId xmlns:a16="http://schemas.microsoft.com/office/drawing/2014/main" id="{2554BE4A-FB31-8BF9-F41E-92DCC20DE20C}"/>
                      </a:ext>
                    </a:extLst>
                  </p:cNvPr>
                  <p:cNvSpPr/>
                  <p:nvPr/>
                </p:nvSpPr>
                <p:spPr>
                  <a:xfrm>
                    <a:off x="7153465" y="3561371"/>
                    <a:ext cx="221646" cy="209073"/>
                  </a:xfrm>
                  <a:custGeom>
                    <a:avLst/>
                    <a:gdLst>
                      <a:gd name="connsiteX0" fmla="*/ 221647 w 221646"/>
                      <a:gd name="connsiteY0" fmla="*/ 0 h 209073"/>
                      <a:gd name="connsiteX1" fmla="*/ 110871 w 221646"/>
                      <a:gd name="connsiteY1" fmla="*/ 17050 h 209073"/>
                      <a:gd name="connsiteX2" fmla="*/ 0 w 221646"/>
                      <a:gd name="connsiteY2" fmla="*/ 34195 h 209073"/>
                      <a:gd name="connsiteX3" fmla="*/ 70199 w 221646"/>
                      <a:gd name="connsiteY3" fmla="*/ 121634 h 209073"/>
                      <a:gd name="connsiteX4" fmla="*/ 140494 w 221646"/>
                      <a:gd name="connsiteY4" fmla="*/ 209074 h 209073"/>
                      <a:gd name="connsiteX5" fmla="*/ 181070 w 221646"/>
                      <a:gd name="connsiteY5" fmla="*/ 104489 h 209073"/>
                      <a:gd name="connsiteX6" fmla="*/ 221647 w 221646"/>
                      <a:gd name="connsiteY6" fmla="*/ 0 h 209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1646" h="209073">
                        <a:moveTo>
                          <a:pt x="221647" y="0"/>
                        </a:moveTo>
                        <a:lnTo>
                          <a:pt x="110871" y="17050"/>
                        </a:lnTo>
                        <a:lnTo>
                          <a:pt x="0" y="34195"/>
                        </a:lnTo>
                        <a:lnTo>
                          <a:pt x="70199" y="121634"/>
                        </a:lnTo>
                        <a:lnTo>
                          <a:pt x="140494" y="209074"/>
                        </a:lnTo>
                        <a:lnTo>
                          <a:pt x="181070" y="104489"/>
                        </a:lnTo>
                        <a:lnTo>
                          <a:pt x="22164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8FDBE66B-ADE2-3CC0-2A80-EF9C03CA60CB}"/>
                      </a:ext>
                    </a:extLst>
                  </p:cNvPr>
                  <p:cNvSpPr/>
                  <p:nvPr/>
                </p:nvSpPr>
                <p:spPr>
                  <a:xfrm>
                    <a:off x="7479696" y="4798573"/>
                    <a:ext cx="214408" cy="218598"/>
                  </a:xfrm>
                  <a:custGeom>
                    <a:avLst/>
                    <a:gdLst>
                      <a:gd name="connsiteX0" fmla="*/ 214408 w 214408"/>
                      <a:gd name="connsiteY0" fmla="*/ 152686 h 218598"/>
                      <a:gd name="connsiteX1" fmla="*/ 132302 w 214408"/>
                      <a:gd name="connsiteY1" fmla="*/ 76391 h 218598"/>
                      <a:gd name="connsiteX2" fmla="*/ 50197 w 214408"/>
                      <a:gd name="connsiteY2" fmla="*/ 0 h 218598"/>
                      <a:gd name="connsiteX3" fmla="*/ 25146 w 214408"/>
                      <a:gd name="connsiteY3" fmla="*/ 109252 h 218598"/>
                      <a:gd name="connsiteX4" fmla="*/ 0 w 214408"/>
                      <a:gd name="connsiteY4" fmla="*/ 218599 h 218598"/>
                      <a:gd name="connsiteX5" fmla="*/ 107252 w 214408"/>
                      <a:gd name="connsiteY5" fmla="*/ 185642 h 218598"/>
                      <a:gd name="connsiteX6" fmla="*/ 214408 w 214408"/>
                      <a:gd name="connsiteY6" fmla="*/ 152686 h 2185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4408" h="218598">
                        <a:moveTo>
                          <a:pt x="214408" y="152686"/>
                        </a:moveTo>
                        <a:lnTo>
                          <a:pt x="132302" y="76391"/>
                        </a:lnTo>
                        <a:lnTo>
                          <a:pt x="50197" y="0"/>
                        </a:lnTo>
                        <a:lnTo>
                          <a:pt x="25146" y="109252"/>
                        </a:lnTo>
                        <a:lnTo>
                          <a:pt x="0" y="218599"/>
                        </a:lnTo>
                        <a:lnTo>
                          <a:pt x="107252" y="185642"/>
                        </a:lnTo>
                        <a:lnTo>
                          <a:pt x="214408" y="152686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3A8052FB-8640-1E75-9165-42D27ADD35B9}"/>
                      </a:ext>
                    </a:extLst>
                  </p:cNvPr>
                  <p:cNvSpPr/>
                  <p:nvPr/>
                </p:nvSpPr>
                <p:spPr>
                  <a:xfrm>
                    <a:off x="6444996" y="3271335"/>
                    <a:ext cx="1071847" cy="1139189"/>
                  </a:xfrm>
                  <a:custGeom>
                    <a:avLst/>
                    <a:gdLst>
                      <a:gd name="connsiteX0" fmla="*/ 1071827 w 1071847"/>
                      <a:gd name="connsiteY0" fmla="*/ 992202 h 1139189"/>
                      <a:gd name="connsiteX1" fmla="*/ 423365 w 1071847"/>
                      <a:gd name="connsiteY1" fmla="*/ 1139077 h 1139189"/>
                      <a:gd name="connsiteX2" fmla="*/ -21 w 1071847"/>
                      <a:gd name="connsiteY2" fmla="*/ 598438 h 1139189"/>
                      <a:gd name="connsiteX3" fmla="*/ 289444 w 1071847"/>
                      <a:gd name="connsiteY3" fmla="*/ -113 h 1139189"/>
                      <a:gd name="connsiteX4" fmla="*/ 1071827 w 1071847"/>
                      <a:gd name="connsiteY4" fmla="*/ 992202 h 11391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71847" h="1139189">
                        <a:moveTo>
                          <a:pt x="1071827" y="992202"/>
                        </a:moveTo>
                        <a:lnTo>
                          <a:pt x="423365" y="1139077"/>
                        </a:lnTo>
                        <a:cubicBezTo>
                          <a:pt x="371149" y="904162"/>
                          <a:pt x="215530" y="705442"/>
                          <a:pt x="-21" y="598438"/>
                        </a:cubicBezTo>
                        <a:lnTo>
                          <a:pt x="289444" y="-113"/>
                        </a:lnTo>
                        <a:cubicBezTo>
                          <a:pt x="686922" y="195273"/>
                          <a:pt x="974577" y="560110"/>
                          <a:pt x="1071827" y="992202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FAF74C21-3B4B-152D-87CE-EB0A546E0B38}"/>
                      </a:ext>
                    </a:extLst>
                  </p:cNvPr>
                  <p:cNvSpPr/>
                  <p:nvPr/>
                </p:nvSpPr>
                <p:spPr>
                  <a:xfrm>
                    <a:off x="5457634" y="3246951"/>
                    <a:ext cx="302228" cy="629983"/>
                  </a:xfrm>
                  <a:custGeom>
                    <a:avLst/>
                    <a:gdLst>
                      <a:gd name="connsiteX0" fmla="*/ 0 w 302228"/>
                      <a:gd name="connsiteY0" fmla="*/ 0 h 629983"/>
                      <a:gd name="connsiteX1" fmla="*/ 302228 w 302228"/>
                      <a:gd name="connsiteY1" fmla="*/ 629984 h 6299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2228" h="629983">
                        <a:moveTo>
                          <a:pt x="0" y="0"/>
                        </a:moveTo>
                        <a:lnTo>
                          <a:pt x="302228" y="629984"/>
                        </a:lnTo>
                      </a:path>
                    </a:pathLst>
                  </a:custGeom>
                  <a:ln w="28575" cap="flat">
                    <a:solidFill>
                      <a:srgbClr val="F5F5F5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E00ADB5E-2628-6651-B1B9-DED2484F1489}"/>
                      </a:ext>
                    </a:extLst>
                  </p:cNvPr>
                  <p:cNvSpPr/>
                  <p:nvPr/>
                </p:nvSpPr>
                <p:spPr>
                  <a:xfrm>
                    <a:off x="6440709" y="3262191"/>
                    <a:ext cx="298132" cy="616743"/>
                  </a:xfrm>
                  <a:custGeom>
                    <a:avLst/>
                    <a:gdLst>
                      <a:gd name="connsiteX0" fmla="*/ 298132 w 298132"/>
                      <a:gd name="connsiteY0" fmla="*/ 0 h 616743"/>
                      <a:gd name="connsiteX1" fmla="*/ 0 w 298132"/>
                      <a:gd name="connsiteY1" fmla="*/ 616744 h 616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98132" h="616743">
                        <a:moveTo>
                          <a:pt x="298132" y="0"/>
                        </a:moveTo>
                        <a:lnTo>
                          <a:pt x="0" y="616744"/>
                        </a:lnTo>
                      </a:path>
                    </a:pathLst>
                  </a:custGeom>
                  <a:ln w="28575" cap="flat">
                    <a:solidFill>
                      <a:srgbClr val="F5F5F5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29" name="Freeform: Shape 28">
                    <a:extLst>
                      <a:ext uri="{FF2B5EF4-FFF2-40B4-BE49-F238E27FC236}">
                        <a16:creationId xmlns:a16="http://schemas.microsoft.com/office/drawing/2014/main" id="{45350C5F-2615-668C-5BE9-8E08D1534856}"/>
                      </a:ext>
                    </a:extLst>
                  </p:cNvPr>
                  <p:cNvSpPr/>
                  <p:nvPr/>
                </p:nvSpPr>
                <p:spPr>
                  <a:xfrm>
                    <a:off x="4652867" y="4252219"/>
                    <a:ext cx="673703" cy="154876"/>
                  </a:xfrm>
                  <a:custGeom>
                    <a:avLst/>
                    <a:gdLst>
                      <a:gd name="connsiteX0" fmla="*/ 0 w 673703"/>
                      <a:gd name="connsiteY0" fmla="*/ 0 h 154876"/>
                      <a:gd name="connsiteX1" fmla="*/ 673703 w 673703"/>
                      <a:gd name="connsiteY1" fmla="*/ 154877 h 1548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73703" h="154876">
                        <a:moveTo>
                          <a:pt x="0" y="0"/>
                        </a:moveTo>
                        <a:lnTo>
                          <a:pt x="673703" y="154877"/>
                        </a:lnTo>
                      </a:path>
                    </a:pathLst>
                  </a:custGeom>
                  <a:ln w="28575" cap="flat">
                    <a:solidFill>
                      <a:srgbClr val="F5F5F5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C885F240-B200-57BA-20D7-B32FE4268BCA}"/>
                      </a:ext>
                    </a:extLst>
                  </p:cNvPr>
                  <p:cNvSpPr/>
                  <p:nvPr/>
                </p:nvSpPr>
                <p:spPr>
                  <a:xfrm>
                    <a:off x="6868382" y="4263649"/>
                    <a:ext cx="648557" cy="146875"/>
                  </a:xfrm>
                  <a:custGeom>
                    <a:avLst/>
                    <a:gdLst>
                      <a:gd name="connsiteX0" fmla="*/ 648557 w 648557"/>
                      <a:gd name="connsiteY0" fmla="*/ 0 h 146875"/>
                      <a:gd name="connsiteX1" fmla="*/ 0 w 648557"/>
                      <a:gd name="connsiteY1" fmla="*/ 146876 h 1468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48557" h="146875">
                        <a:moveTo>
                          <a:pt x="648557" y="0"/>
                        </a:moveTo>
                        <a:lnTo>
                          <a:pt x="0" y="146876"/>
                        </a:lnTo>
                      </a:path>
                    </a:pathLst>
                  </a:custGeom>
                  <a:ln w="28575" cap="flat">
                    <a:solidFill>
                      <a:srgbClr val="F5F5F5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17C345CA-09AE-5E0B-0710-B06C8C4AE525}"/>
                      </a:ext>
                    </a:extLst>
                  </p:cNvPr>
                  <p:cNvSpPr/>
                  <p:nvPr/>
                </p:nvSpPr>
                <p:spPr>
                  <a:xfrm>
                    <a:off x="6037706" y="2759652"/>
                    <a:ext cx="120205" cy="120205"/>
                  </a:xfrm>
                  <a:custGeom>
                    <a:avLst/>
                    <a:gdLst>
                      <a:gd name="connsiteX0" fmla="*/ 120185 w 120205"/>
                      <a:gd name="connsiteY0" fmla="*/ 59895 h 120205"/>
                      <a:gd name="connsiteX1" fmla="*/ 60177 w 120205"/>
                      <a:gd name="connsiteY1" fmla="*/ 120093 h 120205"/>
                      <a:gd name="connsiteX2" fmla="*/ -21 w 120205"/>
                      <a:gd name="connsiteY2" fmla="*/ 60085 h 120205"/>
                      <a:gd name="connsiteX3" fmla="*/ 59987 w 120205"/>
                      <a:gd name="connsiteY3" fmla="*/ -113 h 120205"/>
                      <a:gd name="connsiteX4" fmla="*/ 60177 w 120205"/>
                      <a:gd name="connsiteY4" fmla="*/ -113 h 120205"/>
                      <a:gd name="connsiteX5" fmla="*/ 120185 w 120205"/>
                      <a:gd name="connsiteY5" fmla="*/ 59895 h 1202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0205" h="120205">
                        <a:moveTo>
                          <a:pt x="120185" y="59895"/>
                        </a:moveTo>
                        <a:cubicBezTo>
                          <a:pt x="120242" y="93089"/>
                          <a:pt x="93372" y="120035"/>
                          <a:pt x="60177" y="120093"/>
                        </a:cubicBezTo>
                        <a:cubicBezTo>
                          <a:pt x="26983" y="120150"/>
                          <a:pt x="36" y="93280"/>
                          <a:pt x="-21" y="60085"/>
                        </a:cubicBezTo>
                        <a:cubicBezTo>
                          <a:pt x="-68" y="26891"/>
                          <a:pt x="26792" y="-56"/>
                          <a:pt x="59987" y="-113"/>
                        </a:cubicBezTo>
                        <a:cubicBezTo>
                          <a:pt x="60054" y="-113"/>
                          <a:pt x="60111" y="-113"/>
                          <a:pt x="60177" y="-113"/>
                        </a:cubicBezTo>
                        <a:cubicBezTo>
                          <a:pt x="93296" y="-56"/>
                          <a:pt x="120137" y="26776"/>
                          <a:pt x="120185" y="5989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37" name="Freeform: Shape 36">
                    <a:extLst>
                      <a:ext uri="{FF2B5EF4-FFF2-40B4-BE49-F238E27FC236}">
                        <a16:creationId xmlns:a16="http://schemas.microsoft.com/office/drawing/2014/main" id="{BD47CB04-4F0C-B017-2B6F-F47E95B8CAF8}"/>
                      </a:ext>
                    </a:extLst>
                  </p:cNvPr>
                  <p:cNvSpPr/>
                  <p:nvPr/>
                </p:nvSpPr>
                <p:spPr>
                  <a:xfrm>
                    <a:off x="4654867" y="3420686"/>
                    <a:ext cx="120205" cy="120205"/>
                  </a:xfrm>
                  <a:custGeom>
                    <a:avLst/>
                    <a:gdLst>
                      <a:gd name="connsiteX0" fmla="*/ 120185 w 120205"/>
                      <a:gd name="connsiteY0" fmla="*/ 59895 h 120205"/>
                      <a:gd name="connsiteX1" fmla="*/ 60177 w 120205"/>
                      <a:gd name="connsiteY1" fmla="*/ 120093 h 120205"/>
                      <a:gd name="connsiteX2" fmla="*/ -21 w 120205"/>
                      <a:gd name="connsiteY2" fmla="*/ 60085 h 120205"/>
                      <a:gd name="connsiteX3" fmla="*/ 59987 w 120205"/>
                      <a:gd name="connsiteY3" fmla="*/ -113 h 120205"/>
                      <a:gd name="connsiteX4" fmla="*/ 60177 w 120205"/>
                      <a:gd name="connsiteY4" fmla="*/ -113 h 120205"/>
                      <a:gd name="connsiteX5" fmla="*/ 120185 w 120205"/>
                      <a:gd name="connsiteY5" fmla="*/ 59895 h 1202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0205" h="120205">
                        <a:moveTo>
                          <a:pt x="120185" y="59895"/>
                        </a:moveTo>
                        <a:cubicBezTo>
                          <a:pt x="120242" y="93089"/>
                          <a:pt x="93372" y="120035"/>
                          <a:pt x="60177" y="120093"/>
                        </a:cubicBezTo>
                        <a:cubicBezTo>
                          <a:pt x="26983" y="120140"/>
                          <a:pt x="36" y="93280"/>
                          <a:pt x="-21" y="60085"/>
                        </a:cubicBezTo>
                        <a:cubicBezTo>
                          <a:pt x="-68" y="26891"/>
                          <a:pt x="26792" y="-56"/>
                          <a:pt x="59987" y="-113"/>
                        </a:cubicBezTo>
                        <a:cubicBezTo>
                          <a:pt x="60054" y="-113"/>
                          <a:pt x="60111" y="-113"/>
                          <a:pt x="60177" y="-113"/>
                        </a:cubicBezTo>
                        <a:cubicBezTo>
                          <a:pt x="93296" y="-56"/>
                          <a:pt x="120137" y="26776"/>
                          <a:pt x="120185" y="59895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38" name="Freeform: Shape 37">
                    <a:extLst>
                      <a:ext uri="{FF2B5EF4-FFF2-40B4-BE49-F238E27FC236}">
                        <a16:creationId xmlns:a16="http://schemas.microsoft.com/office/drawing/2014/main" id="{70FDBEAD-0035-D56A-CB11-4D4F14731968}"/>
                      </a:ext>
                    </a:extLst>
                  </p:cNvPr>
                  <p:cNvSpPr/>
                  <p:nvPr/>
                </p:nvSpPr>
                <p:spPr>
                  <a:xfrm>
                    <a:off x="3085229" y="3284098"/>
                    <a:ext cx="82296" cy="82296"/>
                  </a:xfrm>
                  <a:custGeom>
                    <a:avLst/>
                    <a:gdLst>
                      <a:gd name="connsiteX0" fmla="*/ 82296 w 82296"/>
                      <a:gd name="connsiteY0" fmla="*/ 41148 h 82296"/>
                      <a:gd name="connsiteX1" fmla="*/ 41148 w 82296"/>
                      <a:gd name="connsiteY1" fmla="*/ 82296 h 82296"/>
                      <a:gd name="connsiteX2" fmla="*/ 0 w 82296"/>
                      <a:gd name="connsiteY2" fmla="*/ 41148 h 82296"/>
                      <a:gd name="connsiteX3" fmla="*/ 41148 w 82296"/>
                      <a:gd name="connsiteY3" fmla="*/ 0 h 82296"/>
                      <a:gd name="connsiteX4" fmla="*/ 82296 w 82296"/>
                      <a:gd name="connsiteY4" fmla="*/ 41148 h 822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2296" h="82296">
                        <a:moveTo>
                          <a:pt x="82296" y="41148"/>
                        </a:moveTo>
                        <a:cubicBezTo>
                          <a:pt x="82296" y="63873"/>
                          <a:pt x="63873" y="82296"/>
                          <a:pt x="41148" y="82296"/>
                        </a:cubicBezTo>
                        <a:cubicBezTo>
                          <a:pt x="18423" y="82296"/>
                          <a:pt x="0" y="63873"/>
                          <a:pt x="0" y="41148"/>
                        </a:cubicBezTo>
                        <a:cubicBezTo>
                          <a:pt x="0" y="18423"/>
                          <a:pt x="18423" y="0"/>
                          <a:pt x="41148" y="0"/>
                        </a:cubicBezTo>
                        <a:cubicBezTo>
                          <a:pt x="63873" y="0"/>
                          <a:pt x="82296" y="18423"/>
                          <a:pt x="82296" y="411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0CB805CB-3558-D613-4F7C-87A94E890A8E}"/>
                      </a:ext>
                    </a:extLst>
                  </p:cNvPr>
                  <p:cNvSpPr/>
                  <p:nvPr/>
                </p:nvSpPr>
                <p:spPr>
                  <a:xfrm>
                    <a:off x="3166986" y="3325246"/>
                    <a:ext cx="1494643" cy="155447"/>
                  </a:xfrm>
                  <a:custGeom>
                    <a:avLst/>
                    <a:gdLst>
                      <a:gd name="connsiteX0" fmla="*/ 1860137 w 1860137"/>
                      <a:gd name="connsiteY0" fmla="*/ 155448 h 155447"/>
                      <a:gd name="connsiteX1" fmla="*/ 1704594 w 1860137"/>
                      <a:gd name="connsiteY1" fmla="*/ 0 h 155447"/>
                      <a:gd name="connsiteX2" fmla="*/ 0 w 1860137"/>
                      <a:gd name="connsiteY2" fmla="*/ 0 h 1554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60137" h="155447">
                        <a:moveTo>
                          <a:pt x="1860137" y="155448"/>
                        </a:moveTo>
                        <a:lnTo>
                          <a:pt x="1704594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accent5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AA2CC5A6-69C4-C20F-2ADB-5BED0B3CED45}"/>
                      </a:ext>
                    </a:extLst>
                  </p:cNvPr>
                  <p:cNvSpPr/>
                  <p:nvPr/>
                </p:nvSpPr>
                <p:spPr>
                  <a:xfrm>
                    <a:off x="9017045" y="3284098"/>
                    <a:ext cx="82296" cy="82296"/>
                  </a:xfrm>
                  <a:custGeom>
                    <a:avLst/>
                    <a:gdLst>
                      <a:gd name="connsiteX0" fmla="*/ 82296 w 82296"/>
                      <a:gd name="connsiteY0" fmla="*/ 41148 h 82296"/>
                      <a:gd name="connsiteX1" fmla="*/ 41148 w 82296"/>
                      <a:gd name="connsiteY1" fmla="*/ 82296 h 82296"/>
                      <a:gd name="connsiteX2" fmla="*/ 0 w 82296"/>
                      <a:gd name="connsiteY2" fmla="*/ 41148 h 82296"/>
                      <a:gd name="connsiteX3" fmla="*/ 41148 w 82296"/>
                      <a:gd name="connsiteY3" fmla="*/ 0 h 82296"/>
                      <a:gd name="connsiteX4" fmla="*/ 82296 w 82296"/>
                      <a:gd name="connsiteY4" fmla="*/ 41148 h 822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2296" h="82296">
                        <a:moveTo>
                          <a:pt x="82296" y="41148"/>
                        </a:moveTo>
                        <a:cubicBezTo>
                          <a:pt x="82296" y="63873"/>
                          <a:pt x="63873" y="82296"/>
                          <a:pt x="41148" y="82296"/>
                        </a:cubicBezTo>
                        <a:cubicBezTo>
                          <a:pt x="18423" y="82296"/>
                          <a:pt x="0" y="63873"/>
                          <a:pt x="0" y="41148"/>
                        </a:cubicBezTo>
                        <a:cubicBezTo>
                          <a:pt x="0" y="18423"/>
                          <a:pt x="18423" y="0"/>
                          <a:pt x="41148" y="0"/>
                        </a:cubicBezTo>
                        <a:cubicBezTo>
                          <a:pt x="63873" y="0"/>
                          <a:pt x="82296" y="18423"/>
                          <a:pt x="82296" y="4114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6506B22F-CDCF-E5DC-90F6-30E6CC097A3B}"/>
                      </a:ext>
                    </a:extLst>
                  </p:cNvPr>
                  <p:cNvSpPr/>
                  <p:nvPr/>
                </p:nvSpPr>
                <p:spPr>
                  <a:xfrm>
                    <a:off x="7419689" y="3420687"/>
                    <a:ext cx="120015" cy="120014"/>
                  </a:xfrm>
                  <a:custGeom>
                    <a:avLst/>
                    <a:gdLst>
                      <a:gd name="connsiteX0" fmla="*/ 120015 w 120015"/>
                      <a:gd name="connsiteY0" fmla="*/ 60007 h 120014"/>
                      <a:gd name="connsiteX1" fmla="*/ 60008 w 120015"/>
                      <a:gd name="connsiteY1" fmla="*/ 120015 h 120014"/>
                      <a:gd name="connsiteX2" fmla="*/ 0 w 120015"/>
                      <a:gd name="connsiteY2" fmla="*/ 60007 h 120014"/>
                      <a:gd name="connsiteX3" fmla="*/ 60008 w 120015"/>
                      <a:gd name="connsiteY3" fmla="*/ 0 h 120014"/>
                      <a:gd name="connsiteX4" fmla="*/ 120015 w 120015"/>
                      <a:gd name="connsiteY4" fmla="*/ 60007 h 1200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0015" h="120014">
                        <a:moveTo>
                          <a:pt x="120015" y="60007"/>
                        </a:moveTo>
                        <a:cubicBezTo>
                          <a:pt x="120015" y="93149"/>
                          <a:pt x="93149" y="120015"/>
                          <a:pt x="60008" y="120015"/>
                        </a:cubicBezTo>
                        <a:cubicBezTo>
                          <a:pt x="26866" y="120015"/>
                          <a:pt x="0" y="93149"/>
                          <a:pt x="0" y="60007"/>
                        </a:cubicBezTo>
                        <a:cubicBezTo>
                          <a:pt x="0" y="26866"/>
                          <a:pt x="26867" y="0"/>
                          <a:pt x="60008" y="0"/>
                        </a:cubicBezTo>
                        <a:cubicBezTo>
                          <a:pt x="93149" y="0"/>
                          <a:pt x="120015" y="26866"/>
                          <a:pt x="120015" y="60007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B16833F2-9B57-E0D0-B838-61F7D3AE2EDF}"/>
                      </a:ext>
                    </a:extLst>
                  </p:cNvPr>
                  <p:cNvSpPr/>
                  <p:nvPr/>
                </p:nvSpPr>
                <p:spPr>
                  <a:xfrm>
                    <a:off x="7539704" y="3325246"/>
                    <a:ext cx="1488804" cy="155447"/>
                  </a:xfrm>
                  <a:custGeom>
                    <a:avLst/>
                    <a:gdLst>
                      <a:gd name="connsiteX0" fmla="*/ 0 w 1860137"/>
                      <a:gd name="connsiteY0" fmla="*/ 155448 h 155447"/>
                      <a:gd name="connsiteX1" fmla="*/ 155543 w 1860137"/>
                      <a:gd name="connsiteY1" fmla="*/ 0 h 155447"/>
                      <a:gd name="connsiteX2" fmla="*/ 1860137 w 1860137"/>
                      <a:gd name="connsiteY2" fmla="*/ 0 h 1554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60137" h="155447">
                        <a:moveTo>
                          <a:pt x="0" y="155448"/>
                        </a:moveTo>
                        <a:lnTo>
                          <a:pt x="155543" y="0"/>
                        </a:lnTo>
                        <a:lnTo>
                          <a:pt x="1860137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accent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AAE00519-F515-BB0F-5EF4-183730AE86F7}"/>
                      </a:ext>
                    </a:extLst>
                  </p:cNvPr>
                  <p:cNvSpPr/>
                  <p:nvPr/>
                </p:nvSpPr>
                <p:spPr>
                  <a:xfrm>
                    <a:off x="3085229" y="5095182"/>
                    <a:ext cx="82296" cy="82295"/>
                  </a:xfrm>
                  <a:custGeom>
                    <a:avLst/>
                    <a:gdLst>
                      <a:gd name="connsiteX0" fmla="*/ 82296 w 82296"/>
                      <a:gd name="connsiteY0" fmla="*/ 41148 h 82295"/>
                      <a:gd name="connsiteX1" fmla="*/ 41148 w 82296"/>
                      <a:gd name="connsiteY1" fmla="*/ 82296 h 82295"/>
                      <a:gd name="connsiteX2" fmla="*/ 0 w 82296"/>
                      <a:gd name="connsiteY2" fmla="*/ 41148 h 82295"/>
                      <a:gd name="connsiteX3" fmla="*/ 41148 w 82296"/>
                      <a:gd name="connsiteY3" fmla="*/ 0 h 82295"/>
                      <a:gd name="connsiteX4" fmla="*/ 82296 w 82296"/>
                      <a:gd name="connsiteY4" fmla="*/ 41148 h 822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2296" h="82295">
                        <a:moveTo>
                          <a:pt x="82296" y="41148"/>
                        </a:moveTo>
                        <a:cubicBezTo>
                          <a:pt x="82296" y="63873"/>
                          <a:pt x="63873" y="82296"/>
                          <a:pt x="41148" y="82296"/>
                        </a:cubicBezTo>
                        <a:cubicBezTo>
                          <a:pt x="18423" y="82296"/>
                          <a:pt x="0" y="63874"/>
                          <a:pt x="0" y="41148"/>
                        </a:cubicBezTo>
                        <a:cubicBezTo>
                          <a:pt x="0" y="18423"/>
                          <a:pt x="18423" y="0"/>
                          <a:pt x="41148" y="0"/>
                        </a:cubicBezTo>
                        <a:cubicBezTo>
                          <a:pt x="63873" y="0"/>
                          <a:pt x="82296" y="18423"/>
                          <a:pt x="82296" y="411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1A050CFC-2311-23FC-294E-1B633D9F0C34}"/>
                      </a:ext>
                    </a:extLst>
                  </p:cNvPr>
                  <p:cNvSpPr/>
                  <p:nvPr/>
                </p:nvSpPr>
                <p:spPr>
                  <a:xfrm>
                    <a:off x="4312729" y="4920874"/>
                    <a:ext cx="120205" cy="120205"/>
                  </a:xfrm>
                  <a:custGeom>
                    <a:avLst/>
                    <a:gdLst>
                      <a:gd name="connsiteX0" fmla="*/ 120185 w 120205"/>
                      <a:gd name="connsiteY0" fmla="*/ 59895 h 120205"/>
                      <a:gd name="connsiteX1" fmla="*/ 60177 w 120205"/>
                      <a:gd name="connsiteY1" fmla="*/ 120093 h 120205"/>
                      <a:gd name="connsiteX2" fmla="*/ -21 w 120205"/>
                      <a:gd name="connsiteY2" fmla="*/ 60085 h 120205"/>
                      <a:gd name="connsiteX3" fmla="*/ 59987 w 120205"/>
                      <a:gd name="connsiteY3" fmla="*/ -113 h 120205"/>
                      <a:gd name="connsiteX4" fmla="*/ 60082 w 120205"/>
                      <a:gd name="connsiteY4" fmla="*/ -113 h 120205"/>
                      <a:gd name="connsiteX5" fmla="*/ 120185 w 120205"/>
                      <a:gd name="connsiteY5" fmla="*/ 59895 h 1202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0205" h="120205">
                        <a:moveTo>
                          <a:pt x="120185" y="59895"/>
                        </a:moveTo>
                        <a:cubicBezTo>
                          <a:pt x="120242" y="93089"/>
                          <a:pt x="93372" y="120035"/>
                          <a:pt x="60177" y="120093"/>
                        </a:cubicBezTo>
                        <a:cubicBezTo>
                          <a:pt x="26983" y="120150"/>
                          <a:pt x="36" y="93280"/>
                          <a:pt x="-21" y="60085"/>
                        </a:cubicBezTo>
                        <a:cubicBezTo>
                          <a:pt x="-78" y="26890"/>
                          <a:pt x="26792" y="-56"/>
                          <a:pt x="59987" y="-113"/>
                        </a:cubicBezTo>
                        <a:cubicBezTo>
                          <a:pt x="60015" y="-113"/>
                          <a:pt x="60054" y="-113"/>
                          <a:pt x="60082" y="-113"/>
                        </a:cubicBezTo>
                        <a:cubicBezTo>
                          <a:pt x="93239" y="-113"/>
                          <a:pt x="120128" y="26738"/>
                          <a:pt x="120185" y="5989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04CA819F-207B-AB8B-7BBC-F724FCD09EBE}"/>
                      </a:ext>
                    </a:extLst>
                  </p:cNvPr>
                  <p:cNvSpPr/>
                  <p:nvPr/>
                </p:nvSpPr>
                <p:spPr>
                  <a:xfrm>
                    <a:off x="3166986" y="4980881"/>
                    <a:ext cx="1205940" cy="155448"/>
                  </a:xfrm>
                  <a:custGeom>
                    <a:avLst/>
                    <a:gdLst>
                      <a:gd name="connsiteX0" fmla="*/ 1579055 w 1579054"/>
                      <a:gd name="connsiteY0" fmla="*/ 0 h 155448"/>
                      <a:gd name="connsiteX1" fmla="*/ 1423511 w 1579054"/>
                      <a:gd name="connsiteY1" fmla="*/ 155448 h 155448"/>
                      <a:gd name="connsiteX2" fmla="*/ 0 w 1579054"/>
                      <a:gd name="connsiteY2" fmla="*/ 155448 h 1554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579054" h="155448">
                        <a:moveTo>
                          <a:pt x="1579055" y="0"/>
                        </a:moveTo>
                        <a:lnTo>
                          <a:pt x="1423511" y="155448"/>
                        </a:lnTo>
                        <a:lnTo>
                          <a:pt x="0" y="155448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95E99E38-4B07-A62F-4B14-86649894CCAC}"/>
                      </a:ext>
                    </a:extLst>
                  </p:cNvPr>
                  <p:cNvSpPr/>
                  <p:nvPr/>
                </p:nvSpPr>
                <p:spPr>
                  <a:xfrm>
                    <a:off x="9017045" y="5095182"/>
                    <a:ext cx="82296" cy="82295"/>
                  </a:xfrm>
                  <a:custGeom>
                    <a:avLst/>
                    <a:gdLst>
                      <a:gd name="connsiteX0" fmla="*/ 82296 w 82296"/>
                      <a:gd name="connsiteY0" fmla="*/ 41148 h 82295"/>
                      <a:gd name="connsiteX1" fmla="*/ 41148 w 82296"/>
                      <a:gd name="connsiteY1" fmla="*/ 82296 h 82295"/>
                      <a:gd name="connsiteX2" fmla="*/ 0 w 82296"/>
                      <a:gd name="connsiteY2" fmla="*/ 41148 h 82295"/>
                      <a:gd name="connsiteX3" fmla="*/ 41148 w 82296"/>
                      <a:gd name="connsiteY3" fmla="*/ 0 h 82295"/>
                      <a:gd name="connsiteX4" fmla="*/ 82296 w 82296"/>
                      <a:gd name="connsiteY4" fmla="*/ 41148 h 822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2296" h="82295">
                        <a:moveTo>
                          <a:pt x="82296" y="41148"/>
                        </a:moveTo>
                        <a:cubicBezTo>
                          <a:pt x="82296" y="63873"/>
                          <a:pt x="63873" y="82296"/>
                          <a:pt x="41148" y="82296"/>
                        </a:cubicBezTo>
                        <a:cubicBezTo>
                          <a:pt x="18423" y="82296"/>
                          <a:pt x="0" y="63874"/>
                          <a:pt x="0" y="41148"/>
                        </a:cubicBezTo>
                        <a:cubicBezTo>
                          <a:pt x="0" y="18423"/>
                          <a:pt x="18423" y="0"/>
                          <a:pt x="41148" y="0"/>
                        </a:cubicBezTo>
                        <a:cubicBezTo>
                          <a:pt x="63873" y="0"/>
                          <a:pt x="82296" y="18423"/>
                          <a:pt x="82296" y="4114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BB7BD273-914C-F9D2-5587-93EF43121A62}"/>
                      </a:ext>
                    </a:extLst>
                  </p:cNvPr>
                  <p:cNvSpPr/>
                  <p:nvPr/>
                </p:nvSpPr>
                <p:spPr>
                  <a:xfrm>
                    <a:off x="7760874" y="4920874"/>
                    <a:ext cx="120014" cy="120015"/>
                  </a:xfrm>
                  <a:custGeom>
                    <a:avLst/>
                    <a:gdLst>
                      <a:gd name="connsiteX0" fmla="*/ 120015 w 120014"/>
                      <a:gd name="connsiteY0" fmla="*/ 60007 h 120015"/>
                      <a:gd name="connsiteX1" fmla="*/ 60008 w 120014"/>
                      <a:gd name="connsiteY1" fmla="*/ 120015 h 120015"/>
                      <a:gd name="connsiteX2" fmla="*/ 0 w 120014"/>
                      <a:gd name="connsiteY2" fmla="*/ 60007 h 120015"/>
                      <a:gd name="connsiteX3" fmla="*/ 60008 w 120014"/>
                      <a:gd name="connsiteY3" fmla="*/ 0 h 120015"/>
                      <a:gd name="connsiteX4" fmla="*/ 120015 w 120014"/>
                      <a:gd name="connsiteY4" fmla="*/ 60007 h 1200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0014" h="120015">
                        <a:moveTo>
                          <a:pt x="120015" y="60007"/>
                        </a:moveTo>
                        <a:cubicBezTo>
                          <a:pt x="120015" y="93149"/>
                          <a:pt x="93149" y="120015"/>
                          <a:pt x="60008" y="120015"/>
                        </a:cubicBezTo>
                        <a:cubicBezTo>
                          <a:pt x="26867" y="120015"/>
                          <a:pt x="0" y="93149"/>
                          <a:pt x="0" y="60007"/>
                        </a:cubicBezTo>
                        <a:cubicBezTo>
                          <a:pt x="0" y="26866"/>
                          <a:pt x="26867" y="0"/>
                          <a:pt x="60008" y="0"/>
                        </a:cubicBezTo>
                        <a:cubicBezTo>
                          <a:pt x="93149" y="0"/>
                          <a:pt x="120015" y="26866"/>
                          <a:pt x="120015" y="60007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C68DADCB-3AB5-F043-35F4-71ABF254F855}"/>
                      </a:ext>
                    </a:extLst>
                  </p:cNvPr>
                  <p:cNvSpPr/>
                  <p:nvPr/>
                </p:nvSpPr>
                <p:spPr>
                  <a:xfrm>
                    <a:off x="7820882" y="4980881"/>
                    <a:ext cx="1207626" cy="155448"/>
                  </a:xfrm>
                  <a:custGeom>
                    <a:avLst/>
                    <a:gdLst>
                      <a:gd name="connsiteX0" fmla="*/ 0 w 1579054"/>
                      <a:gd name="connsiteY0" fmla="*/ 0 h 155448"/>
                      <a:gd name="connsiteX1" fmla="*/ 155543 w 1579054"/>
                      <a:gd name="connsiteY1" fmla="*/ 155448 h 155448"/>
                      <a:gd name="connsiteX2" fmla="*/ 1579054 w 1579054"/>
                      <a:gd name="connsiteY2" fmla="*/ 155448 h 1554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579054" h="155448">
                        <a:moveTo>
                          <a:pt x="0" y="0"/>
                        </a:moveTo>
                        <a:lnTo>
                          <a:pt x="155543" y="155448"/>
                        </a:lnTo>
                        <a:lnTo>
                          <a:pt x="1579054" y="155448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accent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9128A154-3D92-B1EA-66F6-D09AF310C914}"/>
                    </a:ext>
                  </a:extLst>
                </p:cNvPr>
                <p:cNvGrpSpPr/>
                <p:nvPr/>
              </p:nvGrpSpPr>
              <p:grpSpPr>
                <a:xfrm>
                  <a:off x="9090241" y="3160590"/>
                  <a:ext cx="2848237" cy="2925039"/>
                  <a:chOff x="9090241" y="3160590"/>
                  <a:chExt cx="2848237" cy="2925039"/>
                </a:xfrm>
              </p:grpSpPr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17FD0D4F-7556-267C-EB26-7ECEC55BC019}"/>
                      </a:ext>
                    </a:extLst>
                  </p:cNvPr>
                  <p:cNvSpPr txBox="1"/>
                  <p:nvPr/>
                </p:nvSpPr>
                <p:spPr>
                  <a:xfrm>
                    <a:off x="9090241" y="3160590"/>
                    <a:ext cx="2848237" cy="7848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spcAft>
                        <a:spcPts val="600"/>
                      </a:spcAft>
                    </a:pPr>
                    <a:r>
                      <a:rPr lang="en-US" sz="1600" b="1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Think Before Downloading</a:t>
                    </a:r>
                  </a:p>
                  <a:p>
                    <a:pPr>
                      <a:spcAft>
                        <a:spcPts val="600"/>
                      </a:spcAft>
                    </a:pPr>
                    <a:r>
                      <a: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Never download anything from the internet without thinking.</a:t>
                    </a:r>
                    <a:endParaRPr lang="en-US" sz="1600" b="0" i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ffectLst/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F1D5A89C-C2EE-2B31-B1FE-6E7AE8576CB3}"/>
                      </a:ext>
                    </a:extLst>
                  </p:cNvPr>
                  <p:cNvSpPr txBox="1"/>
                  <p:nvPr/>
                </p:nvSpPr>
                <p:spPr>
                  <a:xfrm>
                    <a:off x="9090241" y="4977633"/>
                    <a:ext cx="2848237" cy="11079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spcAft>
                        <a:spcPts val="600"/>
                      </a:spcAft>
                    </a:pPr>
                    <a:r>
                      <a:rPr lang="en-US" sz="16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Regular Updates</a:t>
                    </a:r>
                    <a:endParaRPr lang="en-US" sz="1600" b="1" i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ffectLst/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  <a:p>
                    <a:pPr>
                      <a:spcAft>
                        <a:spcPts val="600"/>
                      </a:spcAft>
                    </a:pPr>
                    <a:r>
                      <a:rPr lang="en-US" sz="1200" b="0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Keep software, systems, and security measures up to date.</a:t>
                    </a:r>
                    <a:endParaRPr lang="en-US" sz="1600" b="0" i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ffectLst/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  <a:p>
                    <a:pPr>
                      <a:spcAft>
                        <a:spcPts val="600"/>
                      </a:spcAft>
                    </a:pPr>
                    <a:endParaRPr lang="en-US" sz="1600" b="0" i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ffectLst/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7CDAA6F8-704E-7AA4-F5EB-468474D4E214}"/>
                    </a:ext>
                  </a:extLst>
                </p:cNvPr>
                <p:cNvGrpSpPr/>
                <p:nvPr/>
              </p:nvGrpSpPr>
              <p:grpSpPr>
                <a:xfrm>
                  <a:off x="142683" y="3160590"/>
                  <a:ext cx="2853118" cy="2599286"/>
                  <a:chOff x="142683" y="3160590"/>
                  <a:chExt cx="2853118" cy="2599286"/>
                </a:xfrm>
              </p:grpSpPr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1446270-4E9B-4846-BFCB-DBA0C3773AC4}"/>
                      </a:ext>
                    </a:extLst>
                  </p:cNvPr>
                  <p:cNvSpPr txBox="1"/>
                  <p:nvPr/>
                </p:nvSpPr>
                <p:spPr>
                  <a:xfrm>
                    <a:off x="142683" y="3160590"/>
                    <a:ext cx="2853118" cy="7848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spcAft>
                        <a:spcPts val="600"/>
                      </a:spcAft>
                    </a:pPr>
                    <a:r>
                      <a:rPr lang="en-US" sz="16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Use Firewalls</a:t>
                    </a:r>
                    <a:endParaRPr lang="en-US" sz="1600" b="1" i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ffectLst/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  <a:p>
                    <a:pPr algn="r">
                      <a:spcAft>
                        <a:spcPts val="600"/>
                      </a:spcAft>
                    </a:pPr>
                    <a:r>
                      <a:rPr lang="en-US" sz="1200" b="0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Always use firewalls to monitor and protect outgoing and incoming traffic.</a:t>
                    </a:r>
                    <a:endParaRPr lang="en-US" sz="1600" b="0" i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ffectLst/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0DE65193-2B23-624C-31ED-D22877342809}"/>
                      </a:ext>
                    </a:extLst>
                  </p:cNvPr>
                  <p:cNvSpPr txBox="1"/>
                  <p:nvPr/>
                </p:nvSpPr>
                <p:spPr>
                  <a:xfrm>
                    <a:off x="142683" y="4975046"/>
                    <a:ext cx="2853118" cy="7848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spcAft>
                        <a:spcPts val="600"/>
                      </a:spcAft>
                    </a:pPr>
                    <a:r>
                      <a:rPr lang="en-US" sz="16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Use Strong Passwords</a:t>
                    </a:r>
                    <a:endParaRPr lang="en-US" sz="1600" b="1" i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ffectLst/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  <a:p>
                    <a:pPr algn="r">
                      <a:spcAft>
                        <a:spcPts val="600"/>
                      </a:spcAft>
                    </a:pPr>
                    <a:r>
                      <a: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Always use passwords with a mix of letters, symbols and characters.</a:t>
                    </a:r>
                    <a:endParaRPr lang="en-US" sz="1600" b="0" i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ffectLst/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A4E6CB6-DF63-AF48-F0F3-E76B6343DE5A}"/>
                  </a:ext>
                </a:extLst>
              </p:cNvPr>
              <p:cNvSpPr txBox="1"/>
              <p:nvPr/>
            </p:nvSpPr>
            <p:spPr>
              <a:xfrm>
                <a:off x="4440364" y="1798286"/>
                <a:ext cx="331127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Avoid Public Wi-Fi</a:t>
                </a:r>
                <a:endParaRPr lang="en-US" sz="1600" b="1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Always avoid using any public Wi-Fi.</a:t>
                </a:r>
              </a:p>
            </p:txBody>
          </p:sp>
          <p:pic>
            <p:nvPicPr>
              <p:cNvPr id="4106" name="Picture 10" descr="Integrated Cyber-Physical Security Approach for Healthcare Sector” Chapter  – SAFECARE">
                <a:extLst>
                  <a:ext uri="{FF2B5EF4-FFF2-40B4-BE49-F238E27FC236}">
                    <a16:creationId xmlns:a16="http://schemas.microsoft.com/office/drawing/2014/main" id="{75ABC982-A7CC-7A2C-0945-A0A455F8B5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6129" y="4830618"/>
                <a:ext cx="327302" cy="3273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8" name="Picture 12" descr="Military - Free security icons">
                <a:extLst>
                  <a:ext uri="{FF2B5EF4-FFF2-40B4-BE49-F238E27FC236}">
                    <a16:creationId xmlns:a16="http://schemas.microsoft.com/office/drawing/2014/main" id="{559EB4A3-F1BC-6BEC-9C9B-0F8929A5F6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44349" y="3763736"/>
                <a:ext cx="342152" cy="3421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14" descr="Cyber Crime Icons - Free SVG &amp; PNG Cyber Crime Images - Noun Project">
                <a:extLst>
                  <a:ext uri="{FF2B5EF4-FFF2-40B4-BE49-F238E27FC236}">
                    <a16:creationId xmlns:a16="http://schemas.microsoft.com/office/drawing/2014/main" id="{74415F7B-D6F0-C972-4E57-724A80F310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35004" y="4775057"/>
                <a:ext cx="410150" cy="4101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114" name="Picture 18" descr="Cyber security - Free computer icons">
              <a:extLst>
                <a:ext uri="{FF2B5EF4-FFF2-40B4-BE49-F238E27FC236}">
                  <a16:creationId xmlns:a16="http://schemas.microsoft.com/office/drawing/2014/main" id="{CBD4840C-818C-95F1-19F3-7D02963F67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4147" y="5626610"/>
              <a:ext cx="363706" cy="36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97" name="TextBox 4096">
              <a:extLst>
                <a:ext uri="{FF2B5EF4-FFF2-40B4-BE49-F238E27FC236}">
                  <a16:creationId xmlns:a16="http://schemas.microsoft.com/office/drawing/2014/main" id="{77C079C5-0D17-6F93-0CF4-EDCF2790984E}"/>
                </a:ext>
              </a:extLst>
            </p:cNvPr>
            <p:cNvSpPr txBox="1"/>
            <p:nvPr/>
          </p:nvSpPr>
          <p:spPr>
            <a:xfrm>
              <a:off x="5482582" y="4482299"/>
              <a:ext cx="121221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Tips</a:t>
              </a:r>
            </a:p>
          </p:txBody>
        </p:sp>
      </p:grpSp>
      <p:pic>
        <p:nvPicPr>
          <p:cNvPr id="5" name="Picture 18" descr="Recovery - Free ui icons">
            <a:extLst>
              <a:ext uri="{FF2B5EF4-FFF2-40B4-BE49-F238E27FC236}">
                <a16:creationId xmlns:a16="http://schemas.microsoft.com/office/drawing/2014/main" id="{B58100BA-C9C8-934E-5849-7FFBFBFF5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088" y="3679703"/>
            <a:ext cx="357368" cy="35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New product - Free marketing icons">
            <a:extLst>
              <a:ext uri="{FF2B5EF4-FFF2-40B4-BE49-F238E27FC236}">
                <a16:creationId xmlns:a16="http://schemas.microsoft.com/office/drawing/2014/main" id="{8BCAB62B-0BD3-6635-E41E-6F07177D6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039" y="3227889"/>
            <a:ext cx="438516" cy="43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82EBDC-BA05-4368-D4B3-2DEC1B8E8333}"/>
              </a:ext>
            </a:extLst>
          </p:cNvPr>
          <p:cNvCxnSpPr>
            <a:stCxn id="31" idx="3"/>
            <a:endCxn id="57" idx="2"/>
          </p:cNvCxnSpPr>
          <p:nvPr/>
        </p:nvCxnSpPr>
        <p:spPr>
          <a:xfrm flipH="1" flipV="1">
            <a:off x="6095998" y="2279678"/>
            <a:ext cx="7850" cy="462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737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CC7E51C-B446-9BCD-57C7-FC2F580E8958}"/>
              </a:ext>
            </a:extLst>
          </p:cNvPr>
          <p:cNvGrpSpPr/>
          <p:nvPr/>
        </p:nvGrpSpPr>
        <p:grpSpPr>
          <a:xfrm>
            <a:off x="0" y="342872"/>
            <a:ext cx="12192000" cy="998088"/>
            <a:chOff x="0" y="342872"/>
            <a:chExt cx="12192000" cy="9980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AAE7ED1-4A3D-1116-B6B6-66FBA003E396}"/>
                </a:ext>
              </a:extLst>
            </p:cNvPr>
            <p:cNvSpPr txBox="1"/>
            <p:nvPr/>
          </p:nvSpPr>
          <p:spPr>
            <a:xfrm>
              <a:off x="0" y="342872"/>
              <a:ext cx="12192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4000" b="1" i="0" dirty="0">
                  <a:solidFill>
                    <a:srgbClr val="1F1F1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Cyber Security</a:t>
              </a:r>
              <a:endParaRPr lang="en-I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DFA90F-A595-4711-47DB-7D7F4E7F1F26}"/>
                </a:ext>
              </a:extLst>
            </p:cNvPr>
            <p:cNvSpPr txBox="1"/>
            <p:nvPr/>
          </p:nvSpPr>
          <p:spPr>
            <a:xfrm>
              <a:off x="0" y="971628"/>
              <a:ext cx="1219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Responsibilities</a:t>
              </a: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090" name="Group 10089">
            <a:extLst>
              <a:ext uri="{FF2B5EF4-FFF2-40B4-BE49-F238E27FC236}">
                <a16:creationId xmlns:a16="http://schemas.microsoft.com/office/drawing/2014/main" id="{E6369187-7E41-A522-7BB9-070864F92B9D}"/>
              </a:ext>
            </a:extLst>
          </p:cNvPr>
          <p:cNvGrpSpPr/>
          <p:nvPr/>
        </p:nvGrpSpPr>
        <p:grpSpPr>
          <a:xfrm>
            <a:off x="1427161" y="1679514"/>
            <a:ext cx="9337677" cy="4742997"/>
            <a:chOff x="1427612" y="1628714"/>
            <a:chExt cx="9337677" cy="4742997"/>
          </a:xfrm>
        </p:grpSpPr>
        <p:grpSp>
          <p:nvGrpSpPr>
            <p:cNvPr id="10088" name="Group 10087">
              <a:extLst>
                <a:ext uri="{FF2B5EF4-FFF2-40B4-BE49-F238E27FC236}">
                  <a16:creationId xmlns:a16="http://schemas.microsoft.com/office/drawing/2014/main" id="{B07E6ED5-E1BC-8C88-1E37-8E8FE2F5014C}"/>
                </a:ext>
              </a:extLst>
            </p:cNvPr>
            <p:cNvGrpSpPr/>
            <p:nvPr/>
          </p:nvGrpSpPr>
          <p:grpSpPr>
            <a:xfrm>
              <a:off x="1427612" y="1628714"/>
              <a:ext cx="9337677" cy="4742997"/>
              <a:chOff x="1427612" y="1628714"/>
              <a:chExt cx="9337677" cy="4742997"/>
            </a:xfrm>
          </p:grpSpPr>
          <p:grpSp>
            <p:nvGrpSpPr>
              <p:cNvPr id="10078" name="Group 10077">
                <a:extLst>
                  <a:ext uri="{FF2B5EF4-FFF2-40B4-BE49-F238E27FC236}">
                    <a16:creationId xmlns:a16="http://schemas.microsoft.com/office/drawing/2014/main" id="{044430EC-568B-1B53-9537-D2DA92694851}"/>
                  </a:ext>
                </a:extLst>
              </p:cNvPr>
              <p:cNvGrpSpPr/>
              <p:nvPr/>
            </p:nvGrpSpPr>
            <p:grpSpPr>
              <a:xfrm>
                <a:off x="1427612" y="1628714"/>
                <a:ext cx="9337677" cy="4742997"/>
                <a:chOff x="1427612" y="1628714"/>
                <a:chExt cx="9337677" cy="4742997"/>
              </a:xfrm>
            </p:grpSpPr>
            <p:sp>
              <p:nvSpPr>
                <p:cNvPr id="10066" name="Freeform: Shape 10065">
                  <a:extLst>
                    <a:ext uri="{FF2B5EF4-FFF2-40B4-BE49-F238E27FC236}">
                      <a16:creationId xmlns:a16="http://schemas.microsoft.com/office/drawing/2014/main" id="{6F9B2A55-E5ED-AE5F-D1FC-8905A212573C}"/>
                    </a:ext>
                  </a:extLst>
                </p:cNvPr>
                <p:cNvSpPr/>
                <p:nvPr/>
              </p:nvSpPr>
              <p:spPr>
                <a:xfrm>
                  <a:off x="3887380" y="2148182"/>
                  <a:ext cx="964490" cy="1126810"/>
                </a:xfrm>
                <a:custGeom>
                  <a:avLst/>
                  <a:gdLst>
                    <a:gd name="connsiteX0" fmla="*/ 949316 w 964490"/>
                    <a:gd name="connsiteY0" fmla="*/ 1126810 h 1126810"/>
                    <a:gd name="connsiteX1" fmla="*/ 492102 w 964490"/>
                    <a:gd name="connsiteY1" fmla="*/ 16404 h 1126810"/>
                    <a:gd name="connsiteX2" fmla="*/ 0 w 964490"/>
                    <a:gd name="connsiteY2" fmla="*/ 16404 h 1126810"/>
                    <a:gd name="connsiteX3" fmla="*/ 0 w 964490"/>
                    <a:gd name="connsiteY3" fmla="*/ 0 h 1126810"/>
                    <a:gd name="connsiteX4" fmla="*/ 503092 w 964490"/>
                    <a:gd name="connsiteY4" fmla="*/ 0 h 1126810"/>
                    <a:gd name="connsiteX5" fmla="*/ 505170 w 964490"/>
                    <a:gd name="connsiteY5" fmla="*/ 5085 h 1126810"/>
                    <a:gd name="connsiteX6" fmla="*/ 964490 w 964490"/>
                    <a:gd name="connsiteY6" fmla="*/ 1120577 h 1126810"/>
                    <a:gd name="connsiteX7" fmla="*/ 949316 w 964490"/>
                    <a:gd name="connsiteY7" fmla="*/ 1126810 h 1126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64490" h="1126810">
                      <a:moveTo>
                        <a:pt x="949316" y="1126810"/>
                      </a:moveTo>
                      <a:lnTo>
                        <a:pt x="492102" y="16404"/>
                      </a:lnTo>
                      <a:lnTo>
                        <a:pt x="0" y="16404"/>
                      </a:lnTo>
                      <a:lnTo>
                        <a:pt x="0" y="0"/>
                      </a:lnTo>
                      <a:lnTo>
                        <a:pt x="503092" y="0"/>
                      </a:lnTo>
                      <a:lnTo>
                        <a:pt x="505170" y="5085"/>
                      </a:lnTo>
                      <a:lnTo>
                        <a:pt x="964490" y="1120577"/>
                      </a:lnTo>
                      <a:lnTo>
                        <a:pt x="949316" y="11268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67" name="Freeform: Shape 10066">
                  <a:extLst>
                    <a:ext uri="{FF2B5EF4-FFF2-40B4-BE49-F238E27FC236}">
                      <a16:creationId xmlns:a16="http://schemas.microsoft.com/office/drawing/2014/main" id="{55933824-559E-B634-C270-2537ED5EB7D4}"/>
                    </a:ext>
                  </a:extLst>
                </p:cNvPr>
                <p:cNvSpPr/>
                <p:nvPr/>
              </p:nvSpPr>
              <p:spPr>
                <a:xfrm>
                  <a:off x="3887380" y="3375770"/>
                  <a:ext cx="788226" cy="377079"/>
                </a:xfrm>
                <a:custGeom>
                  <a:avLst/>
                  <a:gdLst>
                    <a:gd name="connsiteX0" fmla="*/ 775650 w 788226"/>
                    <a:gd name="connsiteY0" fmla="*/ 377080 h 377079"/>
                    <a:gd name="connsiteX1" fmla="*/ 474604 w 788226"/>
                    <a:gd name="connsiteY1" fmla="*/ 16404 h 377079"/>
                    <a:gd name="connsiteX2" fmla="*/ 0 w 788226"/>
                    <a:gd name="connsiteY2" fmla="*/ 16404 h 377079"/>
                    <a:gd name="connsiteX3" fmla="*/ 0 w 788226"/>
                    <a:gd name="connsiteY3" fmla="*/ 0 h 377079"/>
                    <a:gd name="connsiteX4" fmla="*/ 482286 w 788226"/>
                    <a:gd name="connsiteY4" fmla="*/ 0 h 377079"/>
                    <a:gd name="connsiteX5" fmla="*/ 788226 w 788226"/>
                    <a:gd name="connsiteY5" fmla="*/ 366581 h 377079"/>
                    <a:gd name="connsiteX6" fmla="*/ 775650 w 788226"/>
                    <a:gd name="connsiteY6" fmla="*/ 377080 h 3770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88226" h="377079">
                      <a:moveTo>
                        <a:pt x="775650" y="377080"/>
                      </a:moveTo>
                      <a:lnTo>
                        <a:pt x="474604" y="16404"/>
                      </a:lnTo>
                      <a:lnTo>
                        <a:pt x="0" y="16404"/>
                      </a:lnTo>
                      <a:lnTo>
                        <a:pt x="0" y="0"/>
                      </a:lnTo>
                      <a:lnTo>
                        <a:pt x="482286" y="0"/>
                      </a:lnTo>
                      <a:lnTo>
                        <a:pt x="788226" y="366581"/>
                      </a:lnTo>
                      <a:lnTo>
                        <a:pt x="775650" y="3770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68" name="Freeform: Shape 10067">
                  <a:extLst>
                    <a:ext uri="{FF2B5EF4-FFF2-40B4-BE49-F238E27FC236}">
                      <a16:creationId xmlns:a16="http://schemas.microsoft.com/office/drawing/2014/main" id="{154D1F23-75C4-60E4-27EE-A5333AA9B639}"/>
                    </a:ext>
                  </a:extLst>
                </p:cNvPr>
                <p:cNvSpPr/>
                <p:nvPr/>
              </p:nvSpPr>
              <p:spPr>
                <a:xfrm>
                  <a:off x="3887380" y="4723272"/>
                  <a:ext cx="964490" cy="1126810"/>
                </a:xfrm>
                <a:custGeom>
                  <a:avLst/>
                  <a:gdLst>
                    <a:gd name="connsiteX0" fmla="*/ 503092 w 964490"/>
                    <a:gd name="connsiteY0" fmla="*/ 1126810 h 1126810"/>
                    <a:gd name="connsiteX1" fmla="*/ 0 w 964490"/>
                    <a:gd name="connsiteY1" fmla="*/ 1126810 h 1126810"/>
                    <a:gd name="connsiteX2" fmla="*/ 0 w 964490"/>
                    <a:gd name="connsiteY2" fmla="*/ 1110406 h 1126810"/>
                    <a:gd name="connsiteX3" fmla="*/ 492102 w 964490"/>
                    <a:gd name="connsiteY3" fmla="*/ 1110406 h 1126810"/>
                    <a:gd name="connsiteX4" fmla="*/ 949316 w 964490"/>
                    <a:gd name="connsiteY4" fmla="*/ 0 h 1126810"/>
                    <a:gd name="connsiteX5" fmla="*/ 964490 w 964490"/>
                    <a:gd name="connsiteY5" fmla="*/ 6234 h 1126810"/>
                    <a:gd name="connsiteX6" fmla="*/ 503092 w 964490"/>
                    <a:gd name="connsiteY6" fmla="*/ 1126810 h 1126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4490" h="1126810">
                      <a:moveTo>
                        <a:pt x="503092" y="1126810"/>
                      </a:moveTo>
                      <a:lnTo>
                        <a:pt x="0" y="1126810"/>
                      </a:lnTo>
                      <a:lnTo>
                        <a:pt x="0" y="1110406"/>
                      </a:lnTo>
                      <a:lnTo>
                        <a:pt x="492102" y="1110406"/>
                      </a:lnTo>
                      <a:lnTo>
                        <a:pt x="949316" y="0"/>
                      </a:lnTo>
                      <a:lnTo>
                        <a:pt x="964490" y="6234"/>
                      </a:lnTo>
                      <a:lnTo>
                        <a:pt x="503092" y="11268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69" name="Freeform: Shape 10068">
                  <a:extLst>
                    <a:ext uri="{FF2B5EF4-FFF2-40B4-BE49-F238E27FC236}">
                      <a16:creationId xmlns:a16="http://schemas.microsoft.com/office/drawing/2014/main" id="{3429035D-2AA1-A2E3-1E3C-2B1479FD8921}"/>
                    </a:ext>
                  </a:extLst>
                </p:cNvPr>
                <p:cNvSpPr/>
                <p:nvPr/>
              </p:nvSpPr>
              <p:spPr>
                <a:xfrm>
                  <a:off x="3887380" y="4245416"/>
                  <a:ext cx="788226" cy="377079"/>
                </a:xfrm>
                <a:custGeom>
                  <a:avLst/>
                  <a:gdLst>
                    <a:gd name="connsiteX0" fmla="*/ 482286 w 788226"/>
                    <a:gd name="connsiteY0" fmla="*/ 377080 h 377079"/>
                    <a:gd name="connsiteX1" fmla="*/ 0 w 788226"/>
                    <a:gd name="connsiteY1" fmla="*/ 377080 h 377079"/>
                    <a:gd name="connsiteX2" fmla="*/ 0 w 788226"/>
                    <a:gd name="connsiteY2" fmla="*/ 360675 h 377079"/>
                    <a:gd name="connsiteX3" fmla="*/ 474604 w 788226"/>
                    <a:gd name="connsiteY3" fmla="*/ 360675 h 377079"/>
                    <a:gd name="connsiteX4" fmla="*/ 775650 w 788226"/>
                    <a:gd name="connsiteY4" fmla="*/ 0 h 377079"/>
                    <a:gd name="connsiteX5" fmla="*/ 788226 w 788226"/>
                    <a:gd name="connsiteY5" fmla="*/ 10499 h 377079"/>
                    <a:gd name="connsiteX6" fmla="*/ 482286 w 788226"/>
                    <a:gd name="connsiteY6" fmla="*/ 377080 h 3770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88226" h="377079">
                      <a:moveTo>
                        <a:pt x="482286" y="377080"/>
                      </a:moveTo>
                      <a:lnTo>
                        <a:pt x="0" y="377080"/>
                      </a:lnTo>
                      <a:lnTo>
                        <a:pt x="0" y="360675"/>
                      </a:lnTo>
                      <a:lnTo>
                        <a:pt x="474604" y="360675"/>
                      </a:lnTo>
                      <a:lnTo>
                        <a:pt x="775650" y="0"/>
                      </a:lnTo>
                      <a:lnTo>
                        <a:pt x="788226" y="10499"/>
                      </a:lnTo>
                      <a:lnTo>
                        <a:pt x="482286" y="3770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70" name="Freeform: Shape 10069">
                  <a:extLst>
                    <a:ext uri="{FF2B5EF4-FFF2-40B4-BE49-F238E27FC236}">
                      <a16:creationId xmlns:a16="http://schemas.microsoft.com/office/drawing/2014/main" id="{7566B0CA-AF9E-4CD1-4115-B8A5F2F88C56}"/>
                    </a:ext>
                  </a:extLst>
                </p:cNvPr>
                <p:cNvSpPr/>
                <p:nvPr/>
              </p:nvSpPr>
              <p:spPr>
                <a:xfrm>
                  <a:off x="7368425" y="2148182"/>
                  <a:ext cx="964517" cy="1126810"/>
                </a:xfrm>
                <a:custGeom>
                  <a:avLst/>
                  <a:gdLst>
                    <a:gd name="connsiteX0" fmla="*/ 15174 w 964517"/>
                    <a:gd name="connsiteY0" fmla="*/ 1126810 h 1126810"/>
                    <a:gd name="connsiteX1" fmla="*/ 0 w 964517"/>
                    <a:gd name="connsiteY1" fmla="*/ 1120577 h 1126810"/>
                    <a:gd name="connsiteX2" fmla="*/ 461425 w 964517"/>
                    <a:gd name="connsiteY2" fmla="*/ 0 h 1126810"/>
                    <a:gd name="connsiteX3" fmla="*/ 964518 w 964517"/>
                    <a:gd name="connsiteY3" fmla="*/ 0 h 1126810"/>
                    <a:gd name="connsiteX4" fmla="*/ 964518 w 964517"/>
                    <a:gd name="connsiteY4" fmla="*/ 16404 h 1126810"/>
                    <a:gd name="connsiteX5" fmla="*/ 472416 w 964517"/>
                    <a:gd name="connsiteY5" fmla="*/ 16404 h 1126810"/>
                    <a:gd name="connsiteX6" fmla="*/ 15174 w 964517"/>
                    <a:gd name="connsiteY6" fmla="*/ 1126810 h 1126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4517" h="1126810">
                      <a:moveTo>
                        <a:pt x="15174" y="1126810"/>
                      </a:moveTo>
                      <a:lnTo>
                        <a:pt x="0" y="1120577"/>
                      </a:lnTo>
                      <a:lnTo>
                        <a:pt x="461425" y="0"/>
                      </a:lnTo>
                      <a:lnTo>
                        <a:pt x="964518" y="0"/>
                      </a:lnTo>
                      <a:lnTo>
                        <a:pt x="964518" y="16404"/>
                      </a:lnTo>
                      <a:lnTo>
                        <a:pt x="472416" y="16404"/>
                      </a:lnTo>
                      <a:lnTo>
                        <a:pt x="15174" y="11268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71" name="Freeform: Shape 10070">
                  <a:extLst>
                    <a:ext uri="{FF2B5EF4-FFF2-40B4-BE49-F238E27FC236}">
                      <a16:creationId xmlns:a16="http://schemas.microsoft.com/office/drawing/2014/main" id="{4ACF38E4-1828-78F3-E10B-52FD1B577C12}"/>
                    </a:ext>
                  </a:extLst>
                </p:cNvPr>
                <p:cNvSpPr/>
                <p:nvPr/>
              </p:nvSpPr>
              <p:spPr>
                <a:xfrm>
                  <a:off x="7544690" y="3375770"/>
                  <a:ext cx="788253" cy="377079"/>
                </a:xfrm>
                <a:custGeom>
                  <a:avLst/>
                  <a:gdLst>
                    <a:gd name="connsiteX0" fmla="*/ 12604 w 788253"/>
                    <a:gd name="connsiteY0" fmla="*/ 377080 h 377079"/>
                    <a:gd name="connsiteX1" fmla="*/ 0 w 788253"/>
                    <a:gd name="connsiteY1" fmla="*/ 366581 h 377079"/>
                    <a:gd name="connsiteX2" fmla="*/ 305940 w 788253"/>
                    <a:gd name="connsiteY2" fmla="*/ 0 h 377079"/>
                    <a:gd name="connsiteX3" fmla="*/ 788253 w 788253"/>
                    <a:gd name="connsiteY3" fmla="*/ 0 h 377079"/>
                    <a:gd name="connsiteX4" fmla="*/ 788253 w 788253"/>
                    <a:gd name="connsiteY4" fmla="*/ 16404 h 377079"/>
                    <a:gd name="connsiteX5" fmla="*/ 313623 w 788253"/>
                    <a:gd name="connsiteY5" fmla="*/ 16404 h 377079"/>
                    <a:gd name="connsiteX6" fmla="*/ 12604 w 788253"/>
                    <a:gd name="connsiteY6" fmla="*/ 377080 h 3770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88253" h="377079">
                      <a:moveTo>
                        <a:pt x="12604" y="377080"/>
                      </a:moveTo>
                      <a:lnTo>
                        <a:pt x="0" y="366581"/>
                      </a:lnTo>
                      <a:lnTo>
                        <a:pt x="305940" y="0"/>
                      </a:lnTo>
                      <a:lnTo>
                        <a:pt x="788253" y="0"/>
                      </a:lnTo>
                      <a:lnTo>
                        <a:pt x="788253" y="16404"/>
                      </a:lnTo>
                      <a:lnTo>
                        <a:pt x="313623" y="16404"/>
                      </a:lnTo>
                      <a:lnTo>
                        <a:pt x="12604" y="3770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72" name="Freeform: Shape 10071">
                  <a:extLst>
                    <a:ext uri="{FF2B5EF4-FFF2-40B4-BE49-F238E27FC236}">
                      <a16:creationId xmlns:a16="http://schemas.microsoft.com/office/drawing/2014/main" id="{632EABCF-CACD-5EB7-28ED-F59ECCB1AF95}"/>
                    </a:ext>
                  </a:extLst>
                </p:cNvPr>
                <p:cNvSpPr/>
                <p:nvPr/>
              </p:nvSpPr>
              <p:spPr>
                <a:xfrm>
                  <a:off x="7368425" y="4723272"/>
                  <a:ext cx="964517" cy="1126810"/>
                </a:xfrm>
                <a:custGeom>
                  <a:avLst/>
                  <a:gdLst>
                    <a:gd name="connsiteX0" fmla="*/ 964518 w 964517"/>
                    <a:gd name="connsiteY0" fmla="*/ 1126810 h 1126810"/>
                    <a:gd name="connsiteX1" fmla="*/ 461425 w 964517"/>
                    <a:gd name="connsiteY1" fmla="*/ 1126810 h 1126810"/>
                    <a:gd name="connsiteX2" fmla="*/ 459320 w 964517"/>
                    <a:gd name="connsiteY2" fmla="*/ 1121725 h 1126810"/>
                    <a:gd name="connsiteX3" fmla="*/ 0 w 964517"/>
                    <a:gd name="connsiteY3" fmla="*/ 6234 h 1126810"/>
                    <a:gd name="connsiteX4" fmla="*/ 15174 w 964517"/>
                    <a:gd name="connsiteY4" fmla="*/ 0 h 1126810"/>
                    <a:gd name="connsiteX5" fmla="*/ 472416 w 964517"/>
                    <a:gd name="connsiteY5" fmla="*/ 1110406 h 1126810"/>
                    <a:gd name="connsiteX6" fmla="*/ 964518 w 964517"/>
                    <a:gd name="connsiteY6" fmla="*/ 1110406 h 1126810"/>
                    <a:gd name="connsiteX7" fmla="*/ 964518 w 964517"/>
                    <a:gd name="connsiteY7" fmla="*/ 1126810 h 1126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64517" h="1126810">
                      <a:moveTo>
                        <a:pt x="964518" y="1126810"/>
                      </a:moveTo>
                      <a:lnTo>
                        <a:pt x="461425" y="1126810"/>
                      </a:lnTo>
                      <a:lnTo>
                        <a:pt x="459320" y="1121725"/>
                      </a:lnTo>
                      <a:lnTo>
                        <a:pt x="0" y="6234"/>
                      </a:lnTo>
                      <a:lnTo>
                        <a:pt x="15174" y="0"/>
                      </a:lnTo>
                      <a:lnTo>
                        <a:pt x="472416" y="1110406"/>
                      </a:lnTo>
                      <a:lnTo>
                        <a:pt x="964518" y="1110406"/>
                      </a:lnTo>
                      <a:lnTo>
                        <a:pt x="964518" y="11268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73" name="Freeform: Shape 10072">
                  <a:extLst>
                    <a:ext uri="{FF2B5EF4-FFF2-40B4-BE49-F238E27FC236}">
                      <a16:creationId xmlns:a16="http://schemas.microsoft.com/office/drawing/2014/main" id="{76A7D2BF-8827-B3C0-6662-C4E4A71BDE66}"/>
                    </a:ext>
                  </a:extLst>
                </p:cNvPr>
                <p:cNvSpPr/>
                <p:nvPr/>
              </p:nvSpPr>
              <p:spPr>
                <a:xfrm>
                  <a:off x="7544690" y="4245416"/>
                  <a:ext cx="788253" cy="377079"/>
                </a:xfrm>
                <a:custGeom>
                  <a:avLst/>
                  <a:gdLst>
                    <a:gd name="connsiteX0" fmla="*/ 788253 w 788253"/>
                    <a:gd name="connsiteY0" fmla="*/ 377080 h 377079"/>
                    <a:gd name="connsiteX1" fmla="*/ 305940 w 788253"/>
                    <a:gd name="connsiteY1" fmla="*/ 377080 h 377079"/>
                    <a:gd name="connsiteX2" fmla="*/ 303479 w 788253"/>
                    <a:gd name="connsiteY2" fmla="*/ 374127 h 377079"/>
                    <a:gd name="connsiteX3" fmla="*/ 0 w 788253"/>
                    <a:gd name="connsiteY3" fmla="*/ 10499 h 377079"/>
                    <a:gd name="connsiteX4" fmla="*/ 12604 w 788253"/>
                    <a:gd name="connsiteY4" fmla="*/ 0 h 377079"/>
                    <a:gd name="connsiteX5" fmla="*/ 313623 w 788253"/>
                    <a:gd name="connsiteY5" fmla="*/ 360675 h 377079"/>
                    <a:gd name="connsiteX6" fmla="*/ 788253 w 788253"/>
                    <a:gd name="connsiteY6" fmla="*/ 360675 h 377079"/>
                    <a:gd name="connsiteX7" fmla="*/ 788253 w 788253"/>
                    <a:gd name="connsiteY7" fmla="*/ 377080 h 3770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88253" h="377079">
                      <a:moveTo>
                        <a:pt x="788253" y="377080"/>
                      </a:moveTo>
                      <a:lnTo>
                        <a:pt x="305940" y="377080"/>
                      </a:lnTo>
                      <a:lnTo>
                        <a:pt x="303479" y="374127"/>
                      </a:lnTo>
                      <a:lnTo>
                        <a:pt x="0" y="10499"/>
                      </a:lnTo>
                      <a:lnTo>
                        <a:pt x="12604" y="0"/>
                      </a:lnTo>
                      <a:lnTo>
                        <a:pt x="313623" y="360675"/>
                      </a:lnTo>
                      <a:lnTo>
                        <a:pt x="788253" y="360675"/>
                      </a:lnTo>
                      <a:lnTo>
                        <a:pt x="788253" y="3770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31" name="Freeform: Shape 10030">
                  <a:extLst>
                    <a:ext uri="{FF2B5EF4-FFF2-40B4-BE49-F238E27FC236}">
                      <a16:creationId xmlns:a16="http://schemas.microsoft.com/office/drawing/2014/main" id="{94A462BC-03B0-8781-8E6B-60F08523BA0E}"/>
                    </a:ext>
                  </a:extLst>
                </p:cNvPr>
                <p:cNvSpPr/>
                <p:nvPr/>
              </p:nvSpPr>
              <p:spPr>
                <a:xfrm>
                  <a:off x="8071350" y="1628714"/>
                  <a:ext cx="2693939" cy="1050612"/>
                </a:xfrm>
                <a:custGeom>
                  <a:avLst/>
                  <a:gdLst>
                    <a:gd name="connsiteX0" fmla="*/ 2168360 w 2693939"/>
                    <a:gd name="connsiteY0" fmla="*/ 1050380 h 1050612"/>
                    <a:gd name="connsiteX1" fmla="*/ 525033 w 2693939"/>
                    <a:gd name="connsiteY1" fmla="*/ 1050380 h 1050612"/>
                    <a:gd name="connsiteX2" fmla="*/ -287 w 2693939"/>
                    <a:gd name="connsiteY2" fmla="*/ 525061 h 1050612"/>
                    <a:gd name="connsiteX3" fmla="*/ 525033 w 2693939"/>
                    <a:gd name="connsiteY3" fmla="*/ -232 h 1050612"/>
                    <a:gd name="connsiteX4" fmla="*/ 2168360 w 2693939"/>
                    <a:gd name="connsiteY4" fmla="*/ -232 h 1050612"/>
                    <a:gd name="connsiteX5" fmla="*/ 2693652 w 2693939"/>
                    <a:gd name="connsiteY5" fmla="*/ 525061 h 1050612"/>
                    <a:gd name="connsiteX6" fmla="*/ 2168360 w 2693939"/>
                    <a:gd name="connsiteY6" fmla="*/ 1050380 h 1050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93939" h="1050612">
                      <a:moveTo>
                        <a:pt x="2168360" y="1050380"/>
                      </a:moveTo>
                      <a:lnTo>
                        <a:pt x="525033" y="1050380"/>
                      </a:lnTo>
                      <a:cubicBezTo>
                        <a:pt x="235360" y="1050380"/>
                        <a:pt x="-287" y="814733"/>
                        <a:pt x="-287" y="525061"/>
                      </a:cubicBezTo>
                      <a:cubicBezTo>
                        <a:pt x="-287" y="235388"/>
                        <a:pt x="235360" y="-232"/>
                        <a:pt x="525033" y="-232"/>
                      </a:cubicBezTo>
                      <a:lnTo>
                        <a:pt x="2168360" y="-232"/>
                      </a:lnTo>
                      <a:cubicBezTo>
                        <a:pt x="2458005" y="-232"/>
                        <a:pt x="2693652" y="235416"/>
                        <a:pt x="2693652" y="525061"/>
                      </a:cubicBezTo>
                      <a:cubicBezTo>
                        <a:pt x="2693652" y="814706"/>
                        <a:pt x="2458005" y="1050380"/>
                        <a:pt x="2168360" y="105038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32" name="Freeform: Shape 10031">
                  <a:extLst>
                    <a:ext uri="{FF2B5EF4-FFF2-40B4-BE49-F238E27FC236}">
                      <a16:creationId xmlns:a16="http://schemas.microsoft.com/office/drawing/2014/main" id="{3E15C071-197F-0B9F-5321-96DE859B3162}"/>
                    </a:ext>
                  </a:extLst>
                </p:cNvPr>
                <p:cNvSpPr/>
                <p:nvPr/>
              </p:nvSpPr>
              <p:spPr>
                <a:xfrm>
                  <a:off x="8071350" y="2859500"/>
                  <a:ext cx="2693939" cy="1050612"/>
                </a:xfrm>
                <a:custGeom>
                  <a:avLst/>
                  <a:gdLst>
                    <a:gd name="connsiteX0" fmla="*/ 2168360 w 2693939"/>
                    <a:gd name="connsiteY0" fmla="*/ 1050380 h 1050612"/>
                    <a:gd name="connsiteX1" fmla="*/ 525033 w 2693939"/>
                    <a:gd name="connsiteY1" fmla="*/ 1050380 h 1050612"/>
                    <a:gd name="connsiteX2" fmla="*/ -287 w 2693939"/>
                    <a:gd name="connsiteY2" fmla="*/ 525088 h 1050612"/>
                    <a:gd name="connsiteX3" fmla="*/ 525033 w 2693939"/>
                    <a:gd name="connsiteY3" fmla="*/ -232 h 1050612"/>
                    <a:gd name="connsiteX4" fmla="*/ 2168360 w 2693939"/>
                    <a:gd name="connsiteY4" fmla="*/ -232 h 1050612"/>
                    <a:gd name="connsiteX5" fmla="*/ 2693652 w 2693939"/>
                    <a:gd name="connsiteY5" fmla="*/ 525088 h 1050612"/>
                    <a:gd name="connsiteX6" fmla="*/ 2168360 w 2693939"/>
                    <a:gd name="connsiteY6" fmla="*/ 1050380 h 1050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93939" h="1050612">
                      <a:moveTo>
                        <a:pt x="2168360" y="1050380"/>
                      </a:moveTo>
                      <a:lnTo>
                        <a:pt x="525033" y="1050380"/>
                      </a:lnTo>
                      <a:cubicBezTo>
                        <a:pt x="235360" y="1050380"/>
                        <a:pt x="-287" y="814733"/>
                        <a:pt x="-287" y="525088"/>
                      </a:cubicBezTo>
                      <a:cubicBezTo>
                        <a:pt x="-287" y="235443"/>
                        <a:pt x="235360" y="-232"/>
                        <a:pt x="525033" y="-232"/>
                      </a:cubicBezTo>
                      <a:lnTo>
                        <a:pt x="2168360" y="-232"/>
                      </a:lnTo>
                      <a:cubicBezTo>
                        <a:pt x="2458005" y="-232"/>
                        <a:pt x="2693652" y="235416"/>
                        <a:pt x="2693652" y="525088"/>
                      </a:cubicBezTo>
                      <a:cubicBezTo>
                        <a:pt x="2693652" y="814760"/>
                        <a:pt x="2458005" y="1050380"/>
                        <a:pt x="2168360" y="105038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33" name="Freeform: Shape 10032">
                  <a:extLst>
                    <a:ext uri="{FF2B5EF4-FFF2-40B4-BE49-F238E27FC236}">
                      <a16:creationId xmlns:a16="http://schemas.microsoft.com/office/drawing/2014/main" id="{FB6508F8-8CAF-55E2-30D3-C811A2F49F29}"/>
                    </a:ext>
                  </a:extLst>
                </p:cNvPr>
                <p:cNvSpPr/>
                <p:nvPr/>
              </p:nvSpPr>
              <p:spPr>
                <a:xfrm>
                  <a:off x="8071350" y="4090286"/>
                  <a:ext cx="2693939" cy="1050612"/>
                </a:xfrm>
                <a:custGeom>
                  <a:avLst/>
                  <a:gdLst>
                    <a:gd name="connsiteX0" fmla="*/ 2168360 w 2693939"/>
                    <a:gd name="connsiteY0" fmla="*/ 1050380 h 1050612"/>
                    <a:gd name="connsiteX1" fmla="*/ 525033 w 2693939"/>
                    <a:gd name="connsiteY1" fmla="*/ 1050380 h 1050612"/>
                    <a:gd name="connsiteX2" fmla="*/ -287 w 2693939"/>
                    <a:gd name="connsiteY2" fmla="*/ 525088 h 1050612"/>
                    <a:gd name="connsiteX3" fmla="*/ 525033 w 2693939"/>
                    <a:gd name="connsiteY3" fmla="*/ -232 h 1050612"/>
                    <a:gd name="connsiteX4" fmla="*/ 2168360 w 2693939"/>
                    <a:gd name="connsiteY4" fmla="*/ -232 h 1050612"/>
                    <a:gd name="connsiteX5" fmla="*/ 2693652 w 2693939"/>
                    <a:gd name="connsiteY5" fmla="*/ 525088 h 1050612"/>
                    <a:gd name="connsiteX6" fmla="*/ 2168360 w 2693939"/>
                    <a:gd name="connsiteY6" fmla="*/ 1050380 h 1050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93939" h="1050612">
                      <a:moveTo>
                        <a:pt x="2168360" y="1050380"/>
                      </a:moveTo>
                      <a:lnTo>
                        <a:pt x="525033" y="1050380"/>
                      </a:lnTo>
                      <a:cubicBezTo>
                        <a:pt x="235360" y="1050380"/>
                        <a:pt x="-287" y="814733"/>
                        <a:pt x="-287" y="525088"/>
                      </a:cubicBezTo>
                      <a:cubicBezTo>
                        <a:pt x="-287" y="235443"/>
                        <a:pt x="235360" y="-232"/>
                        <a:pt x="525033" y="-232"/>
                      </a:cubicBezTo>
                      <a:lnTo>
                        <a:pt x="2168360" y="-232"/>
                      </a:lnTo>
                      <a:cubicBezTo>
                        <a:pt x="2458005" y="-232"/>
                        <a:pt x="2693652" y="235416"/>
                        <a:pt x="2693652" y="525088"/>
                      </a:cubicBezTo>
                      <a:cubicBezTo>
                        <a:pt x="2693652" y="814760"/>
                        <a:pt x="2458005" y="1050380"/>
                        <a:pt x="2168360" y="105038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34" name="Freeform: Shape 10033">
                  <a:extLst>
                    <a:ext uri="{FF2B5EF4-FFF2-40B4-BE49-F238E27FC236}">
                      <a16:creationId xmlns:a16="http://schemas.microsoft.com/office/drawing/2014/main" id="{3515B3BA-FD14-E61A-8754-E2F1395B0564}"/>
                    </a:ext>
                  </a:extLst>
                </p:cNvPr>
                <p:cNvSpPr/>
                <p:nvPr/>
              </p:nvSpPr>
              <p:spPr>
                <a:xfrm>
                  <a:off x="8071350" y="5321072"/>
                  <a:ext cx="2693939" cy="1050639"/>
                </a:xfrm>
                <a:custGeom>
                  <a:avLst/>
                  <a:gdLst>
                    <a:gd name="connsiteX0" fmla="*/ 2168360 w 2693939"/>
                    <a:gd name="connsiteY0" fmla="*/ 1050408 h 1050639"/>
                    <a:gd name="connsiteX1" fmla="*/ 525033 w 2693939"/>
                    <a:gd name="connsiteY1" fmla="*/ 1050408 h 1050639"/>
                    <a:gd name="connsiteX2" fmla="*/ -287 w 2693939"/>
                    <a:gd name="connsiteY2" fmla="*/ 525088 h 1050639"/>
                    <a:gd name="connsiteX3" fmla="*/ 525033 w 2693939"/>
                    <a:gd name="connsiteY3" fmla="*/ -232 h 1050639"/>
                    <a:gd name="connsiteX4" fmla="*/ 2168360 w 2693939"/>
                    <a:gd name="connsiteY4" fmla="*/ -232 h 1050639"/>
                    <a:gd name="connsiteX5" fmla="*/ 2693652 w 2693939"/>
                    <a:gd name="connsiteY5" fmla="*/ 525088 h 1050639"/>
                    <a:gd name="connsiteX6" fmla="*/ 2168360 w 2693939"/>
                    <a:gd name="connsiteY6" fmla="*/ 1050408 h 1050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93939" h="1050639">
                      <a:moveTo>
                        <a:pt x="2168360" y="1050408"/>
                      </a:moveTo>
                      <a:lnTo>
                        <a:pt x="525033" y="1050408"/>
                      </a:lnTo>
                      <a:cubicBezTo>
                        <a:pt x="235360" y="1050408"/>
                        <a:pt x="-287" y="814733"/>
                        <a:pt x="-287" y="525088"/>
                      </a:cubicBezTo>
                      <a:cubicBezTo>
                        <a:pt x="-287" y="235443"/>
                        <a:pt x="235360" y="-232"/>
                        <a:pt x="525033" y="-232"/>
                      </a:cubicBezTo>
                      <a:lnTo>
                        <a:pt x="2168360" y="-232"/>
                      </a:lnTo>
                      <a:cubicBezTo>
                        <a:pt x="2458005" y="-232"/>
                        <a:pt x="2693652" y="235443"/>
                        <a:pt x="2693652" y="525088"/>
                      </a:cubicBezTo>
                      <a:cubicBezTo>
                        <a:pt x="2693652" y="814733"/>
                        <a:pt x="2458005" y="1050408"/>
                        <a:pt x="2168360" y="10504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35" name="Freeform: Shape 10034">
                  <a:extLst>
                    <a:ext uri="{FF2B5EF4-FFF2-40B4-BE49-F238E27FC236}">
                      <a16:creationId xmlns:a16="http://schemas.microsoft.com/office/drawing/2014/main" id="{4BE8B643-8673-F79E-87AD-B480E7A44AFC}"/>
                    </a:ext>
                  </a:extLst>
                </p:cNvPr>
                <p:cNvSpPr/>
                <p:nvPr/>
              </p:nvSpPr>
              <p:spPr>
                <a:xfrm>
                  <a:off x="8180493" y="1717938"/>
                  <a:ext cx="871942" cy="871949"/>
                </a:xfrm>
                <a:custGeom>
                  <a:avLst/>
                  <a:gdLst>
                    <a:gd name="connsiteX0" fmla="*/ 871655 w 871942"/>
                    <a:gd name="connsiteY0" fmla="*/ 435836 h 871949"/>
                    <a:gd name="connsiteX1" fmla="*/ 435602 w 871942"/>
                    <a:gd name="connsiteY1" fmla="*/ 871717 h 871949"/>
                    <a:gd name="connsiteX2" fmla="*/ -287 w 871942"/>
                    <a:gd name="connsiteY2" fmla="*/ 435653 h 871949"/>
                    <a:gd name="connsiteX3" fmla="*/ 240282 w 871942"/>
                    <a:gd name="connsiteY3" fmla="*/ 46016 h 871949"/>
                    <a:gd name="connsiteX4" fmla="*/ 335345 w 871942"/>
                    <a:gd name="connsiteY4" fmla="*/ 11485 h 871949"/>
                    <a:gd name="connsiteX5" fmla="*/ 860008 w 871942"/>
                    <a:gd name="connsiteY5" fmla="*/ 336128 h 871949"/>
                    <a:gd name="connsiteX6" fmla="*/ 871628 w 871942"/>
                    <a:gd name="connsiteY6" fmla="*/ 435836 h 871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71942" h="871949">
                      <a:moveTo>
                        <a:pt x="871655" y="435836"/>
                      </a:moveTo>
                      <a:cubicBezTo>
                        <a:pt x="871601" y="676616"/>
                        <a:pt x="676362" y="871767"/>
                        <a:pt x="435602" y="871717"/>
                      </a:cubicBezTo>
                      <a:cubicBezTo>
                        <a:pt x="194815" y="871665"/>
                        <a:pt x="-342" y="676433"/>
                        <a:pt x="-287" y="435653"/>
                      </a:cubicBezTo>
                      <a:cubicBezTo>
                        <a:pt x="-260" y="270727"/>
                        <a:pt x="92835" y="119936"/>
                        <a:pt x="240282" y="46016"/>
                      </a:cubicBezTo>
                      <a:cubicBezTo>
                        <a:pt x="270493" y="30817"/>
                        <a:pt x="302399" y="19228"/>
                        <a:pt x="335345" y="11485"/>
                      </a:cubicBezTo>
                      <a:cubicBezTo>
                        <a:pt x="569871" y="-43751"/>
                        <a:pt x="804781" y="101596"/>
                        <a:pt x="860008" y="336128"/>
                      </a:cubicBezTo>
                      <a:cubicBezTo>
                        <a:pt x="867718" y="368806"/>
                        <a:pt x="871601" y="402262"/>
                        <a:pt x="871628" y="435836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BEAEA"/>
                    </a:gs>
                    <a:gs pos="50000">
                      <a:srgbClr val="F5F4F4"/>
                    </a:gs>
                    <a:gs pos="100000">
                      <a:srgbClr val="FFFFFF"/>
                    </a:gs>
                  </a:gsLst>
                  <a:lin ang="18900077" scaled="1"/>
                </a:gra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01</a:t>
                  </a:r>
                  <a:endParaRPr lang="en-IN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036" name="Freeform: Shape 10035">
                  <a:extLst>
                    <a:ext uri="{FF2B5EF4-FFF2-40B4-BE49-F238E27FC236}">
                      <a16:creationId xmlns:a16="http://schemas.microsoft.com/office/drawing/2014/main" id="{79EFF67E-BF19-1E32-F757-CD35CD95CC30}"/>
                    </a:ext>
                  </a:extLst>
                </p:cNvPr>
                <p:cNvSpPr/>
                <p:nvPr/>
              </p:nvSpPr>
              <p:spPr>
                <a:xfrm>
                  <a:off x="8180493" y="2948753"/>
                  <a:ext cx="871942" cy="871928"/>
                </a:xfrm>
                <a:custGeom>
                  <a:avLst/>
                  <a:gdLst>
                    <a:gd name="connsiteX0" fmla="*/ 871655 w 871942"/>
                    <a:gd name="connsiteY0" fmla="*/ 435835 h 871928"/>
                    <a:gd name="connsiteX1" fmla="*/ 435575 w 871942"/>
                    <a:gd name="connsiteY1" fmla="*/ 871697 h 871928"/>
                    <a:gd name="connsiteX2" fmla="*/ -287 w 871942"/>
                    <a:gd name="connsiteY2" fmla="*/ 435597 h 871928"/>
                    <a:gd name="connsiteX3" fmla="*/ 240282 w 871942"/>
                    <a:gd name="connsiteY3" fmla="*/ 45987 h 871928"/>
                    <a:gd name="connsiteX4" fmla="*/ 335345 w 871942"/>
                    <a:gd name="connsiteY4" fmla="*/ 11456 h 871928"/>
                    <a:gd name="connsiteX5" fmla="*/ 860036 w 871942"/>
                    <a:gd name="connsiteY5" fmla="*/ 336346 h 871928"/>
                    <a:gd name="connsiteX6" fmla="*/ 871628 w 871942"/>
                    <a:gd name="connsiteY6" fmla="*/ 435835 h 871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71942" h="871928">
                      <a:moveTo>
                        <a:pt x="871655" y="435835"/>
                      </a:moveTo>
                      <a:cubicBezTo>
                        <a:pt x="871601" y="676614"/>
                        <a:pt x="676335" y="871751"/>
                        <a:pt x="435575" y="871697"/>
                      </a:cubicBezTo>
                      <a:cubicBezTo>
                        <a:pt x="194787" y="871615"/>
                        <a:pt x="-342" y="676376"/>
                        <a:pt x="-287" y="435597"/>
                      </a:cubicBezTo>
                      <a:cubicBezTo>
                        <a:pt x="-233" y="270679"/>
                        <a:pt x="92862" y="119902"/>
                        <a:pt x="240282" y="45987"/>
                      </a:cubicBezTo>
                      <a:cubicBezTo>
                        <a:pt x="270493" y="30789"/>
                        <a:pt x="302399" y="19199"/>
                        <a:pt x="335345" y="11456"/>
                      </a:cubicBezTo>
                      <a:cubicBezTo>
                        <a:pt x="569953" y="-43720"/>
                        <a:pt x="804863" y="101740"/>
                        <a:pt x="860036" y="336346"/>
                      </a:cubicBezTo>
                      <a:cubicBezTo>
                        <a:pt x="867718" y="368955"/>
                        <a:pt x="871601" y="402337"/>
                        <a:pt x="871628" y="43583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BEAEA"/>
                    </a:gs>
                    <a:gs pos="50000">
                      <a:srgbClr val="F5F4F4"/>
                    </a:gs>
                    <a:gs pos="100000">
                      <a:srgbClr val="FFFFFF"/>
                    </a:gs>
                  </a:gsLst>
                  <a:lin ang="18900000" scaled="1"/>
                </a:gra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02</a:t>
                  </a:r>
                  <a:endParaRPr lang="en-IN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037" name="Freeform: Shape 10036">
                  <a:extLst>
                    <a:ext uri="{FF2B5EF4-FFF2-40B4-BE49-F238E27FC236}">
                      <a16:creationId xmlns:a16="http://schemas.microsoft.com/office/drawing/2014/main" id="{5789D1DF-1472-0F2F-D813-36304FCA4729}"/>
                    </a:ext>
                  </a:extLst>
                </p:cNvPr>
                <p:cNvSpPr/>
                <p:nvPr/>
              </p:nvSpPr>
              <p:spPr>
                <a:xfrm>
                  <a:off x="8180493" y="4179539"/>
                  <a:ext cx="871942" cy="871955"/>
                </a:xfrm>
                <a:custGeom>
                  <a:avLst/>
                  <a:gdLst>
                    <a:gd name="connsiteX0" fmla="*/ 871655 w 871942"/>
                    <a:gd name="connsiteY0" fmla="*/ 435834 h 871955"/>
                    <a:gd name="connsiteX1" fmla="*/ 435602 w 871942"/>
                    <a:gd name="connsiteY1" fmla="*/ 871724 h 871955"/>
                    <a:gd name="connsiteX2" fmla="*/ -287 w 871942"/>
                    <a:gd name="connsiteY2" fmla="*/ 435643 h 871955"/>
                    <a:gd name="connsiteX3" fmla="*/ 240282 w 871942"/>
                    <a:gd name="connsiteY3" fmla="*/ 46014 h 871955"/>
                    <a:gd name="connsiteX4" fmla="*/ 335372 w 871942"/>
                    <a:gd name="connsiteY4" fmla="*/ 11456 h 871955"/>
                    <a:gd name="connsiteX5" fmla="*/ 860063 w 871942"/>
                    <a:gd name="connsiteY5" fmla="*/ 336342 h 871955"/>
                    <a:gd name="connsiteX6" fmla="*/ 871655 w 871942"/>
                    <a:gd name="connsiteY6" fmla="*/ 435834 h 871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71942" h="871955">
                      <a:moveTo>
                        <a:pt x="871655" y="435834"/>
                      </a:moveTo>
                      <a:cubicBezTo>
                        <a:pt x="871601" y="676622"/>
                        <a:pt x="676362" y="871778"/>
                        <a:pt x="435602" y="871724"/>
                      </a:cubicBezTo>
                      <a:cubicBezTo>
                        <a:pt x="194815" y="871669"/>
                        <a:pt x="-342" y="676430"/>
                        <a:pt x="-287" y="435643"/>
                      </a:cubicBezTo>
                      <a:cubicBezTo>
                        <a:pt x="-260" y="270725"/>
                        <a:pt x="92835" y="119942"/>
                        <a:pt x="240282" y="46014"/>
                      </a:cubicBezTo>
                      <a:cubicBezTo>
                        <a:pt x="270520" y="30812"/>
                        <a:pt x="302426" y="19193"/>
                        <a:pt x="335372" y="11456"/>
                      </a:cubicBezTo>
                      <a:cubicBezTo>
                        <a:pt x="569981" y="-43718"/>
                        <a:pt x="804890" y="101734"/>
                        <a:pt x="860063" y="336342"/>
                      </a:cubicBezTo>
                      <a:cubicBezTo>
                        <a:pt x="867746" y="368960"/>
                        <a:pt x="871628" y="402342"/>
                        <a:pt x="871655" y="43583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BEAEA"/>
                    </a:gs>
                    <a:gs pos="50000">
                      <a:srgbClr val="F5F4F4"/>
                    </a:gs>
                    <a:gs pos="100000">
                      <a:srgbClr val="FFFFFF"/>
                    </a:gs>
                  </a:gsLst>
                  <a:lin ang="18900000" scaled="1"/>
                </a:gra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03</a:t>
                  </a:r>
                  <a:endParaRPr lang="en-IN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038" name="Freeform: Shape 10037">
                  <a:extLst>
                    <a:ext uri="{FF2B5EF4-FFF2-40B4-BE49-F238E27FC236}">
                      <a16:creationId xmlns:a16="http://schemas.microsoft.com/office/drawing/2014/main" id="{8724BF97-B442-3A63-4931-66ED3EE5ACE4}"/>
                    </a:ext>
                  </a:extLst>
                </p:cNvPr>
                <p:cNvSpPr/>
                <p:nvPr/>
              </p:nvSpPr>
              <p:spPr>
                <a:xfrm>
                  <a:off x="8180493" y="5410325"/>
                  <a:ext cx="871942" cy="871955"/>
                </a:xfrm>
                <a:custGeom>
                  <a:avLst/>
                  <a:gdLst>
                    <a:gd name="connsiteX0" fmla="*/ 871655 w 871942"/>
                    <a:gd name="connsiteY0" fmla="*/ 435834 h 871955"/>
                    <a:gd name="connsiteX1" fmla="*/ 435602 w 871942"/>
                    <a:gd name="connsiteY1" fmla="*/ 871723 h 871955"/>
                    <a:gd name="connsiteX2" fmla="*/ -287 w 871942"/>
                    <a:gd name="connsiteY2" fmla="*/ 435643 h 871955"/>
                    <a:gd name="connsiteX3" fmla="*/ 240282 w 871942"/>
                    <a:gd name="connsiteY3" fmla="*/ 46014 h 871955"/>
                    <a:gd name="connsiteX4" fmla="*/ 335372 w 871942"/>
                    <a:gd name="connsiteY4" fmla="*/ 11456 h 871955"/>
                    <a:gd name="connsiteX5" fmla="*/ 860063 w 871942"/>
                    <a:gd name="connsiteY5" fmla="*/ 336342 h 871955"/>
                    <a:gd name="connsiteX6" fmla="*/ 871655 w 871942"/>
                    <a:gd name="connsiteY6" fmla="*/ 435834 h 871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71942" h="871955">
                      <a:moveTo>
                        <a:pt x="871655" y="435834"/>
                      </a:moveTo>
                      <a:cubicBezTo>
                        <a:pt x="871601" y="676622"/>
                        <a:pt x="676362" y="871778"/>
                        <a:pt x="435602" y="871723"/>
                      </a:cubicBezTo>
                      <a:cubicBezTo>
                        <a:pt x="194815" y="871669"/>
                        <a:pt x="-342" y="676431"/>
                        <a:pt x="-287" y="435643"/>
                      </a:cubicBezTo>
                      <a:cubicBezTo>
                        <a:pt x="-260" y="270725"/>
                        <a:pt x="92835" y="119942"/>
                        <a:pt x="240282" y="46014"/>
                      </a:cubicBezTo>
                      <a:cubicBezTo>
                        <a:pt x="270520" y="30813"/>
                        <a:pt x="302426" y="19193"/>
                        <a:pt x="335372" y="11456"/>
                      </a:cubicBezTo>
                      <a:cubicBezTo>
                        <a:pt x="569981" y="-43718"/>
                        <a:pt x="804890" y="101734"/>
                        <a:pt x="860063" y="336342"/>
                      </a:cubicBezTo>
                      <a:cubicBezTo>
                        <a:pt x="867746" y="368959"/>
                        <a:pt x="871628" y="402342"/>
                        <a:pt x="871655" y="43583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BEAEA"/>
                    </a:gs>
                    <a:gs pos="50000">
                      <a:srgbClr val="F5F4F4"/>
                    </a:gs>
                    <a:gs pos="100000">
                      <a:srgbClr val="FFFFFF"/>
                    </a:gs>
                  </a:gsLst>
                  <a:lin ang="18900000" scaled="1"/>
                </a:gra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04</a:t>
                  </a:r>
                  <a:endParaRPr lang="en-IN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039" name="Freeform: Shape 10038">
                  <a:extLst>
                    <a:ext uri="{FF2B5EF4-FFF2-40B4-BE49-F238E27FC236}">
                      <a16:creationId xmlns:a16="http://schemas.microsoft.com/office/drawing/2014/main" id="{DC395E76-0FBE-EE20-1D63-57E31BA24D74}"/>
                    </a:ext>
                  </a:extLst>
                </p:cNvPr>
                <p:cNvSpPr/>
                <p:nvPr/>
              </p:nvSpPr>
              <p:spPr>
                <a:xfrm>
                  <a:off x="1427612" y="1628714"/>
                  <a:ext cx="2693940" cy="1050612"/>
                </a:xfrm>
                <a:custGeom>
                  <a:avLst/>
                  <a:gdLst>
                    <a:gd name="connsiteX0" fmla="*/ 2168360 w 2693940"/>
                    <a:gd name="connsiteY0" fmla="*/ 1050380 h 1050612"/>
                    <a:gd name="connsiteX1" fmla="*/ 525033 w 2693940"/>
                    <a:gd name="connsiteY1" fmla="*/ 1050380 h 1050612"/>
                    <a:gd name="connsiteX2" fmla="*/ -287 w 2693940"/>
                    <a:gd name="connsiteY2" fmla="*/ 525061 h 1050612"/>
                    <a:gd name="connsiteX3" fmla="*/ 525033 w 2693940"/>
                    <a:gd name="connsiteY3" fmla="*/ -232 h 1050612"/>
                    <a:gd name="connsiteX4" fmla="*/ 2168360 w 2693940"/>
                    <a:gd name="connsiteY4" fmla="*/ -232 h 1050612"/>
                    <a:gd name="connsiteX5" fmla="*/ 2693653 w 2693940"/>
                    <a:gd name="connsiteY5" fmla="*/ 525061 h 1050612"/>
                    <a:gd name="connsiteX6" fmla="*/ 2168360 w 2693940"/>
                    <a:gd name="connsiteY6" fmla="*/ 1050380 h 1050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93940" h="1050612">
                      <a:moveTo>
                        <a:pt x="2168360" y="1050380"/>
                      </a:moveTo>
                      <a:lnTo>
                        <a:pt x="525033" y="1050380"/>
                      </a:lnTo>
                      <a:cubicBezTo>
                        <a:pt x="235360" y="1050380"/>
                        <a:pt x="-287" y="814733"/>
                        <a:pt x="-287" y="525061"/>
                      </a:cubicBezTo>
                      <a:cubicBezTo>
                        <a:pt x="-287" y="235388"/>
                        <a:pt x="235360" y="-232"/>
                        <a:pt x="525033" y="-232"/>
                      </a:cubicBezTo>
                      <a:lnTo>
                        <a:pt x="2168360" y="-232"/>
                      </a:lnTo>
                      <a:cubicBezTo>
                        <a:pt x="2458005" y="-232"/>
                        <a:pt x="2693653" y="235416"/>
                        <a:pt x="2693653" y="525061"/>
                      </a:cubicBezTo>
                      <a:cubicBezTo>
                        <a:pt x="2693653" y="814706"/>
                        <a:pt x="2458005" y="1050380"/>
                        <a:pt x="2168360" y="1050380"/>
                      </a:cubicBezTo>
                      <a:close/>
                    </a:path>
                  </a:pathLst>
                </a:custGeom>
                <a:solidFill>
                  <a:srgbClr val="AD362D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40" name="Freeform: Shape 10039">
                  <a:extLst>
                    <a:ext uri="{FF2B5EF4-FFF2-40B4-BE49-F238E27FC236}">
                      <a16:creationId xmlns:a16="http://schemas.microsoft.com/office/drawing/2014/main" id="{70B50752-D7FD-F200-03B8-50EE438CD953}"/>
                    </a:ext>
                  </a:extLst>
                </p:cNvPr>
                <p:cNvSpPr/>
                <p:nvPr/>
              </p:nvSpPr>
              <p:spPr>
                <a:xfrm>
                  <a:off x="1427612" y="2859500"/>
                  <a:ext cx="2693940" cy="1050612"/>
                </a:xfrm>
                <a:custGeom>
                  <a:avLst/>
                  <a:gdLst>
                    <a:gd name="connsiteX0" fmla="*/ 2168360 w 2693940"/>
                    <a:gd name="connsiteY0" fmla="*/ 1050380 h 1050612"/>
                    <a:gd name="connsiteX1" fmla="*/ 525033 w 2693940"/>
                    <a:gd name="connsiteY1" fmla="*/ 1050380 h 1050612"/>
                    <a:gd name="connsiteX2" fmla="*/ -287 w 2693940"/>
                    <a:gd name="connsiteY2" fmla="*/ 525088 h 1050612"/>
                    <a:gd name="connsiteX3" fmla="*/ 525033 w 2693940"/>
                    <a:gd name="connsiteY3" fmla="*/ -232 h 1050612"/>
                    <a:gd name="connsiteX4" fmla="*/ 2168360 w 2693940"/>
                    <a:gd name="connsiteY4" fmla="*/ -232 h 1050612"/>
                    <a:gd name="connsiteX5" fmla="*/ 2693653 w 2693940"/>
                    <a:gd name="connsiteY5" fmla="*/ 525088 h 1050612"/>
                    <a:gd name="connsiteX6" fmla="*/ 2168360 w 2693940"/>
                    <a:gd name="connsiteY6" fmla="*/ 1050380 h 1050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93940" h="1050612">
                      <a:moveTo>
                        <a:pt x="2168360" y="1050380"/>
                      </a:moveTo>
                      <a:lnTo>
                        <a:pt x="525033" y="1050380"/>
                      </a:lnTo>
                      <a:cubicBezTo>
                        <a:pt x="235360" y="1050380"/>
                        <a:pt x="-287" y="814733"/>
                        <a:pt x="-287" y="525088"/>
                      </a:cubicBezTo>
                      <a:cubicBezTo>
                        <a:pt x="-287" y="235443"/>
                        <a:pt x="235360" y="-232"/>
                        <a:pt x="525033" y="-232"/>
                      </a:cubicBezTo>
                      <a:lnTo>
                        <a:pt x="2168360" y="-232"/>
                      </a:lnTo>
                      <a:cubicBezTo>
                        <a:pt x="2458005" y="-232"/>
                        <a:pt x="2693653" y="235416"/>
                        <a:pt x="2693653" y="525088"/>
                      </a:cubicBezTo>
                      <a:cubicBezTo>
                        <a:pt x="2693653" y="814760"/>
                        <a:pt x="2458005" y="1050380"/>
                        <a:pt x="2168360" y="1050380"/>
                      </a:cubicBezTo>
                      <a:close/>
                    </a:path>
                  </a:pathLst>
                </a:custGeom>
                <a:solidFill>
                  <a:srgbClr val="7030A0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41" name="Freeform: Shape 10040">
                  <a:extLst>
                    <a:ext uri="{FF2B5EF4-FFF2-40B4-BE49-F238E27FC236}">
                      <a16:creationId xmlns:a16="http://schemas.microsoft.com/office/drawing/2014/main" id="{40BB037A-BBB2-8531-3F9D-58A2F165FF97}"/>
                    </a:ext>
                  </a:extLst>
                </p:cNvPr>
                <p:cNvSpPr/>
                <p:nvPr/>
              </p:nvSpPr>
              <p:spPr>
                <a:xfrm>
                  <a:off x="1427612" y="4090286"/>
                  <a:ext cx="2693940" cy="1050612"/>
                </a:xfrm>
                <a:custGeom>
                  <a:avLst/>
                  <a:gdLst>
                    <a:gd name="connsiteX0" fmla="*/ 2168360 w 2693940"/>
                    <a:gd name="connsiteY0" fmla="*/ 1050380 h 1050612"/>
                    <a:gd name="connsiteX1" fmla="*/ 525033 w 2693940"/>
                    <a:gd name="connsiteY1" fmla="*/ 1050380 h 1050612"/>
                    <a:gd name="connsiteX2" fmla="*/ -287 w 2693940"/>
                    <a:gd name="connsiteY2" fmla="*/ 525088 h 1050612"/>
                    <a:gd name="connsiteX3" fmla="*/ 525033 w 2693940"/>
                    <a:gd name="connsiteY3" fmla="*/ -232 h 1050612"/>
                    <a:gd name="connsiteX4" fmla="*/ 2168360 w 2693940"/>
                    <a:gd name="connsiteY4" fmla="*/ -232 h 1050612"/>
                    <a:gd name="connsiteX5" fmla="*/ 2693653 w 2693940"/>
                    <a:gd name="connsiteY5" fmla="*/ 525088 h 1050612"/>
                    <a:gd name="connsiteX6" fmla="*/ 2168360 w 2693940"/>
                    <a:gd name="connsiteY6" fmla="*/ 1050380 h 1050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93940" h="1050612">
                      <a:moveTo>
                        <a:pt x="2168360" y="1050380"/>
                      </a:moveTo>
                      <a:lnTo>
                        <a:pt x="525033" y="1050380"/>
                      </a:lnTo>
                      <a:cubicBezTo>
                        <a:pt x="235360" y="1050380"/>
                        <a:pt x="-287" y="814733"/>
                        <a:pt x="-287" y="525088"/>
                      </a:cubicBezTo>
                      <a:cubicBezTo>
                        <a:pt x="-287" y="235443"/>
                        <a:pt x="235360" y="-232"/>
                        <a:pt x="525033" y="-232"/>
                      </a:cubicBezTo>
                      <a:lnTo>
                        <a:pt x="2168360" y="-232"/>
                      </a:lnTo>
                      <a:cubicBezTo>
                        <a:pt x="2458005" y="-232"/>
                        <a:pt x="2693653" y="235416"/>
                        <a:pt x="2693653" y="525088"/>
                      </a:cubicBezTo>
                      <a:cubicBezTo>
                        <a:pt x="2693653" y="814760"/>
                        <a:pt x="2458005" y="1050380"/>
                        <a:pt x="2168360" y="105038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42" name="Freeform: Shape 10041">
                  <a:extLst>
                    <a:ext uri="{FF2B5EF4-FFF2-40B4-BE49-F238E27FC236}">
                      <a16:creationId xmlns:a16="http://schemas.microsoft.com/office/drawing/2014/main" id="{474A8CA2-A25F-25E8-5A5E-EAA758F5BFBD}"/>
                    </a:ext>
                  </a:extLst>
                </p:cNvPr>
                <p:cNvSpPr/>
                <p:nvPr/>
              </p:nvSpPr>
              <p:spPr>
                <a:xfrm>
                  <a:off x="1427612" y="5321072"/>
                  <a:ext cx="2693940" cy="1050639"/>
                </a:xfrm>
                <a:custGeom>
                  <a:avLst/>
                  <a:gdLst>
                    <a:gd name="connsiteX0" fmla="*/ 2168360 w 2693940"/>
                    <a:gd name="connsiteY0" fmla="*/ 1050408 h 1050639"/>
                    <a:gd name="connsiteX1" fmla="*/ 525033 w 2693940"/>
                    <a:gd name="connsiteY1" fmla="*/ 1050408 h 1050639"/>
                    <a:gd name="connsiteX2" fmla="*/ -287 w 2693940"/>
                    <a:gd name="connsiteY2" fmla="*/ 525088 h 1050639"/>
                    <a:gd name="connsiteX3" fmla="*/ 525033 w 2693940"/>
                    <a:gd name="connsiteY3" fmla="*/ -232 h 1050639"/>
                    <a:gd name="connsiteX4" fmla="*/ 2168360 w 2693940"/>
                    <a:gd name="connsiteY4" fmla="*/ -232 h 1050639"/>
                    <a:gd name="connsiteX5" fmla="*/ 2693653 w 2693940"/>
                    <a:gd name="connsiteY5" fmla="*/ 525088 h 1050639"/>
                    <a:gd name="connsiteX6" fmla="*/ 2168360 w 2693940"/>
                    <a:gd name="connsiteY6" fmla="*/ 1050408 h 1050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93940" h="1050639">
                      <a:moveTo>
                        <a:pt x="2168360" y="1050408"/>
                      </a:moveTo>
                      <a:lnTo>
                        <a:pt x="525033" y="1050408"/>
                      </a:lnTo>
                      <a:cubicBezTo>
                        <a:pt x="235360" y="1050408"/>
                        <a:pt x="-287" y="814733"/>
                        <a:pt x="-287" y="525088"/>
                      </a:cubicBezTo>
                      <a:cubicBezTo>
                        <a:pt x="-287" y="235443"/>
                        <a:pt x="235360" y="-232"/>
                        <a:pt x="525033" y="-232"/>
                      </a:cubicBezTo>
                      <a:lnTo>
                        <a:pt x="2168360" y="-232"/>
                      </a:lnTo>
                      <a:cubicBezTo>
                        <a:pt x="2458005" y="-232"/>
                        <a:pt x="2693653" y="235443"/>
                        <a:pt x="2693653" y="525088"/>
                      </a:cubicBezTo>
                      <a:cubicBezTo>
                        <a:pt x="2693653" y="814733"/>
                        <a:pt x="2458005" y="1050408"/>
                        <a:pt x="2168360" y="10504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43" name="Freeform: Shape 10042">
                  <a:extLst>
                    <a:ext uri="{FF2B5EF4-FFF2-40B4-BE49-F238E27FC236}">
                      <a16:creationId xmlns:a16="http://schemas.microsoft.com/office/drawing/2014/main" id="{06440035-7C39-BA71-622D-9327D8AC8CF8}"/>
                    </a:ext>
                  </a:extLst>
                </p:cNvPr>
                <p:cNvSpPr/>
                <p:nvPr/>
              </p:nvSpPr>
              <p:spPr>
                <a:xfrm>
                  <a:off x="3141641" y="1723406"/>
                  <a:ext cx="871942" cy="871949"/>
                </a:xfrm>
                <a:custGeom>
                  <a:avLst/>
                  <a:gdLst>
                    <a:gd name="connsiteX0" fmla="*/ 871656 w 871942"/>
                    <a:gd name="connsiteY0" fmla="*/ 435836 h 871949"/>
                    <a:gd name="connsiteX1" fmla="*/ 435602 w 871942"/>
                    <a:gd name="connsiteY1" fmla="*/ 871717 h 871949"/>
                    <a:gd name="connsiteX2" fmla="*/ -287 w 871942"/>
                    <a:gd name="connsiteY2" fmla="*/ 435653 h 871949"/>
                    <a:gd name="connsiteX3" fmla="*/ 240282 w 871942"/>
                    <a:gd name="connsiteY3" fmla="*/ 46016 h 871949"/>
                    <a:gd name="connsiteX4" fmla="*/ 335345 w 871942"/>
                    <a:gd name="connsiteY4" fmla="*/ 11485 h 871949"/>
                    <a:gd name="connsiteX5" fmla="*/ 860009 w 871942"/>
                    <a:gd name="connsiteY5" fmla="*/ 336128 h 871949"/>
                    <a:gd name="connsiteX6" fmla="*/ 871628 w 871942"/>
                    <a:gd name="connsiteY6" fmla="*/ 435836 h 871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71942" h="871949">
                      <a:moveTo>
                        <a:pt x="871656" y="435836"/>
                      </a:moveTo>
                      <a:cubicBezTo>
                        <a:pt x="871601" y="676616"/>
                        <a:pt x="676362" y="871767"/>
                        <a:pt x="435602" y="871717"/>
                      </a:cubicBezTo>
                      <a:cubicBezTo>
                        <a:pt x="194812" y="871665"/>
                        <a:pt x="-337" y="676433"/>
                        <a:pt x="-287" y="435653"/>
                      </a:cubicBezTo>
                      <a:cubicBezTo>
                        <a:pt x="-252" y="270727"/>
                        <a:pt x="92848" y="119936"/>
                        <a:pt x="240282" y="46016"/>
                      </a:cubicBezTo>
                      <a:cubicBezTo>
                        <a:pt x="270493" y="30817"/>
                        <a:pt x="302399" y="19228"/>
                        <a:pt x="335345" y="11485"/>
                      </a:cubicBezTo>
                      <a:cubicBezTo>
                        <a:pt x="569871" y="-43751"/>
                        <a:pt x="804781" y="101596"/>
                        <a:pt x="860009" y="336128"/>
                      </a:cubicBezTo>
                      <a:cubicBezTo>
                        <a:pt x="867718" y="368806"/>
                        <a:pt x="871601" y="402262"/>
                        <a:pt x="871628" y="435836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BEAEA"/>
                    </a:gs>
                    <a:gs pos="50000">
                      <a:srgbClr val="F5F4F4"/>
                    </a:gs>
                    <a:gs pos="100000">
                      <a:srgbClr val="FFFFFF"/>
                    </a:gs>
                  </a:gsLst>
                  <a:lin ang="18900077" scaled="1"/>
                </a:gra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08</a:t>
                  </a:r>
                  <a:endParaRPr lang="en-IN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044" name="Freeform: Shape 10043">
                  <a:extLst>
                    <a:ext uri="{FF2B5EF4-FFF2-40B4-BE49-F238E27FC236}">
                      <a16:creationId xmlns:a16="http://schemas.microsoft.com/office/drawing/2014/main" id="{0FDF714B-7894-B803-73D2-2FEE447C69C3}"/>
                    </a:ext>
                  </a:extLst>
                </p:cNvPr>
                <p:cNvSpPr/>
                <p:nvPr/>
              </p:nvSpPr>
              <p:spPr>
                <a:xfrm>
                  <a:off x="3141641" y="2954221"/>
                  <a:ext cx="871942" cy="871928"/>
                </a:xfrm>
                <a:custGeom>
                  <a:avLst/>
                  <a:gdLst>
                    <a:gd name="connsiteX0" fmla="*/ 871656 w 871942"/>
                    <a:gd name="connsiteY0" fmla="*/ 435835 h 871928"/>
                    <a:gd name="connsiteX1" fmla="*/ 435575 w 871942"/>
                    <a:gd name="connsiteY1" fmla="*/ 871697 h 871928"/>
                    <a:gd name="connsiteX2" fmla="*/ -287 w 871942"/>
                    <a:gd name="connsiteY2" fmla="*/ 435597 h 871928"/>
                    <a:gd name="connsiteX3" fmla="*/ 240282 w 871942"/>
                    <a:gd name="connsiteY3" fmla="*/ 45987 h 871928"/>
                    <a:gd name="connsiteX4" fmla="*/ 335345 w 871942"/>
                    <a:gd name="connsiteY4" fmla="*/ 11456 h 871928"/>
                    <a:gd name="connsiteX5" fmla="*/ 860036 w 871942"/>
                    <a:gd name="connsiteY5" fmla="*/ 336346 h 871928"/>
                    <a:gd name="connsiteX6" fmla="*/ 871628 w 871942"/>
                    <a:gd name="connsiteY6" fmla="*/ 435835 h 871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71942" h="871928">
                      <a:moveTo>
                        <a:pt x="871656" y="435835"/>
                      </a:moveTo>
                      <a:cubicBezTo>
                        <a:pt x="871601" y="676614"/>
                        <a:pt x="676335" y="871751"/>
                        <a:pt x="435575" y="871697"/>
                      </a:cubicBezTo>
                      <a:cubicBezTo>
                        <a:pt x="194784" y="871615"/>
                        <a:pt x="-353" y="676376"/>
                        <a:pt x="-287" y="435597"/>
                      </a:cubicBezTo>
                      <a:cubicBezTo>
                        <a:pt x="-244" y="270679"/>
                        <a:pt x="92856" y="119902"/>
                        <a:pt x="240282" y="45987"/>
                      </a:cubicBezTo>
                      <a:cubicBezTo>
                        <a:pt x="270493" y="30789"/>
                        <a:pt x="302399" y="19199"/>
                        <a:pt x="335345" y="11456"/>
                      </a:cubicBezTo>
                      <a:cubicBezTo>
                        <a:pt x="569953" y="-43720"/>
                        <a:pt x="804863" y="101740"/>
                        <a:pt x="860036" y="336346"/>
                      </a:cubicBezTo>
                      <a:cubicBezTo>
                        <a:pt x="867718" y="368955"/>
                        <a:pt x="871601" y="402337"/>
                        <a:pt x="871628" y="43583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BEAEA"/>
                    </a:gs>
                    <a:gs pos="50000">
                      <a:srgbClr val="F5F4F4"/>
                    </a:gs>
                    <a:gs pos="100000">
                      <a:srgbClr val="FFFFFF"/>
                    </a:gs>
                  </a:gsLst>
                  <a:lin ang="18900000" scaled="1"/>
                </a:gra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07</a:t>
                  </a:r>
                  <a:endParaRPr lang="en-IN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045" name="Freeform: Shape 10044">
                  <a:extLst>
                    <a:ext uri="{FF2B5EF4-FFF2-40B4-BE49-F238E27FC236}">
                      <a16:creationId xmlns:a16="http://schemas.microsoft.com/office/drawing/2014/main" id="{9A7D2A25-44EE-7361-5AD7-3009A2F4B73F}"/>
                    </a:ext>
                  </a:extLst>
                </p:cNvPr>
                <p:cNvSpPr/>
                <p:nvPr/>
              </p:nvSpPr>
              <p:spPr>
                <a:xfrm>
                  <a:off x="3141641" y="4185007"/>
                  <a:ext cx="871942" cy="871955"/>
                </a:xfrm>
                <a:custGeom>
                  <a:avLst/>
                  <a:gdLst>
                    <a:gd name="connsiteX0" fmla="*/ 871656 w 871942"/>
                    <a:gd name="connsiteY0" fmla="*/ 435834 h 871955"/>
                    <a:gd name="connsiteX1" fmla="*/ 435602 w 871942"/>
                    <a:gd name="connsiteY1" fmla="*/ 871724 h 871955"/>
                    <a:gd name="connsiteX2" fmla="*/ -287 w 871942"/>
                    <a:gd name="connsiteY2" fmla="*/ 435643 h 871955"/>
                    <a:gd name="connsiteX3" fmla="*/ 240282 w 871942"/>
                    <a:gd name="connsiteY3" fmla="*/ 46014 h 871955"/>
                    <a:gd name="connsiteX4" fmla="*/ 335372 w 871942"/>
                    <a:gd name="connsiteY4" fmla="*/ 11456 h 871955"/>
                    <a:gd name="connsiteX5" fmla="*/ 860063 w 871942"/>
                    <a:gd name="connsiteY5" fmla="*/ 336342 h 871955"/>
                    <a:gd name="connsiteX6" fmla="*/ 871656 w 871942"/>
                    <a:gd name="connsiteY6" fmla="*/ 435834 h 871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71942" h="871955">
                      <a:moveTo>
                        <a:pt x="871656" y="435834"/>
                      </a:moveTo>
                      <a:cubicBezTo>
                        <a:pt x="871601" y="676622"/>
                        <a:pt x="676362" y="871778"/>
                        <a:pt x="435602" y="871724"/>
                      </a:cubicBezTo>
                      <a:cubicBezTo>
                        <a:pt x="194812" y="871669"/>
                        <a:pt x="-337" y="676430"/>
                        <a:pt x="-287" y="435643"/>
                      </a:cubicBezTo>
                      <a:cubicBezTo>
                        <a:pt x="-252" y="270725"/>
                        <a:pt x="92848" y="119942"/>
                        <a:pt x="240282" y="46014"/>
                      </a:cubicBezTo>
                      <a:cubicBezTo>
                        <a:pt x="270520" y="30812"/>
                        <a:pt x="302426" y="19193"/>
                        <a:pt x="335372" y="11456"/>
                      </a:cubicBezTo>
                      <a:cubicBezTo>
                        <a:pt x="569980" y="-43718"/>
                        <a:pt x="804890" y="101734"/>
                        <a:pt x="860063" y="336342"/>
                      </a:cubicBezTo>
                      <a:cubicBezTo>
                        <a:pt x="867746" y="368960"/>
                        <a:pt x="871628" y="402342"/>
                        <a:pt x="871656" y="43583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BEAEA"/>
                    </a:gs>
                    <a:gs pos="50000">
                      <a:srgbClr val="F5F4F4"/>
                    </a:gs>
                    <a:gs pos="100000">
                      <a:srgbClr val="FFFFFF"/>
                    </a:gs>
                  </a:gsLst>
                  <a:lin ang="18900000" scaled="1"/>
                </a:gra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46" name="Freeform: Shape 10045">
                  <a:extLst>
                    <a:ext uri="{FF2B5EF4-FFF2-40B4-BE49-F238E27FC236}">
                      <a16:creationId xmlns:a16="http://schemas.microsoft.com/office/drawing/2014/main" id="{F21F5B58-E807-28BC-98FF-09B34D6B5F3F}"/>
                    </a:ext>
                  </a:extLst>
                </p:cNvPr>
                <p:cNvSpPr/>
                <p:nvPr/>
              </p:nvSpPr>
              <p:spPr>
                <a:xfrm>
                  <a:off x="3172099" y="4215560"/>
                  <a:ext cx="811028" cy="811027"/>
                </a:xfrm>
                <a:custGeom>
                  <a:avLst/>
                  <a:gdLst>
                    <a:gd name="connsiteX0" fmla="*/ 811028 w 811028"/>
                    <a:gd name="connsiteY0" fmla="*/ 405514 h 811027"/>
                    <a:gd name="connsiteX1" fmla="*/ 405514 w 811028"/>
                    <a:gd name="connsiteY1" fmla="*/ 811028 h 811027"/>
                    <a:gd name="connsiteX2" fmla="*/ 0 w 811028"/>
                    <a:gd name="connsiteY2" fmla="*/ 405514 h 811027"/>
                    <a:gd name="connsiteX3" fmla="*/ 405514 w 811028"/>
                    <a:gd name="connsiteY3" fmla="*/ 0 h 811027"/>
                    <a:gd name="connsiteX4" fmla="*/ 811028 w 811028"/>
                    <a:gd name="connsiteY4" fmla="*/ 405514 h 811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1028" h="811027">
                      <a:moveTo>
                        <a:pt x="811028" y="405514"/>
                      </a:moveTo>
                      <a:cubicBezTo>
                        <a:pt x="811028" y="629473"/>
                        <a:pt x="629473" y="811028"/>
                        <a:pt x="405514" y="811028"/>
                      </a:cubicBezTo>
                      <a:cubicBezTo>
                        <a:pt x="181555" y="811028"/>
                        <a:pt x="0" y="629473"/>
                        <a:pt x="0" y="405514"/>
                      </a:cubicBezTo>
                      <a:cubicBezTo>
                        <a:pt x="0" y="181555"/>
                        <a:pt x="181555" y="0"/>
                        <a:pt x="405514" y="0"/>
                      </a:cubicBezTo>
                      <a:cubicBezTo>
                        <a:pt x="629473" y="0"/>
                        <a:pt x="811028" y="181555"/>
                        <a:pt x="811028" y="405514"/>
                      </a:cubicBezTo>
                      <a:close/>
                    </a:path>
                  </a:pathLst>
                </a:custGeom>
                <a:solidFill>
                  <a:srgbClr val="F9F9F9"/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06</a:t>
                  </a:r>
                  <a:endParaRPr lang="en-IN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047" name="Freeform: Shape 10046">
                  <a:extLst>
                    <a:ext uri="{FF2B5EF4-FFF2-40B4-BE49-F238E27FC236}">
                      <a16:creationId xmlns:a16="http://schemas.microsoft.com/office/drawing/2014/main" id="{7D9609B9-DFFD-6750-0B14-7CE8E937702E}"/>
                    </a:ext>
                  </a:extLst>
                </p:cNvPr>
                <p:cNvSpPr/>
                <p:nvPr/>
              </p:nvSpPr>
              <p:spPr>
                <a:xfrm>
                  <a:off x="3141641" y="5415793"/>
                  <a:ext cx="871942" cy="871955"/>
                </a:xfrm>
                <a:custGeom>
                  <a:avLst/>
                  <a:gdLst>
                    <a:gd name="connsiteX0" fmla="*/ 871656 w 871942"/>
                    <a:gd name="connsiteY0" fmla="*/ 435834 h 871955"/>
                    <a:gd name="connsiteX1" fmla="*/ 435602 w 871942"/>
                    <a:gd name="connsiteY1" fmla="*/ 871723 h 871955"/>
                    <a:gd name="connsiteX2" fmla="*/ -287 w 871942"/>
                    <a:gd name="connsiteY2" fmla="*/ 435643 h 871955"/>
                    <a:gd name="connsiteX3" fmla="*/ 240282 w 871942"/>
                    <a:gd name="connsiteY3" fmla="*/ 46014 h 871955"/>
                    <a:gd name="connsiteX4" fmla="*/ 335372 w 871942"/>
                    <a:gd name="connsiteY4" fmla="*/ 11456 h 871955"/>
                    <a:gd name="connsiteX5" fmla="*/ 860063 w 871942"/>
                    <a:gd name="connsiteY5" fmla="*/ 336342 h 871955"/>
                    <a:gd name="connsiteX6" fmla="*/ 871656 w 871942"/>
                    <a:gd name="connsiteY6" fmla="*/ 435834 h 871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71942" h="871955">
                      <a:moveTo>
                        <a:pt x="871656" y="435834"/>
                      </a:moveTo>
                      <a:cubicBezTo>
                        <a:pt x="871601" y="676622"/>
                        <a:pt x="676362" y="871778"/>
                        <a:pt x="435602" y="871723"/>
                      </a:cubicBezTo>
                      <a:cubicBezTo>
                        <a:pt x="194812" y="871669"/>
                        <a:pt x="-337" y="676431"/>
                        <a:pt x="-287" y="435643"/>
                      </a:cubicBezTo>
                      <a:cubicBezTo>
                        <a:pt x="-252" y="270725"/>
                        <a:pt x="92848" y="119942"/>
                        <a:pt x="240282" y="46014"/>
                      </a:cubicBezTo>
                      <a:cubicBezTo>
                        <a:pt x="270520" y="30813"/>
                        <a:pt x="302426" y="19193"/>
                        <a:pt x="335372" y="11456"/>
                      </a:cubicBezTo>
                      <a:cubicBezTo>
                        <a:pt x="569980" y="-43718"/>
                        <a:pt x="804890" y="101734"/>
                        <a:pt x="860063" y="336342"/>
                      </a:cubicBezTo>
                      <a:cubicBezTo>
                        <a:pt x="867746" y="368959"/>
                        <a:pt x="871628" y="402342"/>
                        <a:pt x="871656" y="43583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BEAEA"/>
                    </a:gs>
                    <a:gs pos="50000">
                      <a:srgbClr val="F5F4F4"/>
                    </a:gs>
                    <a:gs pos="100000">
                      <a:srgbClr val="FFFFFF"/>
                    </a:gs>
                  </a:gsLst>
                  <a:lin ang="18900000" scaled="1"/>
                </a:gra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05</a:t>
                  </a:r>
                  <a:endParaRPr lang="en-IN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048" name="Freeform: Shape 10047">
                  <a:extLst>
                    <a:ext uri="{FF2B5EF4-FFF2-40B4-BE49-F238E27FC236}">
                      <a16:creationId xmlns:a16="http://schemas.microsoft.com/office/drawing/2014/main" id="{647281F3-E56B-D143-835B-3D387FADE510}"/>
                    </a:ext>
                  </a:extLst>
                </p:cNvPr>
                <p:cNvSpPr/>
                <p:nvPr/>
              </p:nvSpPr>
              <p:spPr>
                <a:xfrm>
                  <a:off x="4761182" y="2651357"/>
                  <a:ext cx="2674993" cy="2674991"/>
                </a:xfrm>
                <a:custGeom>
                  <a:avLst/>
                  <a:gdLst>
                    <a:gd name="connsiteX0" fmla="*/ 2674993 w 2674993"/>
                    <a:gd name="connsiteY0" fmla="*/ 1337496 h 2674991"/>
                    <a:gd name="connsiteX1" fmla="*/ 1337497 w 2674993"/>
                    <a:gd name="connsiteY1" fmla="*/ 2674992 h 2674991"/>
                    <a:gd name="connsiteX2" fmla="*/ 0 w 2674993"/>
                    <a:gd name="connsiteY2" fmla="*/ 1337496 h 2674991"/>
                    <a:gd name="connsiteX3" fmla="*/ 1337497 w 2674993"/>
                    <a:gd name="connsiteY3" fmla="*/ 0 h 2674991"/>
                    <a:gd name="connsiteX4" fmla="*/ 2674993 w 2674993"/>
                    <a:gd name="connsiteY4" fmla="*/ 1337496 h 2674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74993" h="2674991">
                      <a:moveTo>
                        <a:pt x="2674993" y="1337496"/>
                      </a:moveTo>
                      <a:cubicBezTo>
                        <a:pt x="2674993" y="2076175"/>
                        <a:pt x="2076175" y="2674992"/>
                        <a:pt x="1337497" y="2674992"/>
                      </a:cubicBezTo>
                      <a:cubicBezTo>
                        <a:pt x="598817" y="2674992"/>
                        <a:pt x="0" y="2076174"/>
                        <a:pt x="0" y="1337496"/>
                      </a:cubicBezTo>
                      <a:cubicBezTo>
                        <a:pt x="0" y="598817"/>
                        <a:pt x="598818" y="0"/>
                        <a:pt x="1337497" y="0"/>
                      </a:cubicBezTo>
                      <a:cubicBezTo>
                        <a:pt x="2076176" y="0"/>
                        <a:pt x="2674993" y="598817"/>
                        <a:pt x="2674993" y="133749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733" cap="flat">
                  <a:noFill/>
                  <a:prstDash val="solid"/>
                  <a:miter/>
                </a:ln>
                <a:effectLst>
                  <a:outerShdw blurRad="127000" algn="ctr" rotWithShape="0">
                    <a:prstClr val="black">
                      <a:alpha val="10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49" name="Freeform: Shape 10048">
                  <a:extLst>
                    <a:ext uri="{FF2B5EF4-FFF2-40B4-BE49-F238E27FC236}">
                      <a16:creationId xmlns:a16="http://schemas.microsoft.com/office/drawing/2014/main" id="{98EAAB13-F7C9-FAFA-7967-957E331620CD}"/>
                    </a:ext>
                  </a:extLst>
                </p:cNvPr>
                <p:cNvSpPr/>
                <p:nvPr/>
              </p:nvSpPr>
              <p:spPr>
                <a:xfrm rot="18900000">
                  <a:off x="4646685" y="2538395"/>
                  <a:ext cx="2926963" cy="2926962"/>
                </a:xfrm>
                <a:custGeom>
                  <a:avLst/>
                  <a:gdLst>
                    <a:gd name="connsiteX0" fmla="*/ 2926677 w 2926963"/>
                    <a:gd name="connsiteY0" fmla="*/ 1463249 h 2926962"/>
                    <a:gd name="connsiteX1" fmla="*/ 1463195 w 2926963"/>
                    <a:gd name="connsiteY1" fmla="*/ 2926731 h 2926962"/>
                    <a:gd name="connsiteX2" fmla="*/ -287 w 2926963"/>
                    <a:gd name="connsiteY2" fmla="*/ 1463249 h 2926962"/>
                    <a:gd name="connsiteX3" fmla="*/ 1463195 w 2926963"/>
                    <a:gd name="connsiteY3" fmla="*/ -232 h 2926962"/>
                    <a:gd name="connsiteX4" fmla="*/ 2926677 w 2926963"/>
                    <a:gd name="connsiteY4" fmla="*/ 1463249 h 2926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26963" h="2926962">
                      <a:moveTo>
                        <a:pt x="2926677" y="1463249"/>
                      </a:moveTo>
                      <a:cubicBezTo>
                        <a:pt x="2926677" y="2271508"/>
                        <a:pt x="2271454" y="2926731"/>
                        <a:pt x="1463195" y="2926731"/>
                      </a:cubicBezTo>
                      <a:cubicBezTo>
                        <a:pt x="654936" y="2926731"/>
                        <a:pt x="-287" y="2271508"/>
                        <a:pt x="-287" y="1463249"/>
                      </a:cubicBezTo>
                      <a:cubicBezTo>
                        <a:pt x="-287" y="654991"/>
                        <a:pt x="654936" y="-232"/>
                        <a:pt x="1463195" y="-232"/>
                      </a:cubicBezTo>
                      <a:cubicBezTo>
                        <a:pt x="2271454" y="-232"/>
                        <a:pt x="2926677" y="654991"/>
                        <a:pt x="2926677" y="1463249"/>
                      </a:cubicBezTo>
                      <a:close/>
                    </a:path>
                  </a:pathLst>
                </a:custGeom>
                <a:noFill/>
                <a:ln w="16400" cap="flat">
                  <a:solidFill>
                    <a:schemeClr val="bg1">
                      <a:lumMod val="50000"/>
                    </a:schemeClr>
                  </a:solidFill>
                  <a:custDash>
                    <a:ds d="1506000" sp="2259000"/>
                  </a:custDash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50" name="Freeform: Shape 10049">
                  <a:extLst>
                    <a:ext uri="{FF2B5EF4-FFF2-40B4-BE49-F238E27FC236}">
                      <a16:creationId xmlns:a16="http://schemas.microsoft.com/office/drawing/2014/main" id="{4EE8B26A-A14F-AC07-D183-65592FC73531}"/>
                    </a:ext>
                  </a:extLst>
                </p:cNvPr>
                <p:cNvSpPr/>
                <p:nvPr/>
              </p:nvSpPr>
              <p:spPr>
                <a:xfrm>
                  <a:off x="7319486" y="3213094"/>
                  <a:ext cx="114830" cy="114829"/>
                </a:xfrm>
                <a:custGeom>
                  <a:avLst/>
                  <a:gdLst>
                    <a:gd name="connsiteX0" fmla="*/ 114830 w 114830"/>
                    <a:gd name="connsiteY0" fmla="*/ 57415 h 114829"/>
                    <a:gd name="connsiteX1" fmla="*/ 57415 w 114830"/>
                    <a:gd name="connsiteY1" fmla="*/ 114830 h 114829"/>
                    <a:gd name="connsiteX2" fmla="*/ 0 w 114830"/>
                    <a:gd name="connsiteY2" fmla="*/ 57415 h 114829"/>
                    <a:gd name="connsiteX3" fmla="*/ 57415 w 114830"/>
                    <a:gd name="connsiteY3" fmla="*/ 0 h 114829"/>
                    <a:gd name="connsiteX4" fmla="*/ 114830 w 114830"/>
                    <a:gd name="connsiteY4" fmla="*/ 57415 h 114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830" h="114829">
                      <a:moveTo>
                        <a:pt x="114830" y="57415"/>
                      </a:moveTo>
                      <a:cubicBezTo>
                        <a:pt x="114830" y="89124"/>
                        <a:pt x="89124" y="114830"/>
                        <a:pt x="57415" y="114830"/>
                      </a:cubicBezTo>
                      <a:cubicBezTo>
                        <a:pt x="25706" y="114830"/>
                        <a:pt x="0" y="89124"/>
                        <a:pt x="0" y="57415"/>
                      </a:cubicBezTo>
                      <a:cubicBezTo>
                        <a:pt x="0" y="25706"/>
                        <a:pt x="25706" y="0"/>
                        <a:pt x="57415" y="0"/>
                      </a:cubicBezTo>
                      <a:cubicBezTo>
                        <a:pt x="89124" y="0"/>
                        <a:pt x="114830" y="25706"/>
                        <a:pt x="114830" y="57415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51" name="Freeform: Shape 10050">
                  <a:extLst>
                    <a:ext uri="{FF2B5EF4-FFF2-40B4-BE49-F238E27FC236}">
                      <a16:creationId xmlns:a16="http://schemas.microsoft.com/office/drawing/2014/main" id="{3014CFD1-A233-7EA6-D2D4-B244C575F51C}"/>
                    </a:ext>
                  </a:extLst>
                </p:cNvPr>
                <p:cNvSpPr/>
                <p:nvPr/>
              </p:nvSpPr>
              <p:spPr>
                <a:xfrm rot="18900000">
                  <a:off x="7493248" y="3690459"/>
                  <a:ext cx="114830" cy="114830"/>
                </a:xfrm>
                <a:custGeom>
                  <a:avLst/>
                  <a:gdLst>
                    <a:gd name="connsiteX0" fmla="*/ 114543 w 114830"/>
                    <a:gd name="connsiteY0" fmla="*/ 57183 h 114830"/>
                    <a:gd name="connsiteX1" fmla="*/ 57128 w 114830"/>
                    <a:gd name="connsiteY1" fmla="*/ 114598 h 114830"/>
                    <a:gd name="connsiteX2" fmla="*/ -287 w 114830"/>
                    <a:gd name="connsiteY2" fmla="*/ 57183 h 114830"/>
                    <a:gd name="connsiteX3" fmla="*/ 57128 w 114830"/>
                    <a:gd name="connsiteY3" fmla="*/ -232 h 114830"/>
                    <a:gd name="connsiteX4" fmla="*/ 114543 w 114830"/>
                    <a:gd name="connsiteY4" fmla="*/ 57183 h 1148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830" h="114830">
                      <a:moveTo>
                        <a:pt x="114543" y="57183"/>
                      </a:moveTo>
                      <a:cubicBezTo>
                        <a:pt x="114543" y="88892"/>
                        <a:pt x="88837" y="114598"/>
                        <a:pt x="57128" y="114598"/>
                      </a:cubicBezTo>
                      <a:cubicBezTo>
                        <a:pt x="25419" y="114598"/>
                        <a:pt x="-287" y="88892"/>
                        <a:pt x="-287" y="57183"/>
                      </a:cubicBezTo>
                      <a:cubicBezTo>
                        <a:pt x="-287" y="25474"/>
                        <a:pt x="25419" y="-232"/>
                        <a:pt x="57128" y="-232"/>
                      </a:cubicBezTo>
                      <a:cubicBezTo>
                        <a:pt x="88837" y="-232"/>
                        <a:pt x="114543" y="25474"/>
                        <a:pt x="114543" y="57183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52" name="Freeform: Shape 10051">
                  <a:extLst>
                    <a:ext uri="{FF2B5EF4-FFF2-40B4-BE49-F238E27FC236}">
                      <a16:creationId xmlns:a16="http://schemas.microsoft.com/office/drawing/2014/main" id="{004321FD-BCCF-EFE4-3A1C-1646F3485378}"/>
                    </a:ext>
                  </a:extLst>
                </p:cNvPr>
                <p:cNvSpPr/>
                <p:nvPr/>
              </p:nvSpPr>
              <p:spPr>
                <a:xfrm rot="18632349">
                  <a:off x="7505917" y="4225601"/>
                  <a:ext cx="114835" cy="114835"/>
                </a:xfrm>
                <a:custGeom>
                  <a:avLst/>
                  <a:gdLst>
                    <a:gd name="connsiteX0" fmla="*/ 114553 w 114835"/>
                    <a:gd name="connsiteY0" fmla="*/ 57196 h 114835"/>
                    <a:gd name="connsiteX1" fmla="*/ 57136 w 114835"/>
                    <a:gd name="connsiteY1" fmla="*/ 114614 h 114835"/>
                    <a:gd name="connsiteX2" fmla="*/ -282 w 114835"/>
                    <a:gd name="connsiteY2" fmla="*/ 57196 h 114835"/>
                    <a:gd name="connsiteX3" fmla="*/ 57136 w 114835"/>
                    <a:gd name="connsiteY3" fmla="*/ -222 h 114835"/>
                    <a:gd name="connsiteX4" fmla="*/ 114553 w 114835"/>
                    <a:gd name="connsiteY4" fmla="*/ 57196 h 114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835" h="114835">
                      <a:moveTo>
                        <a:pt x="114553" y="57196"/>
                      </a:moveTo>
                      <a:cubicBezTo>
                        <a:pt x="114553" y="88907"/>
                        <a:pt x="88846" y="114614"/>
                        <a:pt x="57136" y="114614"/>
                      </a:cubicBezTo>
                      <a:cubicBezTo>
                        <a:pt x="25425" y="114614"/>
                        <a:pt x="-282" y="88907"/>
                        <a:pt x="-282" y="57196"/>
                      </a:cubicBezTo>
                      <a:cubicBezTo>
                        <a:pt x="-282" y="25485"/>
                        <a:pt x="25425" y="-222"/>
                        <a:pt x="57136" y="-222"/>
                      </a:cubicBezTo>
                      <a:cubicBezTo>
                        <a:pt x="88846" y="-222"/>
                        <a:pt x="114553" y="25485"/>
                        <a:pt x="114553" y="57196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53" name="Freeform: Shape 10052">
                  <a:extLst>
                    <a:ext uri="{FF2B5EF4-FFF2-40B4-BE49-F238E27FC236}">
                      <a16:creationId xmlns:a16="http://schemas.microsoft.com/office/drawing/2014/main" id="{4D15D8A2-6324-620F-5C71-98B588C7E467}"/>
                    </a:ext>
                  </a:extLst>
                </p:cNvPr>
                <p:cNvSpPr/>
                <p:nvPr/>
              </p:nvSpPr>
              <p:spPr>
                <a:xfrm>
                  <a:off x="7319486" y="4675809"/>
                  <a:ext cx="114830" cy="114829"/>
                </a:xfrm>
                <a:custGeom>
                  <a:avLst/>
                  <a:gdLst>
                    <a:gd name="connsiteX0" fmla="*/ 114830 w 114830"/>
                    <a:gd name="connsiteY0" fmla="*/ 57415 h 114829"/>
                    <a:gd name="connsiteX1" fmla="*/ 57415 w 114830"/>
                    <a:gd name="connsiteY1" fmla="*/ 114830 h 114829"/>
                    <a:gd name="connsiteX2" fmla="*/ 0 w 114830"/>
                    <a:gd name="connsiteY2" fmla="*/ 57415 h 114829"/>
                    <a:gd name="connsiteX3" fmla="*/ 57415 w 114830"/>
                    <a:gd name="connsiteY3" fmla="*/ 0 h 114829"/>
                    <a:gd name="connsiteX4" fmla="*/ 114830 w 114830"/>
                    <a:gd name="connsiteY4" fmla="*/ 57415 h 114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830" h="114829">
                      <a:moveTo>
                        <a:pt x="114830" y="57415"/>
                      </a:moveTo>
                      <a:cubicBezTo>
                        <a:pt x="114830" y="89125"/>
                        <a:pt x="89124" y="114830"/>
                        <a:pt x="57415" y="114830"/>
                      </a:cubicBezTo>
                      <a:cubicBezTo>
                        <a:pt x="25706" y="114830"/>
                        <a:pt x="0" y="89125"/>
                        <a:pt x="0" y="57415"/>
                      </a:cubicBezTo>
                      <a:cubicBezTo>
                        <a:pt x="0" y="25705"/>
                        <a:pt x="25706" y="0"/>
                        <a:pt x="57415" y="0"/>
                      </a:cubicBezTo>
                      <a:cubicBezTo>
                        <a:pt x="89124" y="0"/>
                        <a:pt x="114830" y="25705"/>
                        <a:pt x="114830" y="57415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54" name="Freeform: Shape 10053">
                  <a:extLst>
                    <a:ext uri="{FF2B5EF4-FFF2-40B4-BE49-F238E27FC236}">
                      <a16:creationId xmlns:a16="http://schemas.microsoft.com/office/drawing/2014/main" id="{2150A83A-1E86-5EBE-4203-223C363A9E4E}"/>
                    </a:ext>
                  </a:extLst>
                </p:cNvPr>
                <p:cNvSpPr/>
                <p:nvPr/>
              </p:nvSpPr>
              <p:spPr>
                <a:xfrm>
                  <a:off x="4785980" y="4675809"/>
                  <a:ext cx="114830" cy="114829"/>
                </a:xfrm>
                <a:custGeom>
                  <a:avLst/>
                  <a:gdLst>
                    <a:gd name="connsiteX0" fmla="*/ 114830 w 114830"/>
                    <a:gd name="connsiteY0" fmla="*/ 57415 h 114829"/>
                    <a:gd name="connsiteX1" fmla="*/ 57415 w 114830"/>
                    <a:gd name="connsiteY1" fmla="*/ 114830 h 114829"/>
                    <a:gd name="connsiteX2" fmla="*/ 0 w 114830"/>
                    <a:gd name="connsiteY2" fmla="*/ 57415 h 114829"/>
                    <a:gd name="connsiteX3" fmla="*/ 57415 w 114830"/>
                    <a:gd name="connsiteY3" fmla="*/ 0 h 114829"/>
                    <a:gd name="connsiteX4" fmla="*/ 114830 w 114830"/>
                    <a:gd name="connsiteY4" fmla="*/ 57415 h 114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830" h="114829">
                      <a:moveTo>
                        <a:pt x="114830" y="57415"/>
                      </a:moveTo>
                      <a:cubicBezTo>
                        <a:pt x="114830" y="89125"/>
                        <a:pt x="89125" y="114830"/>
                        <a:pt x="57415" y="114830"/>
                      </a:cubicBezTo>
                      <a:cubicBezTo>
                        <a:pt x="25705" y="114830"/>
                        <a:pt x="0" y="89125"/>
                        <a:pt x="0" y="57415"/>
                      </a:cubicBezTo>
                      <a:cubicBezTo>
                        <a:pt x="0" y="25705"/>
                        <a:pt x="25705" y="0"/>
                        <a:pt x="57415" y="0"/>
                      </a:cubicBezTo>
                      <a:cubicBezTo>
                        <a:pt x="89125" y="0"/>
                        <a:pt x="114830" y="25705"/>
                        <a:pt x="114830" y="57415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55" name="Freeform: Shape 10054">
                  <a:extLst>
                    <a:ext uri="{FF2B5EF4-FFF2-40B4-BE49-F238E27FC236}">
                      <a16:creationId xmlns:a16="http://schemas.microsoft.com/office/drawing/2014/main" id="{A77B1A62-F49F-DA38-BE9A-13E4E8C6EA5B}"/>
                    </a:ext>
                  </a:extLst>
                </p:cNvPr>
                <p:cNvSpPr/>
                <p:nvPr/>
              </p:nvSpPr>
              <p:spPr>
                <a:xfrm rot="18900000">
                  <a:off x="4612254" y="4198437"/>
                  <a:ext cx="114830" cy="114830"/>
                </a:xfrm>
                <a:custGeom>
                  <a:avLst/>
                  <a:gdLst>
                    <a:gd name="connsiteX0" fmla="*/ 114543 w 114830"/>
                    <a:gd name="connsiteY0" fmla="*/ 57183 h 114830"/>
                    <a:gd name="connsiteX1" fmla="*/ 57128 w 114830"/>
                    <a:gd name="connsiteY1" fmla="*/ 114598 h 114830"/>
                    <a:gd name="connsiteX2" fmla="*/ -287 w 114830"/>
                    <a:gd name="connsiteY2" fmla="*/ 57183 h 114830"/>
                    <a:gd name="connsiteX3" fmla="*/ 57128 w 114830"/>
                    <a:gd name="connsiteY3" fmla="*/ -232 h 114830"/>
                    <a:gd name="connsiteX4" fmla="*/ 114543 w 114830"/>
                    <a:gd name="connsiteY4" fmla="*/ 57183 h 1148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830" h="114830">
                      <a:moveTo>
                        <a:pt x="114543" y="57183"/>
                      </a:moveTo>
                      <a:cubicBezTo>
                        <a:pt x="114543" y="88893"/>
                        <a:pt x="88837" y="114598"/>
                        <a:pt x="57128" y="114598"/>
                      </a:cubicBezTo>
                      <a:cubicBezTo>
                        <a:pt x="25418" y="114598"/>
                        <a:pt x="-287" y="88893"/>
                        <a:pt x="-287" y="57183"/>
                      </a:cubicBezTo>
                      <a:cubicBezTo>
                        <a:pt x="-287" y="25474"/>
                        <a:pt x="25418" y="-232"/>
                        <a:pt x="57128" y="-232"/>
                      </a:cubicBezTo>
                      <a:cubicBezTo>
                        <a:pt x="88837" y="-232"/>
                        <a:pt x="114543" y="25474"/>
                        <a:pt x="114543" y="57183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56" name="Freeform: Shape 10055">
                  <a:extLst>
                    <a:ext uri="{FF2B5EF4-FFF2-40B4-BE49-F238E27FC236}">
                      <a16:creationId xmlns:a16="http://schemas.microsoft.com/office/drawing/2014/main" id="{988E3C1C-784D-0B4E-EAD7-F47160883995}"/>
                    </a:ext>
                  </a:extLst>
                </p:cNvPr>
                <p:cNvSpPr/>
                <p:nvPr/>
              </p:nvSpPr>
              <p:spPr>
                <a:xfrm rot="18618601">
                  <a:off x="4612152" y="3690085"/>
                  <a:ext cx="114830" cy="114829"/>
                </a:xfrm>
                <a:custGeom>
                  <a:avLst/>
                  <a:gdLst>
                    <a:gd name="connsiteX0" fmla="*/ 114543 w 114830"/>
                    <a:gd name="connsiteY0" fmla="*/ 57183 h 114829"/>
                    <a:gd name="connsiteX1" fmla="*/ 57128 w 114830"/>
                    <a:gd name="connsiteY1" fmla="*/ 114598 h 114829"/>
                    <a:gd name="connsiteX2" fmla="*/ -287 w 114830"/>
                    <a:gd name="connsiteY2" fmla="*/ 57183 h 114829"/>
                    <a:gd name="connsiteX3" fmla="*/ 57128 w 114830"/>
                    <a:gd name="connsiteY3" fmla="*/ -232 h 114829"/>
                    <a:gd name="connsiteX4" fmla="*/ 114543 w 114830"/>
                    <a:gd name="connsiteY4" fmla="*/ 57183 h 114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830" h="114829">
                      <a:moveTo>
                        <a:pt x="114543" y="57183"/>
                      </a:moveTo>
                      <a:cubicBezTo>
                        <a:pt x="114543" y="88892"/>
                        <a:pt x="88837" y="114598"/>
                        <a:pt x="57128" y="114598"/>
                      </a:cubicBezTo>
                      <a:cubicBezTo>
                        <a:pt x="25418" y="114598"/>
                        <a:pt x="-287" y="88892"/>
                        <a:pt x="-287" y="57183"/>
                      </a:cubicBezTo>
                      <a:cubicBezTo>
                        <a:pt x="-287" y="25473"/>
                        <a:pt x="25418" y="-232"/>
                        <a:pt x="57128" y="-232"/>
                      </a:cubicBezTo>
                      <a:cubicBezTo>
                        <a:pt x="88837" y="-232"/>
                        <a:pt x="114543" y="25473"/>
                        <a:pt x="114543" y="57183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57" name="Freeform: Shape 10056">
                  <a:extLst>
                    <a:ext uri="{FF2B5EF4-FFF2-40B4-BE49-F238E27FC236}">
                      <a16:creationId xmlns:a16="http://schemas.microsoft.com/office/drawing/2014/main" id="{B322C793-59E0-1FEF-0FB8-EFF4CB96ADE4}"/>
                    </a:ext>
                  </a:extLst>
                </p:cNvPr>
                <p:cNvSpPr/>
                <p:nvPr/>
              </p:nvSpPr>
              <p:spPr>
                <a:xfrm>
                  <a:off x="4785980" y="3213094"/>
                  <a:ext cx="114830" cy="114829"/>
                </a:xfrm>
                <a:custGeom>
                  <a:avLst/>
                  <a:gdLst>
                    <a:gd name="connsiteX0" fmla="*/ 114830 w 114830"/>
                    <a:gd name="connsiteY0" fmla="*/ 57415 h 114829"/>
                    <a:gd name="connsiteX1" fmla="*/ 57415 w 114830"/>
                    <a:gd name="connsiteY1" fmla="*/ 114830 h 114829"/>
                    <a:gd name="connsiteX2" fmla="*/ 0 w 114830"/>
                    <a:gd name="connsiteY2" fmla="*/ 57415 h 114829"/>
                    <a:gd name="connsiteX3" fmla="*/ 57415 w 114830"/>
                    <a:gd name="connsiteY3" fmla="*/ 0 h 114829"/>
                    <a:gd name="connsiteX4" fmla="*/ 114830 w 114830"/>
                    <a:gd name="connsiteY4" fmla="*/ 57415 h 114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830" h="114829">
                      <a:moveTo>
                        <a:pt x="114830" y="57415"/>
                      </a:moveTo>
                      <a:cubicBezTo>
                        <a:pt x="114830" y="89124"/>
                        <a:pt x="89125" y="114830"/>
                        <a:pt x="57415" y="114830"/>
                      </a:cubicBezTo>
                      <a:cubicBezTo>
                        <a:pt x="25705" y="114830"/>
                        <a:pt x="0" y="89124"/>
                        <a:pt x="0" y="57415"/>
                      </a:cubicBezTo>
                      <a:cubicBezTo>
                        <a:pt x="0" y="25706"/>
                        <a:pt x="25705" y="0"/>
                        <a:pt x="57415" y="0"/>
                      </a:cubicBezTo>
                      <a:cubicBezTo>
                        <a:pt x="89125" y="0"/>
                        <a:pt x="114830" y="25706"/>
                        <a:pt x="114830" y="57415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10080" name="TextBox 10079">
                <a:extLst>
                  <a:ext uri="{FF2B5EF4-FFF2-40B4-BE49-F238E27FC236}">
                    <a16:creationId xmlns:a16="http://schemas.microsoft.com/office/drawing/2014/main" id="{8E016BCE-B553-1A58-0C0C-E74F4C44BAC2}"/>
                  </a:ext>
                </a:extLst>
              </p:cNvPr>
              <p:cNvSpPr txBox="1"/>
              <p:nvPr/>
            </p:nvSpPr>
            <p:spPr>
              <a:xfrm>
                <a:off x="1516558" y="1914069"/>
                <a:ext cx="15642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IN" sz="12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Red Teams &amp; </a:t>
                </a:r>
              </a:p>
              <a:p>
                <a:pPr algn="r"/>
                <a:r>
                  <a:rPr lang="en-IN" sz="12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Blue Teams</a:t>
                </a:r>
              </a:p>
            </p:txBody>
          </p:sp>
          <p:sp>
            <p:nvSpPr>
              <p:cNvPr id="10081" name="TextBox 10080">
                <a:extLst>
                  <a:ext uri="{FF2B5EF4-FFF2-40B4-BE49-F238E27FC236}">
                    <a16:creationId xmlns:a16="http://schemas.microsoft.com/office/drawing/2014/main" id="{CDD88F48-16EB-D571-300B-E35F505C9BCD}"/>
                  </a:ext>
                </a:extLst>
              </p:cNvPr>
              <p:cNvSpPr txBox="1"/>
              <p:nvPr/>
            </p:nvSpPr>
            <p:spPr>
              <a:xfrm>
                <a:off x="1484093" y="3149482"/>
                <a:ext cx="15642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IN" sz="12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Security Automation</a:t>
                </a:r>
              </a:p>
            </p:txBody>
          </p:sp>
          <p:sp>
            <p:nvSpPr>
              <p:cNvPr id="10082" name="TextBox 10081">
                <a:extLst>
                  <a:ext uri="{FF2B5EF4-FFF2-40B4-BE49-F238E27FC236}">
                    <a16:creationId xmlns:a16="http://schemas.microsoft.com/office/drawing/2014/main" id="{625BA171-B444-0931-85CA-6FEF02BE67C7}"/>
                  </a:ext>
                </a:extLst>
              </p:cNvPr>
              <p:cNvSpPr txBox="1"/>
              <p:nvPr/>
            </p:nvSpPr>
            <p:spPr>
              <a:xfrm>
                <a:off x="1502510" y="4477093"/>
                <a:ext cx="15642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IN" sz="12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Access Controls</a:t>
                </a:r>
              </a:p>
            </p:txBody>
          </p:sp>
          <p:sp>
            <p:nvSpPr>
              <p:cNvPr id="10083" name="TextBox 10082">
                <a:extLst>
                  <a:ext uri="{FF2B5EF4-FFF2-40B4-BE49-F238E27FC236}">
                    <a16:creationId xmlns:a16="http://schemas.microsoft.com/office/drawing/2014/main" id="{2209F02D-9855-7DAD-CDFD-544FA9509F95}"/>
                  </a:ext>
                </a:extLst>
              </p:cNvPr>
              <p:cNvSpPr txBox="1"/>
              <p:nvPr/>
            </p:nvSpPr>
            <p:spPr>
              <a:xfrm>
                <a:off x="1502509" y="5604739"/>
                <a:ext cx="15642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IN" sz="12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Secure Software Development.</a:t>
                </a:r>
              </a:p>
            </p:txBody>
          </p:sp>
          <p:sp>
            <p:nvSpPr>
              <p:cNvPr id="10084" name="TextBox 10083">
                <a:extLst>
                  <a:ext uri="{FF2B5EF4-FFF2-40B4-BE49-F238E27FC236}">
                    <a16:creationId xmlns:a16="http://schemas.microsoft.com/office/drawing/2014/main" id="{9C23CACF-90B8-47EA-2553-AF17A762326D}"/>
                  </a:ext>
                </a:extLst>
              </p:cNvPr>
              <p:cNvSpPr txBox="1"/>
              <p:nvPr/>
            </p:nvSpPr>
            <p:spPr>
              <a:xfrm>
                <a:off x="9130052" y="1917349"/>
                <a:ext cx="15642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Protecting Data and Systems.</a:t>
                </a:r>
              </a:p>
            </p:txBody>
          </p:sp>
          <p:sp>
            <p:nvSpPr>
              <p:cNvPr id="10085" name="TextBox 10084">
                <a:extLst>
                  <a:ext uri="{FF2B5EF4-FFF2-40B4-BE49-F238E27FC236}">
                    <a16:creationId xmlns:a16="http://schemas.microsoft.com/office/drawing/2014/main" id="{BAB2AED3-369D-D1FA-B502-CB6E0E8A4F37}"/>
                  </a:ext>
                </a:extLst>
              </p:cNvPr>
              <p:cNvSpPr txBox="1"/>
              <p:nvPr/>
            </p:nvSpPr>
            <p:spPr>
              <a:xfrm>
                <a:off x="9130051" y="3149482"/>
                <a:ext cx="15642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Threat Detection and Prevention.</a:t>
                </a:r>
              </a:p>
            </p:txBody>
          </p:sp>
          <p:sp>
            <p:nvSpPr>
              <p:cNvPr id="10086" name="TextBox 10085">
                <a:extLst>
                  <a:ext uri="{FF2B5EF4-FFF2-40B4-BE49-F238E27FC236}">
                    <a16:creationId xmlns:a16="http://schemas.microsoft.com/office/drawing/2014/main" id="{63D7743B-5C53-0A14-7E07-3825B370ACE5}"/>
                  </a:ext>
                </a:extLst>
              </p:cNvPr>
              <p:cNvSpPr txBox="1"/>
              <p:nvPr/>
            </p:nvSpPr>
            <p:spPr>
              <a:xfrm>
                <a:off x="9130050" y="4475149"/>
                <a:ext cx="15642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Authentication.</a:t>
                </a:r>
              </a:p>
            </p:txBody>
          </p:sp>
          <p:sp>
            <p:nvSpPr>
              <p:cNvPr id="10087" name="TextBox 10086">
                <a:extLst>
                  <a:ext uri="{FF2B5EF4-FFF2-40B4-BE49-F238E27FC236}">
                    <a16:creationId xmlns:a16="http://schemas.microsoft.com/office/drawing/2014/main" id="{06E66742-D2D3-95CA-AC89-AF4A648C786B}"/>
                  </a:ext>
                </a:extLst>
              </p:cNvPr>
              <p:cNvSpPr txBox="1"/>
              <p:nvPr/>
            </p:nvSpPr>
            <p:spPr>
              <a:xfrm>
                <a:off x="9130053" y="5615559"/>
                <a:ext cx="15642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Cybersecurity Training.</a:t>
                </a:r>
              </a:p>
            </p:txBody>
          </p:sp>
        </p:grpSp>
        <p:pic>
          <p:nvPicPr>
            <p:cNvPr id="10089" name="Picture 4" descr="Cyber Security Svg Png Icon Free Download (#551740) - OnlineWebFonts.COM">
              <a:extLst>
                <a:ext uri="{FF2B5EF4-FFF2-40B4-BE49-F238E27FC236}">
                  <a16:creationId xmlns:a16="http://schemas.microsoft.com/office/drawing/2014/main" id="{383D765F-B93C-1D17-6E02-D8814A0272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9431" y="3473228"/>
              <a:ext cx="1073138" cy="10753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4979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0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AD88790-245A-4140-D492-5519803090C4}"/>
              </a:ext>
            </a:extLst>
          </p:cNvPr>
          <p:cNvGrpSpPr/>
          <p:nvPr/>
        </p:nvGrpSpPr>
        <p:grpSpPr>
          <a:xfrm>
            <a:off x="0" y="342872"/>
            <a:ext cx="12192000" cy="998088"/>
            <a:chOff x="0" y="342872"/>
            <a:chExt cx="12192000" cy="9980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F257BDE-E988-BBF2-5F70-AEE53F076555}"/>
                </a:ext>
              </a:extLst>
            </p:cNvPr>
            <p:cNvSpPr txBox="1"/>
            <p:nvPr/>
          </p:nvSpPr>
          <p:spPr>
            <a:xfrm>
              <a:off x="0" y="342872"/>
              <a:ext cx="12192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4000" b="1" i="0" dirty="0">
                  <a:solidFill>
                    <a:srgbClr val="1F1F1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Cyber Security</a:t>
              </a:r>
              <a:endParaRPr lang="en-I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E46A061-71DD-59EA-C265-E56C0185868C}"/>
                </a:ext>
              </a:extLst>
            </p:cNvPr>
            <p:cNvSpPr txBox="1"/>
            <p:nvPr/>
          </p:nvSpPr>
          <p:spPr>
            <a:xfrm>
              <a:off x="0" y="971628"/>
              <a:ext cx="1219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i="0" dirty="0">
                  <a:solidFill>
                    <a:srgbClr val="1F1F1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Strategy</a:t>
              </a:r>
              <a:endPara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36" name="Group 11535">
            <a:extLst>
              <a:ext uri="{FF2B5EF4-FFF2-40B4-BE49-F238E27FC236}">
                <a16:creationId xmlns:a16="http://schemas.microsoft.com/office/drawing/2014/main" id="{D3F2AD43-E1D4-33FF-3F18-F8CD2AB21DD1}"/>
              </a:ext>
            </a:extLst>
          </p:cNvPr>
          <p:cNvGrpSpPr/>
          <p:nvPr/>
        </p:nvGrpSpPr>
        <p:grpSpPr>
          <a:xfrm>
            <a:off x="1151024" y="2715491"/>
            <a:ext cx="9889952" cy="2614695"/>
            <a:chOff x="1151024" y="2789382"/>
            <a:chExt cx="9889952" cy="2614695"/>
          </a:xfrm>
        </p:grpSpPr>
        <p:grpSp>
          <p:nvGrpSpPr>
            <p:cNvPr id="11529" name="Group 11528">
              <a:extLst>
                <a:ext uri="{FF2B5EF4-FFF2-40B4-BE49-F238E27FC236}">
                  <a16:creationId xmlns:a16="http://schemas.microsoft.com/office/drawing/2014/main" id="{239E4A5B-D776-3EB8-F800-91B5556335FD}"/>
                </a:ext>
              </a:extLst>
            </p:cNvPr>
            <p:cNvGrpSpPr/>
            <p:nvPr/>
          </p:nvGrpSpPr>
          <p:grpSpPr>
            <a:xfrm>
              <a:off x="1151024" y="2789382"/>
              <a:ext cx="9889952" cy="2614695"/>
              <a:chOff x="1151024" y="2789382"/>
              <a:chExt cx="9889952" cy="2614695"/>
            </a:xfrm>
          </p:grpSpPr>
          <p:grpSp>
            <p:nvGrpSpPr>
              <p:cNvPr id="11523" name="Group 11522">
                <a:extLst>
                  <a:ext uri="{FF2B5EF4-FFF2-40B4-BE49-F238E27FC236}">
                    <a16:creationId xmlns:a16="http://schemas.microsoft.com/office/drawing/2014/main" id="{6F99AB87-1620-CF87-9483-988CB0AB7254}"/>
                  </a:ext>
                </a:extLst>
              </p:cNvPr>
              <p:cNvGrpSpPr/>
              <p:nvPr/>
            </p:nvGrpSpPr>
            <p:grpSpPr>
              <a:xfrm>
                <a:off x="1151024" y="2789382"/>
                <a:ext cx="9889952" cy="2614695"/>
                <a:chOff x="1150676" y="2401455"/>
                <a:chExt cx="9889952" cy="2614695"/>
              </a:xfrm>
            </p:grpSpPr>
            <p:sp>
              <p:nvSpPr>
                <p:cNvPr id="11520" name="Rectangle 11519">
                  <a:extLst>
                    <a:ext uri="{FF2B5EF4-FFF2-40B4-BE49-F238E27FC236}">
                      <a16:creationId xmlns:a16="http://schemas.microsoft.com/office/drawing/2014/main" id="{520A2A66-D7E4-1D0D-4EA7-5DC00D49D66E}"/>
                    </a:ext>
                  </a:extLst>
                </p:cNvPr>
                <p:cNvSpPr/>
                <p:nvPr/>
              </p:nvSpPr>
              <p:spPr>
                <a:xfrm>
                  <a:off x="3732523" y="2401455"/>
                  <a:ext cx="2145910" cy="26146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r="16200000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521" name="Rectangle 11520">
                  <a:extLst>
                    <a:ext uri="{FF2B5EF4-FFF2-40B4-BE49-F238E27FC236}">
                      <a16:creationId xmlns:a16="http://schemas.microsoft.com/office/drawing/2014/main" id="{DD11AD64-D25E-80E0-0315-1F4BC1F8074B}"/>
                    </a:ext>
                  </a:extLst>
                </p:cNvPr>
                <p:cNvSpPr/>
                <p:nvPr/>
              </p:nvSpPr>
              <p:spPr>
                <a:xfrm>
                  <a:off x="6313603" y="2401455"/>
                  <a:ext cx="2145910" cy="26146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r="16200000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522" name="Rectangle 11521">
                  <a:extLst>
                    <a:ext uri="{FF2B5EF4-FFF2-40B4-BE49-F238E27FC236}">
                      <a16:creationId xmlns:a16="http://schemas.microsoft.com/office/drawing/2014/main" id="{5217F673-537F-0FEB-6F1C-B306DF2DE3BF}"/>
                    </a:ext>
                  </a:extLst>
                </p:cNvPr>
                <p:cNvSpPr/>
                <p:nvPr/>
              </p:nvSpPr>
              <p:spPr>
                <a:xfrm>
                  <a:off x="8894537" y="2401455"/>
                  <a:ext cx="2145910" cy="26146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r="16200000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519" name="Rectangle 11518">
                  <a:extLst>
                    <a:ext uri="{FF2B5EF4-FFF2-40B4-BE49-F238E27FC236}">
                      <a16:creationId xmlns:a16="http://schemas.microsoft.com/office/drawing/2014/main" id="{4A7BD5D0-9881-D9C4-097C-0618A2A21D9D}"/>
                    </a:ext>
                  </a:extLst>
                </p:cNvPr>
                <p:cNvSpPr/>
                <p:nvPr/>
              </p:nvSpPr>
              <p:spPr>
                <a:xfrm>
                  <a:off x="1150676" y="2401455"/>
                  <a:ext cx="2145910" cy="26146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r="16200000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866" name="Freeform: Shape 10865">
                  <a:extLst>
                    <a:ext uri="{FF2B5EF4-FFF2-40B4-BE49-F238E27FC236}">
                      <a16:creationId xmlns:a16="http://schemas.microsoft.com/office/drawing/2014/main" id="{B9D93877-BB8D-2EEE-7EAD-2513BF962C0F}"/>
                    </a:ext>
                  </a:extLst>
                </p:cNvPr>
                <p:cNvSpPr/>
                <p:nvPr/>
              </p:nvSpPr>
              <p:spPr>
                <a:xfrm>
                  <a:off x="1151553" y="4027379"/>
                  <a:ext cx="2145910" cy="988771"/>
                </a:xfrm>
                <a:custGeom>
                  <a:avLst/>
                  <a:gdLst>
                    <a:gd name="connsiteX0" fmla="*/ -1317 w 2145910"/>
                    <a:gd name="connsiteY0" fmla="*/ 988350 h 988771"/>
                    <a:gd name="connsiteX1" fmla="*/ -1317 w 2145910"/>
                    <a:gd name="connsiteY1" fmla="*/ -422 h 988771"/>
                    <a:gd name="connsiteX2" fmla="*/ 645680 w 2145910"/>
                    <a:gd name="connsiteY2" fmla="*/ 297635 h 988771"/>
                    <a:gd name="connsiteX3" fmla="*/ 915591 w 2145910"/>
                    <a:gd name="connsiteY3" fmla="*/ 879457 h 988771"/>
                    <a:gd name="connsiteX4" fmla="*/ 1466782 w 2145910"/>
                    <a:gd name="connsiteY4" fmla="*/ 676000 h 988771"/>
                    <a:gd name="connsiteX5" fmla="*/ 2144594 w 2145910"/>
                    <a:gd name="connsiteY5" fmla="*/ 988350 h 988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45910" h="988771">
                      <a:moveTo>
                        <a:pt x="-1317" y="988350"/>
                      </a:moveTo>
                      <a:lnTo>
                        <a:pt x="-1317" y="-422"/>
                      </a:lnTo>
                      <a:lnTo>
                        <a:pt x="645680" y="297635"/>
                      </a:lnTo>
                      <a:cubicBezTo>
                        <a:pt x="559560" y="532831"/>
                        <a:pt x="680369" y="793319"/>
                        <a:pt x="915591" y="879457"/>
                      </a:cubicBezTo>
                      <a:cubicBezTo>
                        <a:pt x="1124348" y="955927"/>
                        <a:pt x="1357743" y="869770"/>
                        <a:pt x="1466782" y="676000"/>
                      </a:cubicBezTo>
                      <a:lnTo>
                        <a:pt x="2144594" y="98835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022" name="Freeform: Shape 11021">
                  <a:extLst>
                    <a:ext uri="{FF2B5EF4-FFF2-40B4-BE49-F238E27FC236}">
                      <a16:creationId xmlns:a16="http://schemas.microsoft.com/office/drawing/2014/main" id="{7E68E341-440D-680A-868E-50E1BFF762F6}"/>
                    </a:ext>
                  </a:extLst>
                </p:cNvPr>
                <p:cNvSpPr/>
                <p:nvPr/>
              </p:nvSpPr>
              <p:spPr>
                <a:xfrm>
                  <a:off x="1869756" y="4126549"/>
                  <a:ext cx="709284" cy="709283"/>
                </a:xfrm>
                <a:custGeom>
                  <a:avLst/>
                  <a:gdLst>
                    <a:gd name="connsiteX0" fmla="*/ 709284 w 709284"/>
                    <a:gd name="connsiteY0" fmla="*/ 354642 h 709283"/>
                    <a:gd name="connsiteX1" fmla="*/ 354642 w 709284"/>
                    <a:gd name="connsiteY1" fmla="*/ 709284 h 709283"/>
                    <a:gd name="connsiteX2" fmla="*/ 0 w 709284"/>
                    <a:gd name="connsiteY2" fmla="*/ 354642 h 709283"/>
                    <a:gd name="connsiteX3" fmla="*/ 354642 w 709284"/>
                    <a:gd name="connsiteY3" fmla="*/ 0 h 709283"/>
                    <a:gd name="connsiteX4" fmla="*/ 709284 w 709284"/>
                    <a:gd name="connsiteY4" fmla="*/ 354642 h 70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9284" h="709283">
                      <a:moveTo>
                        <a:pt x="709284" y="354642"/>
                      </a:moveTo>
                      <a:cubicBezTo>
                        <a:pt x="709284" y="550505"/>
                        <a:pt x="550506" y="709284"/>
                        <a:pt x="354642" y="709284"/>
                      </a:cubicBezTo>
                      <a:cubicBezTo>
                        <a:pt x="158779" y="709284"/>
                        <a:pt x="0" y="550505"/>
                        <a:pt x="0" y="354642"/>
                      </a:cubicBezTo>
                      <a:cubicBezTo>
                        <a:pt x="0" y="158779"/>
                        <a:pt x="158779" y="0"/>
                        <a:pt x="354642" y="0"/>
                      </a:cubicBezTo>
                      <a:cubicBezTo>
                        <a:pt x="550506" y="0"/>
                        <a:pt x="709284" y="158779"/>
                        <a:pt x="709284" y="354642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3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029" name="Freeform: Shape 11028">
                  <a:extLst>
                    <a:ext uri="{FF2B5EF4-FFF2-40B4-BE49-F238E27FC236}">
                      <a16:creationId xmlns:a16="http://schemas.microsoft.com/office/drawing/2014/main" id="{8797840D-F487-37F3-1964-E5771F46080D}"/>
                    </a:ext>
                  </a:extLst>
                </p:cNvPr>
                <p:cNvSpPr/>
                <p:nvPr/>
              </p:nvSpPr>
              <p:spPr>
                <a:xfrm>
                  <a:off x="3732632" y="4027379"/>
                  <a:ext cx="2145837" cy="988771"/>
                </a:xfrm>
                <a:custGeom>
                  <a:avLst/>
                  <a:gdLst>
                    <a:gd name="connsiteX0" fmla="*/ -1317 w 2145837"/>
                    <a:gd name="connsiteY0" fmla="*/ 988350 h 988771"/>
                    <a:gd name="connsiteX1" fmla="*/ -1317 w 2145837"/>
                    <a:gd name="connsiteY1" fmla="*/ -422 h 988771"/>
                    <a:gd name="connsiteX2" fmla="*/ 645680 w 2145837"/>
                    <a:gd name="connsiteY2" fmla="*/ 297635 h 988771"/>
                    <a:gd name="connsiteX3" fmla="*/ 915482 w 2145837"/>
                    <a:gd name="connsiteY3" fmla="*/ 879457 h 988771"/>
                    <a:gd name="connsiteX4" fmla="*/ 1466709 w 2145837"/>
                    <a:gd name="connsiteY4" fmla="*/ 676000 h 988771"/>
                    <a:gd name="connsiteX5" fmla="*/ 2144520 w 2145837"/>
                    <a:gd name="connsiteY5" fmla="*/ 988350 h 988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45837" h="988771">
                      <a:moveTo>
                        <a:pt x="-1317" y="988350"/>
                      </a:moveTo>
                      <a:lnTo>
                        <a:pt x="-1317" y="-422"/>
                      </a:lnTo>
                      <a:lnTo>
                        <a:pt x="645680" y="297635"/>
                      </a:lnTo>
                      <a:cubicBezTo>
                        <a:pt x="559523" y="532802"/>
                        <a:pt x="680333" y="793286"/>
                        <a:pt x="915482" y="879457"/>
                      </a:cubicBezTo>
                      <a:cubicBezTo>
                        <a:pt x="1124238" y="955927"/>
                        <a:pt x="1357670" y="869770"/>
                        <a:pt x="1466709" y="676000"/>
                      </a:cubicBezTo>
                      <a:lnTo>
                        <a:pt x="2144520" y="98835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3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185" name="Freeform: Shape 11184">
                  <a:extLst>
                    <a:ext uri="{FF2B5EF4-FFF2-40B4-BE49-F238E27FC236}">
                      <a16:creationId xmlns:a16="http://schemas.microsoft.com/office/drawing/2014/main" id="{0332133F-18EC-5325-EE01-BE4CF0F88408}"/>
                    </a:ext>
                  </a:extLst>
                </p:cNvPr>
                <p:cNvSpPr/>
                <p:nvPr/>
              </p:nvSpPr>
              <p:spPr>
                <a:xfrm>
                  <a:off x="4450836" y="4126549"/>
                  <a:ext cx="709284" cy="709283"/>
                </a:xfrm>
                <a:custGeom>
                  <a:avLst/>
                  <a:gdLst>
                    <a:gd name="connsiteX0" fmla="*/ 709284 w 709284"/>
                    <a:gd name="connsiteY0" fmla="*/ 354642 h 709283"/>
                    <a:gd name="connsiteX1" fmla="*/ 354642 w 709284"/>
                    <a:gd name="connsiteY1" fmla="*/ 709284 h 709283"/>
                    <a:gd name="connsiteX2" fmla="*/ 0 w 709284"/>
                    <a:gd name="connsiteY2" fmla="*/ 354642 h 709283"/>
                    <a:gd name="connsiteX3" fmla="*/ 354642 w 709284"/>
                    <a:gd name="connsiteY3" fmla="*/ 0 h 709283"/>
                    <a:gd name="connsiteX4" fmla="*/ 709284 w 709284"/>
                    <a:gd name="connsiteY4" fmla="*/ 354642 h 70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9284" h="709283">
                      <a:moveTo>
                        <a:pt x="709284" y="354642"/>
                      </a:moveTo>
                      <a:cubicBezTo>
                        <a:pt x="709284" y="550505"/>
                        <a:pt x="550505" y="709284"/>
                        <a:pt x="354642" y="709284"/>
                      </a:cubicBezTo>
                      <a:cubicBezTo>
                        <a:pt x="158779" y="709284"/>
                        <a:pt x="0" y="550505"/>
                        <a:pt x="0" y="354642"/>
                      </a:cubicBezTo>
                      <a:cubicBezTo>
                        <a:pt x="0" y="158779"/>
                        <a:pt x="158779" y="0"/>
                        <a:pt x="354642" y="0"/>
                      </a:cubicBezTo>
                      <a:cubicBezTo>
                        <a:pt x="550505" y="0"/>
                        <a:pt x="709284" y="158779"/>
                        <a:pt x="709284" y="35464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3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192" name="Freeform: Shape 11191">
                  <a:extLst>
                    <a:ext uri="{FF2B5EF4-FFF2-40B4-BE49-F238E27FC236}">
                      <a16:creationId xmlns:a16="http://schemas.microsoft.com/office/drawing/2014/main" id="{F865401F-FED9-B171-14C6-48826D59AF2B}"/>
                    </a:ext>
                  </a:extLst>
                </p:cNvPr>
                <p:cNvSpPr/>
                <p:nvPr/>
              </p:nvSpPr>
              <p:spPr>
                <a:xfrm>
                  <a:off x="6313676" y="4027379"/>
                  <a:ext cx="2145837" cy="988771"/>
                </a:xfrm>
                <a:custGeom>
                  <a:avLst/>
                  <a:gdLst>
                    <a:gd name="connsiteX0" fmla="*/ -1317 w 2145837"/>
                    <a:gd name="connsiteY0" fmla="*/ 988350 h 988771"/>
                    <a:gd name="connsiteX1" fmla="*/ -1317 w 2145837"/>
                    <a:gd name="connsiteY1" fmla="*/ -422 h 988771"/>
                    <a:gd name="connsiteX2" fmla="*/ 645680 w 2145837"/>
                    <a:gd name="connsiteY2" fmla="*/ 297635 h 988771"/>
                    <a:gd name="connsiteX3" fmla="*/ 915481 w 2145837"/>
                    <a:gd name="connsiteY3" fmla="*/ 879457 h 988771"/>
                    <a:gd name="connsiteX4" fmla="*/ 1466708 w 2145837"/>
                    <a:gd name="connsiteY4" fmla="*/ 676000 h 988771"/>
                    <a:gd name="connsiteX5" fmla="*/ 2144520 w 2145837"/>
                    <a:gd name="connsiteY5" fmla="*/ 988350 h 988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45837" h="988771">
                      <a:moveTo>
                        <a:pt x="-1317" y="988350"/>
                      </a:moveTo>
                      <a:lnTo>
                        <a:pt x="-1317" y="-422"/>
                      </a:lnTo>
                      <a:lnTo>
                        <a:pt x="645680" y="297635"/>
                      </a:lnTo>
                      <a:cubicBezTo>
                        <a:pt x="559523" y="532802"/>
                        <a:pt x="680333" y="793286"/>
                        <a:pt x="915481" y="879457"/>
                      </a:cubicBezTo>
                      <a:cubicBezTo>
                        <a:pt x="1124238" y="955927"/>
                        <a:pt x="1357670" y="869770"/>
                        <a:pt x="1466708" y="676000"/>
                      </a:cubicBezTo>
                      <a:lnTo>
                        <a:pt x="2144520" y="98835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3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348" name="Freeform: Shape 11347">
                  <a:extLst>
                    <a:ext uri="{FF2B5EF4-FFF2-40B4-BE49-F238E27FC236}">
                      <a16:creationId xmlns:a16="http://schemas.microsoft.com/office/drawing/2014/main" id="{4F671901-14FF-EDF4-F184-E9ED742A92C9}"/>
                    </a:ext>
                  </a:extLst>
                </p:cNvPr>
                <p:cNvSpPr/>
                <p:nvPr/>
              </p:nvSpPr>
              <p:spPr>
                <a:xfrm>
                  <a:off x="7031879" y="4126549"/>
                  <a:ext cx="709284" cy="709283"/>
                </a:xfrm>
                <a:custGeom>
                  <a:avLst/>
                  <a:gdLst>
                    <a:gd name="connsiteX0" fmla="*/ 709284 w 709284"/>
                    <a:gd name="connsiteY0" fmla="*/ 354642 h 709283"/>
                    <a:gd name="connsiteX1" fmla="*/ 354642 w 709284"/>
                    <a:gd name="connsiteY1" fmla="*/ 709284 h 709283"/>
                    <a:gd name="connsiteX2" fmla="*/ 0 w 709284"/>
                    <a:gd name="connsiteY2" fmla="*/ 354642 h 709283"/>
                    <a:gd name="connsiteX3" fmla="*/ 354642 w 709284"/>
                    <a:gd name="connsiteY3" fmla="*/ 0 h 709283"/>
                    <a:gd name="connsiteX4" fmla="*/ 709284 w 709284"/>
                    <a:gd name="connsiteY4" fmla="*/ 354642 h 70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9284" h="709283">
                      <a:moveTo>
                        <a:pt x="709284" y="354642"/>
                      </a:moveTo>
                      <a:cubicBezTo>
                        <a:pt x="709284" y="550505"/>
                        <a:pt x="550505" y="709284"/>
                        <a:pt x="354642" y="709284"/>
                      </a:cubicBezTo>
                      <a:cubicBezTo>
                        <a:pt x="158779" y="709284"/>
                        <a:pt x="0" y="550505"/>
                        <a:pt x="0" y="354642"/>
                      </a:cubicBezTo>
                      <a:cubicBezTo>
                        <a:pt x="0" y="158779"/>
                        <a:pt x="158779" y="0"/>
                        <a:pt x="354642" y="0"/>
                      </a:cubicBezTo>
                      <a:cubicBezTo>
                        <a:pt x="550505" y="0"/>
                        <a:pt x="709284" y="158779"/>
                        <a:pt x="709284" y="354642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3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355" name="Freeform: Shape 11354">
                  <a:extLst>
                    <a:ext uri="{FF2B5EF4-FFF2-40B4-BE49-F238E27FC236}">
                      <a16:creationId xmlns:a16="http://schemas.microsoft.com/office/drawing/2014/main" id="{58AC7001-F53D-D3E9-A977-49AE32DC3785}"/>
                    </a:ext>
                  </a:extLst>
                </p:cNvPr>
                <p:cNvSpPr/>
                <p:nvPr/>
              </p:nvSpPr>
              <p:spPr>
                <a:xfrm>
                  <a:off x="8894755" y="4027379"/>
                  <a:ext cx="2145873" cy="988771"/>
                </a:xfrm>
                <a:custGeom>
                  <a:avLst/>
                  <a:gdLst>
                    <a:gd name="connsiteX0" fmla="*/ -1317 w 2145873"/>
                    <a:gd name="connsiteY0" fmla="*/ 988350 h 988771"/>
                    <a:gd name="connsiteX1" fmla="*/ -1317 w 2145873"/>
                    <a:gd name="connsiteY1" fmla="*/ -422 h 988771"/>
                    <a:gd name="connsiteX2" fmla="*/ 645680 w 2145873"/>
                    <a:gd name="connsiteY2" fmla="*/ 297635 h 988771"/>
                    <a:gd name="connsiteX3" fmla="*/ 915811 w 2145873"/>
                    <a:gd name="connsiteY3" fmla="*/ 879347 h 988771"/>
                    <a:gd name="connsiteX4" fmla="*/ 1466746 w 2145873"/>
                    <a:gd name="connsiteY4" fmla="*/ 676000 h 988771"/>
                    <a:gd name="connsiteX5" fmla="*/ 2144557 w 2145873"/>
                    <a:gd name="connsiteY5" fmla="*/ 988350 h 988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45873" h="988771">
                      <a:moveTo>
                        <a:pt x="-1317" y="988350"/>
                      </a:moveTo>
                      <a:lnTo>
                        <a:pt x="-1317" y="-422"/>
                      </a:lnTo>
                      <a:lnTo>
                        <a:pt x="645680" y="297635"/>
                      </a:lnTo>
                      <a:cubicBezTo>
                        <a:pt x="559633" y="532868"/>
                        <a:pt x="680589" y="793304"/>
                        <a:pt x="915811" y="879347"/>
                      </a:cubicBezTo>
                      <a:cubicBezTo>
                        <a:pt x="1124495" y="955634"/>
                        <a:pt x="1357706" y="869588"/>
                        <a:pt x="1466746" y="676000"/>
                      </a:cubicBezTo>
                      <a:lnTo>
                        <a:pt x="2144557" y="98835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3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511" name="Freeform: Shape 11510">
                  <a:extLst>
                    <a:ext uri="{FF2B5EF4-FFF2-40B4-BE49-F238E27FC236}">
                      <a16:creationId xmlns:a16="http://schemas.microsoft.com/office/drawing/2014/main" id="{7A22DC51-252B-972C-06DA-FA97BEC343FB}"/>
                    </a:ext>
                  </a:extLst>
                </p:cNvPr>
                <p:cNvSpPr/>
                <p:nvPr/>
              </p:nvSpPr>
              <p:spPr>
                <a:xfrm>
                  <a:off x="9612958" y="4126549"/>
                  <a:ext cx="709284" cy="709283"/>
                </a:xfrm>
                <a:custGeom>
                  <a:avLst/>
                  <a:gdLst>
                    <a:gd name="connsiteX0" fmla="*/ 709285 w 709284"/>
                    <a:gd name="connsiteY0" fmla="*/ 354642 h 709283"/>
                    <a:gd name="connsiteX1" fmla="*/ 354642 w 709284"/>
                    <a:gd name="connsiteY1" fmla="*/ 709284 h 709283"/>
                    <a:gd name="connsiteX2" fmla="*/ 0 w 709284"/>
                    <a:gd name="connsiteY2" fmla="*/ 354642 h 709283"/>
                    <a:gd name="connsiteX3" fmla="*/ 354642 w 709284"/>
                    <a:gd name="connsiteY3" fmla="*/ 0 h 709283"/>
                    <a:gd name="connsiteX4" fmla="*/ 709285 w 709284"/>
                    <a:gd name="connsiteY4" fmla="*/ 354642 h 709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9284" h="709283">
                      <a:moveTo>
                        <a:pt x="709285" y="354642"/>
                      </a:moveTo>
                      <a:cubicBezTo>
                        <a:pt x="709285" y="550505"/>
                        <a:pt x="550506" y="709284"/>
                        <a:pt x="354642" y="709284"/>
                      </a:cubicBezTo>
                      <a:cubicBezTo>
                        <a:pt x="158779" y="709284"/>
                        <a:pt x="0" y="550505"/>
                        <a:pt x="0" y="354642"/>
                      </a:cubicBezTo>
                      <a:cubicBezTo>
                        <a:pt x="0" y="158779"/>
                        <a:pt x="158779" y="0"/>
                        <a:pt x="354642" y="0"/>
                      </a:cubicBezTo>
                      <a:cubicBezTo>
                        <a:pt x="550506" y="0"/>
                        <a:pt x="709285" y="158779"/>
                        <a:pt x="709285" y="3546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3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11524" name="TextBox 11523">
                <a:extLst>
                  <a:ext uri="{FF2B5EF4-FFF2-40B4-BE49-F238E27FC236}">
                    <a16:creationId xmlns:a16="http://schemas.microsoft.com/office/drawing/2014/main" id="{81053DE0-5E6C-B4A7-80B3-2C5FEBB99A5F}"/>
                  </a:ext>
                </a:extLst>
              </p:cNvPr>
              <p:cNvSpPr txBox="1"/>
              <p:nvPr/>
            </p:nvSpPr>
            <p:spPr>
              <a:xfrm>
                <a:off x="1248566" y="3168030"/>
                <a:ext cx="1950827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600" b="1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Strong Passwords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Create passwords with a mix of letters, numbers and symbols.</a:t>
                </a:r>
                <a:endParaRPr lang="en-US" sz="1600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525" name="TextBox 11524">
                <a:extLst>
                  <a:ext uri="{FF2B5EF4-FFF2-40B4-BE49-F238E27FC236}">
                    <a16:creationId xmlns:a16="http://schemas.microsoft.com/office/drawing/2014/main" id="{1FBC70BB-C10B-F027-6C52-AD5FA7BCE23B}"/>
                  </a:ext>
                </a:extLst>
              </p:cNvPr>
              <p:cNvSpPr txBox="1"/>
              <p:nvPr/>
            </p:nvSpPr>
            <p:spPr>
              <a:xfrm>
                <a:off x="3829853" y="3168030"/>
                <a:ext cx="1950827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defRPr/>
                </a:pPr>
                <a:r>
                  <a:rPr lang="en-US" sz="1600" b="1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2F</a:t>
                </a:r>
                <a:r>
                  <a:rPr 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</a:t>
                </a:r>
                <a:endParaRPr lang="en-US" sz="1600" b="1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Enable Two-Factor Authentication</a:t>
                </a:r>
                <a:r>
                  <a:rPr lang="en-US" sz="1200" b="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  <a:endPara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526" name="TextBox 11525">
                <a:extLst>
                  <a:ext uri="{FF2B5EF4-FFF2-40B4-BE49-F238E27FC236}">
                    <a16:creationId xmlns:a16="http://schemas.microsoft.com/office/drawing/2014/main" id="{50F8A4F9-A108-E254-795D-1FF876429EBA}"/>
                  </a:ext>
                </a:extLst>
              </p:cNvPr>
              <p:cNvSpPr txBox="1"/>
              <p:nvPr/>
            </p:nvSpPr>
            <p:spPr>
              <a:xfrm>
                <a:off x="6411140" y="3168030"/>
                <a:ext cx="1950827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600" b="1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S</a:t>
                </a:r>
                <a:r>
                  <a:rPr 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tay Updated</a:t>
                </a:r>
                <a:endParaRPr lang="en-US" sz="1600" b="1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Learn and stay updated</a:t>
                </a:r>
                <a:r>
                  <a:rPr lang="en-US" sz="1200" b="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. Follow cybersecurity news to stay informed.</a:t>
                </a:r>
              </a:p>
            </p:txBody>
          </p:sp>
          <p:sp>
            <p:nvSpPr>
              <p:cNvPr id="11527" name="TextBox 11526">
                <a:extLst>
                  <a:ext uri="{FF2B5EF4-FFF2-40B4-BE49-F238E27FC236}">
                    <a16:creationId xmlns:a16="http://schemas.microsoft.com/office/drawing/2014/main" id="{8DF9E047-FBCD-9B95-84DC-603542E9B2D8}"/>
                  </a:ext>
                </a:extLst>
              </p:cNvPr>
              <p:cNvSpPr txBox="1"/>
              <p:nvPr/>
            </p:nvSpPr>
            <p:spPr>
              <a:xfrm>
                <a:off x="8992427" y="3168030"/>
                <a:ext cx="1950827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600" b="1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Regular Updates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200" b="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Keep software, systems, and security measures up to date.</a:t>
                </a:r>
              </a:p>
            </p:txBody>
          </p:sp>
        </p:grpSp>
        <p:pic>
          <p:nvPicPr>
            <p:cNvPr id="11530" name="Picture 6" descr="Risk Assessment Icons - Free SVG &amp; PNG Risk Assessment Images - Noun Project">
              <a:extLst>
                <a:ext uri="{FF2B5EF4-FFF2-40B4-BE49-F238E27FC236}">
                  <a16:creationId xmlns:a16="http://schemas.microsoft.com/office/drawing/2014/main" id="{E9A73AA6-EC72-BFFC-0634-A55C33181D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6351" y="4660722"/>
              <a:ext cx="416791" cy="4167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533" name="Picture 11532">
              <a:extLst>
                <a:ext uri="{FF2B5EF4-FFF2-40B4-BE49-F238E27FC236}">
                  <a16:creationId xmlns:a16="http://schemas.microsoft.com/office/drawing/2014/main" id="{CDB2B19E-0589-55F2-1C9C-6D5E862B2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78760" y="4642052"/>
              <a:ext cx="454132" cy="454130"/>
            </a:xfrm>
            <a:prstGeom prst="rect">
              <a:avLst/>
            </a:prstGeom>
          </p:spPr>
        </p:pic>
        <p:pic>
          <p:nvPicPr>
            <p:cNvPr id="11534" name="Picture 12" descr="Employee Training Icons - Free SVG &amp; PNG Employee Training Images - Noun  Project">
              <a:extLst>
                <a:ext uri="{FF2B5EF4-FFF2-40B4-BE49-F238E27FC236}">
                  <a16:creationId xmlns:a16="http://schemas.microsoft.com/office/drawing/2014/main" id="{0F011DB1-4CFB-C591-D5DF-1CF01602AE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9237" y="4651485"/>
              <a:ext cx="435264" cy="435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535" name="Picture 14" descr="Update Icons &amp; Symbols">
              <a:extLst>
                <a:ext uri="{FF2B5EF4-FFF2-40B4-BE49-F238E27FC236}">
                  <a16:creationId xmlns:a16="http://schemas.microsoft.com/office/drawing/2014/main" id="{5E061515-96D8-BD0E-FEE7-C9B9D0CC7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4166" y="4665335"/>
              <a:ext cx="407565" cy="407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6131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5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010202-C654-B680-10D5-E04107AA3C32}"/>
              </a:ext>
            </a:extLst>
          </p:cNvPr>
          <p:cNvGrpSpPr/>
          <p:nvPr/>
        </p:nvGrpSpPr>
        <p:grpSpPr>
          <a:xfrm>
            <a:off x="0" y="328358"/>
            <a:ext cx="12192000" cy="998088"/>
            <a:chOff x="0" y="342872"/>
            <a:chExt cx="12192000" cy="9980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92A7F46-3058-F71C-822F-C74190E29882}"/>
                </a:ext>
              </a:extLst>
            </p:cNvPr>
            <p:cNvSpPr txBox="1"/>
            <p:nvPr/>
          </p:nvSpPr>
          <p:spPr>
            <a:xfrm>
              <a:off x="0" y="342872"/>
              <a:ext cx="12192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4000" b="1" i="0" dirty="0">
                  <a:solidFill>
                    <a:srgbClr val="1F1F1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Cyber Security</a:t>
              </a:r>
              <a:endParaRPr lang="en-I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DB6651-7355-6747-6332-EF049E3417E7}"/>
                </a:ext>
              </a:extLst>
            </p:cNvPr>
            <p:cNvSpPr txBox="1"/>
            <p:nvPr/>
          </p:nvSpPr>
          <p:spPr>
            <a:xfrm>
              <a:off x="0" y="971628"/>
              <a:ext cx="1219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Key elements of cyber security</a:t>
              </a: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210" name="Group 8209">
            <a:extLst>
              <a:ext uri="{FF2B5EF4-FFF2-40B4-BE49-F238E27FC236}">
                <a16:creationId xmlns:a16="http://schemas.microsoft.com/office/drawing/2014/main" id="{27E33E75-59B4-9514-1834-4AEF97772F93}"/>
              </a:ext>
            </a:extLst>
          </p:cNvPr>
          <p:cNvGrpSpPr/>
          <p:nvPr/>
        </p:nvGrpSpPr>
        <p:grpSpPr>
          <a:xfrm>
            <a:off x="1194520" y="1969716"/>
            <a:ext cx="9802960" cy="3782904"/>
            <a:chOff x="1194520" y="2132746"/>
            <a:chExt cx="9802960" cy="3782904"/>
          </a:xfrm>
        </p:grpSpPr>
        <p:grpSp>
          <p:nvGrpSpPr>
            <p:cNvPr id="8202" name="Group 8201">
              <a:extLst>
                <a:ext uri="{FF2B5EF4-FFF2-40B4-BE49-F238E27FC236}">
                  <a16:creationId xmlns:a16="http://schemas.microsoft.com/office/drawing/2014/main" id="{D0E922A9-0AC3-714A-3F5B-9D3151A8F742}"/>
                </a:ext>
              </a:extLst>
            </p:cNvPr>
            <p:cNvGrpSpPr/>
            <p:nvPr/>
          </p:nvGrpSpPr>
          <p:grpSpPr>
            <a:xfrm>
              <a:off x="1194520" y="2132746"/>
              <a:ext cx="9802960" cy="3782904"/>
              <a:chOff x="1194669" y="2132746"/>
              <a:chExt cx="9802960" cy="3782904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B66525A6-C178-3134-E586-81FA48FEABD1}"/>
                  </a:ext>
                </a:extLst>
              </p:cNvPr>
              <p:cNvGrpSpPr/>
              <p:nvPr/>
            </p:nvGrpSpPr>
            <p:grpSpPr>
              <a:xfrm>
                <a:off x="1332982" y="2745569"/>
                <a:ext cx="9526988" cy="2557258"/>
                <a:chOff x="1332982" y="2720527"/>
                <a:chExt cx="9526988" cy="2557258"/>
              </a:xfrm>
            </p:grpSpPr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D142A822-8768-9175-251F-3CC7B3899561}"/>
                    </a:ext>
                  </a:extLst>
                </p:cNvPr>
                <p:cNvSpPr/>
                <p:nvPr/>
              </p:nvSpPr>
              <p:spPr>
                <a:xfrm>
                  <a:off x="1332982" y="2810707"/>
                  <a:ext cx="9526988" cy="2377768"/>
                </a:xfrm>
                <a:custGeom>
                  <a:avLst/>
                  <a:gdLst>
                    <a:gd name="connsiteX0" fmla="*/ 4185544 w 4220527"/>
                    <a:gd name="connsiteY0" fmla="*/ 153800 h 1053369"/>
                    <a:gd name="connsiteX1" fmla="*/ 3935228 w 4220527"/>
                    <a:gd name="connsiteY1" fmla="*/ 9210 h 1053369"/>
                    <a:gd name="connsiteX2" fmla="*/ 3866076 w 4220527"/>
                    <a:gd name="connsiteY2" fmla="*/ 9210 h 1053369"/>
                    <a:gd name="connsiteX3" fmla="*/ 3615759 w 4220527"/>
                    <a:gd name="connsiteY3" fmla="*/ 153800 h 1053369"/>
                    <a:gd name="connsiteX4" fmla="*/ 3581183 w 4220527"/>
                    <a:gd name="connsiteY4" fmla="*/ 213712 h 1053369"/>
                    <a:gd name="connsiteX5" fmla="*/ 3581183 w 4220527"/>
                    <a:gd name="connsiteY5" fmla="*/ 416023 h 1053369"/>
                    <a:gd name="connsiteX6" fmla="*/ 3540988 w 4220527"/>
                    <a:gd name="connsiteY6" fmla="*/ 456409 h 1053369"/>
                    <a:gd name="connsiteX7" fmla="*/ 3520699 w 4220527"/>
                    <a:gd name="connsiteY7" fmla="*/ 450980 h 1053369"/>
                    <a:gd name="connsiteX8" fmla="*/ 3338391 w 4220527"/>
                    <a:gd name="connsiteY8" fmla="*/ 346205 h 1053369"/>
                    <a:gd name="connsiteX9" fmla="*/ 3269239 w 4220527"/>
                    <a:gd name="connsiteY9" fmla="*/ 346205 h 1053369"/>
                    <a:gd name="connsiteX10" fmla="*/ 3086836 w 4220527"/>
                    <a:gd name="connsiteY10" fmla="*/ 450980 h 1053369"/>
                    <a:gd name="connsiteX11" fmla="*/ 3031781 w 4220527"/>
                    <a:gd name="connsiteY11" fmla="*/ 436311 h 1053369"/>
                    <a:gd name="connsiteX12" fmla="*/ 3026352 w 4220527"/>
                    <a:gd name="connsiteY12" fmla="*/ 416118 h 1053369"/>
                    <a:gd name="connsiteX13" fmla="*/ 3026352 w 4220527"/>
                    <a:gd name="connsiteY13" fmla="*/ 213712 h 1053369"/>
                    <a:gd name="connsiteX14" fmla="*/ 2991776 w 4220527"/>
                    <a:gd name="connsiteY14" fmla="*/ 153800 h 1053369"/>
                    <a:gd name="connsiteX15" fmla="*/ 2741459 w 4220527"/>
                    <a:gd name="connsiteY15" fmla="*/ 9210 h 1053369"/>
                    <a:gd name="connsiteX16" fmla="*/ 2672308 w 4220527"/>
                    <a:gd name="connsiteY16" fmla="*/ 9210 h 1053369"/>
                    <a:gd name="connsiteX17" fmla="*/ 2421800 w 4220527"/>
                    <a:gd name="connsiteY17" fmla="*/ 153800 h 1053369"/>
                    <a:gd name="connsiteX18" fmla="*/ 2387224 w 4220527"/>
                    <a:gd name="connsiteY18" fmla="*/ 213712 h 1053369"/>
                    <a:gd name="connsiteX19" fmla="*/ 2387224 w 4220527"/>
                    <a:gd name="connsiteY19" fmla="*/ 416023 h 1053369"/>
                    <a:gd name="connsiteX20" fmla="*/ 2347134 w 4220527"/>
                    <a:gd name="connsiteY20" fmla="*/ 456514 h 1053369"/>
                    <a:gd name="connsiteX21" fmla="*/ 2326550 w 4220527"/>
                    <a:gd name="connsiteY21" fmla="*/ 450980 h 1053369"/>
                    <a:gd name="connsiteX22" fmla="*/ 2144241 w 4220527"/>
                    <a:gd name="connsiteY22" fmla="*/ 346205 h 1053369"/>
                    <a:gd name="connsiteX23" fmla="*/ 2075090 w 4220527"/>
                    <a:gd name="connsiteY23" fmla="*/ 346205 h 1053369"/>
                    <a:gd name="connsiteX24" fmla="*/ 1892686 w 4220527"/>
                    <a:gd name="connsiteY24" fmla="*/ 450980 h 1053369"/>
                    <a:gd name="connsiteX25" fmla="*/ 1837632 w 4220527"/>
                    <a:gd name="connsiteY25" fmla="*/ 436311 h 1053369"/>
                    <a:gd name="connsiteX26" fmla="*/ 1832203 w 4220527"/>
                    <a:gd name="connsiteY26" fmla="*/ 416023 h 1053369"/>
                    <a:gd name="connsiteX27" fmla="*/ 1832203 w 4220527"/>
                    <a:gd name="connsiteY27" fmla="*/ 213712 h 1053369"/>
                    <a:gd name="connsiteX28" fmla="*/ 1797627 w 4220527"/>
                    <a:gd name="connsiteY28" fmla="*/ 153800 h 1053369"/>
                    <a:gd name="connsiteX29" fmla="*/ 1547310 w 4220527"/>
                    <a:gd name="connsiteY29" fmla="*/ 9210 h 1053369"/>
                    <a:gd name="connsiteX30" fmla="*/ 1478158 w 4220527"/>
                    <a:gd name="connsiteY30" fmla="*/ 9210 h 1053369"/>
                    <a:gd name="connsiteX31" fmla="*/ 1228222 w 4220527"/>
                    <a:gd name="connsiteY31" fmla="*/ 153800 h 1053369"/>
                    <a:gd name="connsiteX32" fmla="*/ 1193647 w 4220527"/>
                    <a:gd name="connsiteY32" fmla="*/ 213712 h 1053369"/>
                    <a:gd name="connsiteX33" fmla="*/ 1193647 w 4220527"/>
                    <a:gd name="connsiteY33" fmla="*/ 416023 h 1053369"/>
                    <a:gd name="connsiteX34" fmla="*/ 1153451 w 4220527"/>
                    <a:gd name="connsiteY34" fmla="*/ 456409 h 1053369"/>
                    <a:gd name="connsiteX35" fmla="*/ 1133163 w 4220527"/>
                    <a:gd name="connsiteY35" fmla="*/ 450980 h 1053369"/>
                    <a:gd name="connsiteX36" fmla="*/ 950854 w 4220527"/>
                    <a:gd name="connsiteY36" fmla="*/ 346205 h 1053369"/>
                    <a:gd name="connsiteX37" fmla="*/ 881703 w 4220527"/>
                    <a:gd name="connsiteY37" fmla="*/ 346205 h 1053369"/>
                    <a:gd name="connsiteX38" fmla="*/ 699394 w 4220527"/>
                    <a:gd name="connsiteY38" fmla="*/ 450980 h 1053369"/>
                    <a:gd name="connsiteX39" fmla="*/ 644340 w 4220527"/>
                    <a:gd name="connsiteY39" fmla="*/ 436311 h 1053369"/>
                    <a:gd name="connsiteX40" fmla="*/ 638911 w 4220527"/>
                    <a:gd name="connsiteY40" fmla="*/ 416023 h 1053369"/>
                    <a:gd name="connsiteX41" fmla="*/ 638911 w 4220527"/>
                    <a:gd name="connsiteY41" fmla="*/ 213712 h 1053369"/>
                    <a:gd name="connsiteX42" fmla="*/ 604239 w 4220527"/>
                    <a:gd name="connsiteY42" fmla="*/ 153800 h 1053369"/>
                    <a:gd name="connsiteX43" fmla="*/ 354018 w 4220527"/>
                    <a:gd name="connsiteY43" fmla="*/ 9210 h 1053369"/>
                    <a:gd name="connsiteX44" fmla="*/ 284771 w 4220527"/>
                    <a:gd name="connsiteY44" fmla="*/ 9210 h 1053369"/>
                    <a:gd name="connsiteX45" fmla="*/ 34549 w 4220527"/>
                    <a:gd name="connsiteY45" fmla="*/ 153800 h 1053369"/>
                    <a:gd name="connsiteX46" fmla="*/ -122 w 4220527"/>
                    <a:gd name="connsiteY46" fmla="*/ 213712 h 1053369"/>
                    <a:gd name="connsiteX47" fmla="*/ -122 w 4220527"/>
                    <a:gd name="connsiteY47" fmla="*/ 502700 h 1053369"/>
                    <a:gd name="connsiteX48" fmla="*/ 34549 w 4220527"/>
                    <a:gd name="connsiteY48" fmla="*/ 562613 h 1053369"/>
                    <a:gd name="connsiteX49" fmla="*/ 284771 w 4220527"/>
                    <a:gd name="connsiteY49" fmla="*/ 707107 h 1053369"/>
                    <a:gd name="connsiteX50" fmla="*/ 354018 w 4220527"/>
                    <a:gd name="connsiteY50" fmla="*/ 707107 h 1053369"/>
                    <a:gd name="connsiteX51" fmla="*/ 536326 w 4220527"/>
                    <a:gd name="connsiteY51" fmla="*/ 602332 h 1053369"/>
                    <a:gd name="connsiteX52" fmla="*/ 591381 w 4220527"/>
                    <a:gd name="connsiteY52" fmla="*/ 617000 h 1053369"/>
                    <a:gd name="connsiteX53" fmla="*/ 596810 w 4220527"/>
                    <a:gd name="connsiteY53" fmla="*/ 637289 h 1053369"/>
                    <a:gd name="connsiteX54" fmla="*/ 596810 w 4220527"/>
                    <a:gd name="connsiteY54" fmla="*/ 839600 h 1053369"/>
                    <a:gd name="connsiteX55" fmla="*/ 631386 w 4220527"/>
                    <a:gd name="connsiteY55" fmla="*/ 899512 h 1053369"/>
                    <a:gd name="connsiteX56" fmla="*/ 881703 w 4220527"/>
                    <a:gd name="connsiteY56" fmla="*/ 1044006 h 1053369"/>
                    <a:gd name="connsiteX57" fmla="*/ 950854 w 4220527"/>
                    <a:gd name="connsiteY57" fmla="*/ 1044006 h 1053369"/>
                    <a:gd name="connsiteX58" fmla="*/ 1201171 w 4220527"/>
                    <a:gd name="connsiteY58" fmla="*/ 899512 h 1053369"/>
                    <a:gd name="connsiteX59" fmla="*/ 1235747 w 4220527"/>
                    <a:gd name="connsiteY59" fmla="*/ 839600 h 1053369"/>
                    <a:gd name="connsiteX60" fmla="*/ 1235747 w 4220527"/>
                    <a:gd name="connsiteY60" fmla="*/ 636812 h 1053369"/>
                    <a:gd name="connsiteX61" fmla="*/ 1275943 w 4220527"/>
                    <a:gd name="connsiteY61" fmla="*/ 596426 h 1053369"/>
                    <a:gd name="connsiteX62" fmla="*/ 1296231 w 4220527"/>
                    <a:gd name="connsiteY62" fmla="*/ 601856 h 1053369"/>
                    <a:gd name="connsiteX63" fmla="*/ 1478539 w 4220527"/>
                    <a:gd name="connsiteY63" fmla="*/ 706631 h 1053369"/>
                    <a:gd name="connsiteX64" fmla="*/ 1547691 w 4220527"/>
                    <a:gd name="connsiteY64" fmla="*/ 706631 h 1053369"/>
                    <a:gd name="connsiteX65" fmla="*/ 1730095 w 4220527"/>
                    <a:gd name="connsiteY65" fmla="*/ 601856 h 1053369"/>
                    <a:gd name="connsiteX66" fmla="*/ 1785149 w 4220527"/>
                    <a:gd name="connsiteY66" fmla="*/ 616524 h 1053369"/>
                    <a:gd name="connsiteX67" fmla="*/ 1790578 w 4220527"/>
                    <a:gd name="connsiteY67" fmla="*/ 636717 h 1053369"/>
                    <a:gd name="connsiteX68" fmla="*/ 1790578 w 4220527"/>
                    <a:gd name="connsiteY68" fmla="*/ 839600 h 1053369"/>
                    <a:gd name="connsiteX69" fmla="*/ 1825154 w 4220527"/>
                    <a:gd name="connsiteY69" fmla="*/ 899512 h 1053369"/>
                    <a:gd name="connsiteX70" fmla="*/ 2075471 w 4220527"/>
                    <a:gd name="connsiteY70" fmla="*/ 1044006 h 1053369"/>
                    <a:gd name="connsiteX71" fmla="*/ 2144623 w 4220527"/>
                    <a:gd name="connsiteY71" fmla="*/ 1044006 h 1053369"/>
                    <a:gd name="connsiteX72" fmla="*/ 2394940 w 4220527"/>
                    <a:gd name="connsiteY72" fmla="*/ 899512 h 1053369"/>
                    <a:gd name="connsiteX73" fmla="*/ 2429515 w 4220527"/>
                    <a:gd name="connsiteY73" fmla="*/ 839600 h 1053369"/>
                    <a:gd name="connsiteX74" fmla="*/ 2429515 w 4220527"/>
                    <a:gd name="connsiteY74" fmla="*/ 636812 h 1053369"/>
                    <a:gd name="connsiteX75" fmla="*/ 2469711 w 4220527"/>
                    <a:gd name="connsiteY75" fmla="*/ 596426 h 1053369"/>
                    <a:gd name="connsiteX76" fmla="*/ 2489999 w 4220527"/>
                    <a:gd name="connsiteY76" fmla="*/ 601856 h 1053369"/>
                    <a:gd name="connsiteX77" fmla="*/ 2672308 w 4220527"/>
                    <a:gd name="connsiteY77" fmla="*/ 706631 h 1053369"/>
                    <a:gd name="connsiteX78" fmla="*/ 2741459 w 4220527"/>
                    <a:gd name="connsiteY78" fmla="*/ 706631 h 1053369"/>
                    <a:gd name="connsiteX79" fmla="*/ 2923863 w 4220527"/>
                    <a:gd name="connsiteY79" fmla="*/ 601856 h 1053369"/>
                    <a:gd name="connsiteX80" fmla="*/ 2978917 w 4220527"/>
                    <a:gd name="connsiteY80" fmla="*/ 616524 h 1053369"/>
                    <a:gd name="connsiteX81" fmla="*/ 2984347 w 4220527"/>
                    <a:gd name="connsiteY81" fmla="*/ 636717 h 1053369"/>
                    <a:gd name="connsiteX82" fmla="*/ 2984347 w 4220527"/>
                    <a:gd name="connsiteY82" fmla="*/ 839600 h 1053369"/>
                    <a:gd name="connsiteX83" fmla="*/ 3018922 w 4220527"/>
                    <a:gd name="connsiteY83" fmla="*/ 899512 h 1053369"/>
                    <a:gd name="connsiteX84" fmla="*/ 3269525 w 4220527"/>
                    <a:gd name="connsiteY84" fmla="*/ 1043530 h 1053369"/>
                    <a:gd name="connsiteX85" fmla="*/ 3338677 w 4220527"/>
                    <a:gd name="connsiteY85" fmla="*/ 1043530 h 1053369"/>
                    <a:gd name="connsiteX86" fmla="*/ 3588994 w 4220527"/>
                    <a:gd name="connsiteY86" fmla="*/ 899036 h 1053369"/>
                    <a:gd name="connsiteX87" fmla="*/ 3623569 w 4220527"/>
                    <a:gd name="connsiteY87" fmla="*/ 839124 h 1053369"/>
                    <a:gd name="connsiteX88" fmla="*/ 3623569 w 4220527"/>
                    <a:gd name="connsiteY88" fmla="*/ 636812 h 1053369"/>
                    <a:gd name="connsiteX89" fmla="*/ 3663765 w 4220527"/>
                    <a:gd name="connsiteY89" fmla="*/ 596426 h 1053369"/>
                    <a:gd name="connsiteX90" fmla="*/ 3684053 w 4220527"/>
                    <a:gd name="connsiteY90" fmla="*/ 601856 h 1053369"/>
                    <a:gd name="connsiteX91" fmla="*/ 3866361 w 4220527"/>
                    <a:gd name="connsiteY91" fmla="*/ 706631 h 1053369"/>
                    <a:gd name="connsiteX92" fmla="*/ 3935513 w 4220527"/>
                    <a:gd name="connsiteY92" fmla="*/ 706631 h 1053369"/>
                    <a:gd name="connsiteX93" fmla="*/ 4185830 w 4220527"/>
                    <a:gd name="connsiteY93" fmla="*/ 562136 h 1053369"/>
                    <a:gd name="connsiteX94" fmla="*/ 4220406 w 4220527"/>
                    <a:gd name="connsiteY94" fmla="*/ 502224 h 1053369"/>
                    <a:gd name="connsiteX95" fmla="*/ 4220406 w 4220527"/>
                    <a:gd name="connsiteY95" fmla="*/ 213712 h 1053369"/>
                    <a:gd name="connsiteX96" fmla="*/ 4185544 w 4220527"/>
                    <a:gd name="connsiteY96" fmla="*/ 153800 h 10533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</a:cxnLst>
                  <a:rect l="l" t="t" r="r" b="b"/>
                  <a:pathLst>
                    <a:path w="4220527" h="1053369">
                      <a:moveTo>
                        <a:pt x="4185544" y="153800"/>
                      </a:moveTo>
                      <a:lnTo>
                        <a:pt x="3935228" y="9210"/>
                      </a:lnTo>
                      <a:cubicBezTo>
                        <a:pt x="3913825" y="-3106"/>
                        <a:pt x="3887479" y="-3106"/>
                        <a:pt x="3866076" y="9210"/>
                      </a:cubicBezTo>
                      <a:lnTo>
                        <a:pt x="3615759" y="153800"/>
                      </a:lnTo>
                      <a:cubicBezTo>
                        <a:pt x="3594328" y="166125"/>
                        <a:pt x="3581135" y="188985"/>
                        <a:pt x="3581183" y="213712"/>
                      </a:cubicBezTo>
                      <a:lnTo>
                        <a:pt x="3581183" y="416023"/>
                      </a:lnTo>
                      <a:cubicBezTo>
                        <a:pt x="3581231" y="438273"/>
                        <a:pt x="3563238" y="456352"/>
                        <a:pt x="3540988" y="456409"/>
                      </a:cubicBezTo>
                      <a:cubicBezTo>
                        <a:pt x="3533863" y="456418"/>
                        <a:pt x="3526862" y="454551"/>
                        <a:pt x="3520699" y="450980"/>
                      </a:cubicBezTo>
                      <a:lnTo>
                        <a:pt x="3338391" y="346205"/>
                      </a:lnTo>
                      <a:cubicBezTo>
                        <a:pt x="3317026" y="333756"/>
                        <a:pt x="3290604" y="333756"/>
                        <a:pt x="3269239" y="346205"/>
                      </a:cubicBezTo>
                      <a:lnTo>
                        <a:pt x="3086836" y="450980"/>
                      </a:lnTo>
                      <a:cubicBezTo>
                        <a:pt x="3067576" y="462133"/>
                        <a:pt x="3042925" y="455561"/>
                        <a:pt x="3031781" y="436311"/>
                      </a:cubicBezTo>
                      <a:cubicBezTo>
                        <a:pt x="3028228" y="430168"/>
                        <a:pt x="3026352" y="423205"/>
                        <a:pt x="3026352" y="416118"/>
                      </a:cubicBezTo>
                      <a:lnTo>
                        <a:pt x="3026352" y="213712"/>
                      </a:lnTo>
                      <a:cubicBezTo>
                        <a:pt x="3026342" y="189004"/>
                        <a:pt x="3013169" y="166173"/>
                        <a:pt x="2991776" y="153800"/>
                      </a:cubicBezTo>
                      <a:lnTo>
                        <a:pt x="2741459" y="9210"/>
                      </a:lnTo>
                      <a:cubicBezTo>
                        <a:pt x="2720056" y="-3106"/>
                        <a:pt x="2693710" y="-3106"/>
                        <a:pt x="2672308" y="9210"/>
                      </a:cubicBezTo>
                      <a:lnTo>
                        <a:pt x="2421800" y="153800"/>
                      </a:lnTo>
                      <a:cubicBezTo>
                        <a:pt x="2400397" y="166154"/>
                        <a:pt x="2387215" y="188995"/>
                        <a:pt x="2387224" y="213712"/>
                      </a:cubicBezTo>
                      <a:lnTo>
                        <a:pt x="2387224" y="416023"/>
                      </a:lnTo>
                      <a:cubicBezTo>
                        <a:pt x="2387339" y="438273"/>
                        <a:pt x="2369384" y="456399"/>
                        <a:pt x="2347134" y="456514"/>
                      </a:cubicBezTo>
                      <a:cubicBezTo>
                        <a:pt x="2339904" y="456552"/>
                        <a:pt x="2332789" y="454637"/>
                        <a:pt x="2326550" y="450980"/>
                      </a:cubicBezTo>
                      <a:lnTo>
                        <a:pt x="2144241" y="346205"/>
                      </a:lnTo>
                      <a:cubicBezTo>
                        <a:pt x="2122877" y="333756"/>
                        <a:pt x="2096455" y="333756"/>
                        <a:pt x="2075090" y="346205"/>
                      </a:cubicBezTo>
                      <a:lnTo>
                        <a:pt x="1892686" y="450980"/>
                      </a:lnTo>
                      <a:cubicBezTo>
                        <a:pt x="1873427" y="462133"/>
                        <a:pt x="1848776" y="455561"/>
                        <a:pt x="1837632" y="436311"/>
                      </a:cubicBezTo>
                      <a:cubicBezTo>
                        <a:pt x="1834060" y="430148"/>
                        <a:pt x="1832183" y="423148"/>
                        <a:pt x="1832203" y="416023"/>
                      </a:cubicBezTo>
                      <a:lnTo>
                        <a:pt x="1832203" y="213712"/>
                      </a:lnTo>
                      <a:cubicBezTo>
                        <a:pt x="1832250" y="188985"/>
                        <a:pt x="1819058" y="166125"/>
                        <a:pt x="1797627" y="153800"/>
                      </a:cubicBezTo>
                      <a:lnTo>
                        <a:pt x="1547310" y="9210"/>
                      </a:lnTo>
                      <a:cubicBezTo>
                        <a:pt x="1525907" y="-3106"/>
                        <a:pt x="1499561" y="-3106"/>
                        <a:pt x="1478158" y="9210"/>
                      </a:cubicBezTo>
                      <a:lnTo>
                        <a:pt x="1228222" y="153800"/>
                      </a:lnTo>
                      <a:cubicBezTo>
                        <a:pt x="1206820" y="166154"/>
                        <a:pt x="1193637" y="188995"/>
                        <a:pt x="1193647" y="213712"/>
                      </a:cubicBezTo>
                      <a:lnTo>
                        <a:pt x="1193647" y="416023"/>
                      </a:lnTo>
                      <a:cubicBezTo>
                        <a:pt x="1193694" y="438273"/>
                        <a:pt x="1175701" y="456352"/>
                        <a:pt x="1153451" y="456409"/>
                      </a:cubicBezTo>
                      <a:cubicBezTo>
                        <a:pt x="1146326" y="456418"/>
                        <a:pt x="1139325" y="454551"/>
                        <a:pt x="1133163" y="450980"/>
                      </a:cubicBezTo>
                      <a:lnTo>
                        <a:pt x="950854" y="346205"/>
                      </a:lnTo>
                      <a:cubicBezTo>
                        <a:pt x="929490" y="333756"/>
                        <a:pt x="903067" y="333756"/>
                        <a:pt x="881703" y="346205"/>
                      </a:cubicBezTo>
                      <a:lnTo>
                        <a:pt x="699394" y="450980"/>
                      </a:lnTo>
                      <a:cubicBezTo>
                        <a:pt x="680135" y="462133"/>
                        <a:pt x="655484" y="455561"/>
                        <a:pt x="644340" y="436311"/>
                      </a:cubicBezTo>
                      <a:cubicBezTo>
                        <a:pt x="640768" y="430148"/>
                        <a:pt x="638891" y="423148"/>
                        <a:pt x="638911" y="416023"/>
                      </a:cubicBezTo>
                      <a:lnTo>
                        <a:pt x="638911" y="213712"/>
                      </a:lnTo>
                      <a:cubicBezTo>
                        <a:pt x="638920" y="188975"/>
                        <a:pt x="625690" y="166115"/>
                        <a:pt x="604239" y="153800"/>
                      </a:cubicBezTo>
                      <a:lnTo>
                        <a:pt x="354018" y="9210"/>
                      </a:lnTo>
                      <a:cubicBezTo>
                        <a:pt x="332577" y="-3106"/>
                        <a:pt x="306212" y="-3106"/>
                        <a:pt x="284771" y="9210"/>
                      </a:cubicBezTo>
                      <a:lnTo>
                        <a:pt x="34549" y="153800"/>
                      </a:lnTo>
                      <a:cubicBezTo>
                        <a:pt x="13099" y="166115"/>
                        <a:pt x="-131" y="188975"/>
                        <a:pt x="-122" y="213712"/>
                      </a:cubicBezTo>
                      <a:lnTo>
                        <a:pt x="-122" y="502700"/>
                      </a:lnTo>
                      <a:cubicBezTo>
                        <a:pt x="-93" y="527427"/>
                        <a:pt x="13128" y="550268"/>
                        <a:pt x="34549" y="562613"/>
                      </a:cubicBezTo>
                      <a:lnTo>
                        <a:pt x="284771" y="707107"/>
                      </a:lnTo>
                      <a:cubicBezTo>
                        <a:pt x="306212" y="719423"/>
                        <a:pt x="332577" y="719423"/>
                        <a:pt x="354018" y="707107"/>
                      </a:cubicBezTo>
                      <a:lnTo>
                        <a:pt x="536326" y="602332"/>
                      </a:lnTo>
                      <a:cubicBezTo>
                        <a:pt x="555586" y="591178"/>
                        <a:pt x="580237" y="597750"/>
                        <a:pt x="591381" y="617000"/>
                      </a:cubicBezTo>
                      <a:cubicBezTo>
                        <a:pt x="594953" y="623163"/>
                        <a:pt x="596829" y="630164"/>
                        <a:pt x="596810" y="637289"/>
                      </a:cubicBezTo>
                      <a:lnTo>
                        <a:pt x="596810" y="839600"/>
                      </a:lnTo>
                      <a:cubicBezTo>
                        <a:pt x="596820" y="864307"/>
                        <a:pt x="609993" y="887139"/>
                        <a:pt x="631386" y="899512"/>
                      </a:cubicBezTo>
                      <a:lnTo>
                        <a:pt x="881703" y="1044006"/>
                      </a:lnTo>
                      <a:cubicBezTo>
                        <a:pt x="903067" y="1056455"/>
                        <a:pt x="929490" y="1056455"/>
                        <a:pt x="950854" y="1044006"/>
                      </a:cubicBezTo>
                      <a:lnTo>
                        <a:pt x="1201171" y="899512"/>
                      </a:lnTo>
                      <a:cubicBezTo>
                        <a:pt x="1222593" y="887167"/>
                        <a:pt x="1235776" y="864317"/>
                        <a:pt x="1235747" y="839600"/>
                      </a:cubicBezTo>
                      <a:lnTo>
                        <a:pt x="1235747" y="636812"/>
                      </a:lnTo>
                      <a:cubicBezTo>
                        <a:pt x="1235699" y="614562"/>
                        <a:pt x="1253692" y="596484"/>
                        <a:pt x="1275943" y="596426"/>
                      </a:cubicBezTo>
                      <a:cubicBezTo>
                        <a:pt x="1283067" y="596417"/>
                        <a:pt x="1290068" y="598284"/>
                        <a:pt x="1296231" y="601856"/>
                      </a:cubicBezTo>
                      <a:lnTo>
                        <a:pt x="1478539" y="706631"/>
                      </a:lnTo>
                      <a:cubicBezTo>
                        <a:pt x="1499942" y="718947"/>
                        <a:pt x="1526288" y="718947"/>
                        <a:pt x="1547691" y="706631"/>
                      </a:cubicBezTo>
                      <a:lnTo>
                        <a:pt x="1730095" y="601856"/>
                      </a:lnTo>
                      <a:cubicBezTo>
                        <a:pt x="1749354" y="590702"/>
                        <a:pt x="1774005" y="597274"/>
                        <a:pt x="1785149" y="616524"/>
                      </a:cubicBezTo>
                      <a:cubicBezTo>
                        <a:pt x="1788702" y="622668"/>
                        <a:pt x="1790578" y="629631"/>
                        <a:pt x="1790578" y="636717"/>
                      </a:cubicBezTo>
                      <a:lnTo>
                        <a:pt x="1790578" y="839600"/>
                      </a:lnTo>
                      <a:cubicBezTo>
                        <a:pt x="1790588" y="864307"/>
                        <a:pt x="1803761" y="887139"/>
                        <a:pt x="1825154" y="899512"/>
                      </a:cubicBezTo>
                      <a:lnTo>
                        <a:pt x="2075471" y="1044006"/>
                      </a:lnTo>
                      <a:cubicBezTo>
                        <a:pt x="2096836" y="1056455"/>
                        <a:pt x="2123258" y="1056455"/>
                        <a:pt x="2144623" y="1044006"/>
                      </a:cubicBezTo>
                      <a:lnTo>
                        <a:pt x="2394940" y="899512"/>
                      </a:lnTo>
                      <a:cubicBezTo>
                        <a:pt x="2416371" y="887187"/>
                        <a:pt x="2429563" y="864327"/>
                        <a:pt x="2429515" y="839600"/>
                      </a:cubicBezTo>
                      <a:lnTo>
                        <a:pt x="2429515" y="636812"/>
                      </a:lnTo>
                      <a:cubicBezTo>
                        <a:pt x="2429468" y="614562"/>
                        <a:pt x="2447460" y="596484"/>
                        <a:pt x="2469711" y="596426"/>
                      </a:cubicBezTo>
                      <a:cubicBezTo>
                        <a:pt x="2476836" y="596417"/>
                        <a:pt x="2483836" y="598284"/>
                        <a:pt x="2489999" y="601856"/>
                      </a:cubicBezTo>
                      <a:lnTo>
                        <a:pt x="2672308" y="706631"/>
                      </a:lnTo>
                      <a:cubicBezTo>
                        <a:pt x="2693710" y="718947"/>
                        <a:pt x="2720056" y="718947"/>
                        <a:pt x="2741459" y="706631"/>
                      </a:cubicBezTo>
                      <a:lnTo>
                        <a:pt x="2923863" y="601856"/>
                      </a:lnTo>
                      <a:cubicBezTo>
                        <a:pt x="2943122" y="590702"/>
                        <a:pt x="2967773" y="597274"/>
                        <a:pt x="2978917" y="616524"/>
                      </a:cubicBezTo>
                      <a:cubicBezTo>
                        <a:pt x="2982470" y="622668"/>
                        <a:pt x="2984347" y="629631"/>
                        <a:pt x="2984347" y="636717"/>
                      </a:cubicBezTo>
                      <a:lnTo>
                        <a:pt x="2984347" y="839600"/>
                      </a:lnTo>
                      <a:cubicBezTo>
                        <a:pt x="2984356" y="864307"/>
                        <a:pt x="2997529" y="887139"/>
                        <a:pt x="3018922" y="899512"/>
                      </a:cubicBezTo>
                      <a:lnTo>
                        <a:pt x="3269525" y="1043530"/>
                      </a:lnTo>
                      <a:cubicBezTo>
                        <a:pt x="3290890" y="1055979"/>
                        <a:pt x="3317312" y="1055979"/>
                        <a:pt x="3338677" y="1043530"/>
                      </a:cubicBezTo>
                      <a:lnTo>
                        <a:pt x="3588994" y="899036"/>
                      </a:lnTo>
                      <a:cubicBezTo>
                        <a:pt x="3610387" y="886663"/>
                        <a:pt x="3623560" y="863831"/>
                        <a:pt x="3623569" y="839124"/>
                      </a:cubicBezTo>
                      <a:lnTo>
                        <a:pt x="3623569" y="636812"/>
                      </a:lnTo>
                      <a:cubicBezTo>
                        <a:pt x="3623522" y="614562"/>
                        <a:pt x="3641514" y="596484"/>
                        <a:pt x="3663765" y="596426"/>
                      </a:cubicBezTo>
                      <a:cubicBezTo>
                        <a:pt x="3670890" y="596417"/>
                        <a:pt x="3677890" y="598284"/>
                        <a:pt x="3684053" y="601856"/>
                      </a:cubicBezTo>
                      <a:lnTo>
                        <a:pt x="3866361" y="706631"/>
                      </a:lnTo>
                      <a:cubicBezTo>
                        <a:pt x="3887764" y="718947"/>
                        <a:pt x="3914110" y="718947"/>
                        <a:pt x="3935513" y="706631"/>
                      </a:cubicBezTo>
                      <a:lnTo>
                        <a:pt x="4185830" y="562136"/>
                      </a:lnTo>
                      <a:cubicBezTo>
                        <a:pt x="4207223" y="549764"/>
                        <a:pt x="4220396" y="526932"/>
                        <a:pt x="4220406" y="502224"/>
                      </a:cubicBezTo>
                      <a:lnTo>
                        <a:pt x="4220406" y="213712"/>
                      </a:lnTo>
                      <a:cubicBezTo>
                        <a:pt x="4220339" y="188947"/>
                        <a:pt x="4207042" y="166096"/>
                        <a:pt x="4185544" y="15380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1D443351-4FAF-565A-1FC7-152D6E951667}"/>
                    </a:ext>
                  </a:extLst>
                </p:cNvPr>
                <p:cNvSpPr/>
                <p:nvPr/>
              </p:nvSpPr>
              <p:spPr>
                <a:xfrm>
                  <a:off x="4724294" y="4354918"/>
                  <a:ext cx="48805" cy="922867"/>
                </a:xfrm>
                <a:custGeom>
                  <a:avLst/>
                  <a:gdLst>
                    <a:gd name="connsiteX0" fmla="*/ 0 w 21621"/>
                    <a:gd name="connsiteY0" fmla="*/ 0 h 724280"/>
                    <a:gd name="connsiteX1" fmla="*/ 21622 w 21621"/>
                    <a:gd name="connsiteY1" fmla="*/ 0 h 724280"/>
                    <a:gd name="connsiteX2" fmla="*/ 21622 w 21621"/>
                    <a:gd name="connsiteY2" fmla="*/ 724281 h 724280"/>
                    <a:gd name="connsiteX3" fmla="*/ 0 w 21621"/>
                    <a:gd name="connsiteY3" fmla="*/ 724281 h 724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621" h="724280">
                      <a:moveTo>
                        <a:pt x="0" y="0"/>
                      </a:moveTo>
                      <a:lnTo>
                        <a:pt x="21622" y="0"/>
                      </a:lnTo>
                      <a:lnTo>
                        <a:pt x="21622" y="724281"/>
                      </a:lnTo>
                      <a:lnTo>
                        <a:pt x="0" y="72428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27F4B5B6-9272-B5B4-223C-648938E3D43F}"/>
                    </a:ext>
                  </a:extLst>
                </p:cNvPr>
                <p:cNvSpPr/>
                <p:nvPr/>
              </p:nvSpPr>
              <p:spPr>
                <a:xfrm rot="10800000">
                  <a:off x="6071748" y="2720527"/>
                  <a:ext cx="48805" cy="922867"/>
                </a:xfrm>
                <a:custGeom>
                  <a:avLst/>
                  <a:gdLst>
                    <a:gd name="connsiteX0" fmla="*/ -122 w 21621"/>
                    <a:gd name="connsiteY0" fmla="*/ -27 h 724280"/>
                    <a:gd name="connsiteX1" fmla="*/ 21500 w 21621"/>
                    <a:gd name="connsiteY1" fmla="*/ -27 h 724280"/>
                    <a:gd name="connsiteX2" fmla="*/ 21500 w 21621"/>
                    <a:gd name="connsiteY2" fmla="*/ 724254 h 724280"/>
                    <a:gd name="connsiteX3" fmla="*/ -122 w 21621"/>
                    <a:gd name="connsiteY3" fmla="*/ 724254 h 724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621" h="724280">
                      <a:moveTo>
                        <a:pt x="-122" y="-27"/>
                      </a:moveTo>
                      <a:lnTo>
                        <a:pt x="21500" y="-27"/>
                      </a:lnTo>
                      <a:lnTo>
                        <a:pt x="21500" y="724254"/>
                      </a:lnTo>
                      <a:lnTo>
                        <a:pt x="-122" y="72425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C4B94E9F-59C2-7AF5-2A72-2E443B572E5E}"/>
                    </a:ext>
                  </a:extLst>
                </p:cNvPr>
                <p:cNvSpPr/>
                <p:nvPr/>
              </p:nvSpPr>
              <p:spPr>
                <a:xfrm rot="10800000">
                  <a:off x="3377055" y="2720527"/>
                  <a:ext cx="48805" cy="922867"/>
                </a:xfrm>
                <a:custGeom>
                  <a:avLst/>
                  <a:gdLst>
                    <a:gd name="connsiteX0" fmla="*/ -122 w 21621"/>
                    <a:gd name="connsiteY0" fmla="*/ -27 h 724280"/>
                    <a:gd name="connsiteX1" fmla="*/ 21500 w 21621"/>
                    <a:gd name="connsiteY1" fmla="*/ -27 h 724280"/>
                    <a:gd name="connsiteX2" fmla="*/ 21500 w 21621"/>
                    <a:gd name="connsiteY2" fmla="*/ 724254 h 724280"/>
                    <a:gd name="connsiteX3" fmla="*/ -122 w 21621"/>
                    <a:gd name="connsiteY3" fmla="*/ 724254 h 724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621" h="724280">
                      <a:moveTo>
                        <a:pt x="-122" y="-27"/>
                      </a:moveTo>
                      <a:lnTo>
                        <a:pt x="21500" y="-27"/>
                      </a:lnTo>
                      <a:lnTo>
                        <a:pt x="21500" y="724254"/>
                      </a:lnTo>
                      <a:lnTo>
                        <a:pt x="-122" y="72425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C35E1EF-F63B-A41C-89AB-3CB9188C9AEF}"/>
                    </a:ext>
                  </a:extLst>
                </p:cNvPr>
                <p:cNvSpPr/>
                <p:nvPr/>
              </p:nvSpPr>
              <p:spPr>
                <a:xfrm>
                  <a:off x="2029818" y="4354918"/>
                  <a:ext cx="48805" cy="922867"/>
                </a:xfrm>
                <a:custGeom>
                  <a:avLst/>
                  <a:gdLst>
                    <a:gd name="connsiteX0" fmla="*/ 0 w 21621"/>
                    <a:gd name="connsiteY0" fmla="*/ 0 h 724280"/>
                    <a:gd name="connsiteX1" fmla="*/ 21622 w 21621"/>
                    <a:gd name="connsiteY1" fmla="*/ 0 h 724280"/>
                    <a:gd name="connsiteX2" fmla="*/ 21622 w 21621"/>
                    <a:gd name="connsiteY2" fmla="*/ 724281 h 724280"/>
                    <a:gd name="connsiteX3" fmla="*/ 0 w 21621"/>
                    <a:gd name="connsiteY3" fmla="*/ 724281 h 724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621" h="724280">
                      <a:moveTo>
                        <a:pt x="0" y="0"/>
                      </a:moveTo>
                      <a:lnTo>
                        <a:pt x="21622" y="0"/>
                      </a:lnTo>
                      <a:lnTo>
                        <a:pt x="21622" y="724281"/>
                      </a:lnTo>
                      <a:lnTo>
                        <a:pt x="0" y="7242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D174E98-4E1B-AF23-C9D3-A53DA71F0D2A}"/>
                    </a:ext>
                  </a:extLst>
                </p:cNvPr>
                <p:cNvSpPr/>
                <p:nvPr/>
              </p:nvSpPr>
              <p:spPr>
                <a:xfrm>
                  <a:off x="7418985" y="4354918"/>
                  <a:ext cx="48805" cy="922867"/>
                </a:xfrm>
                <a:custGeom>
                  <a:avLst/>
                  <a:gdLst>
                    <a:gd name="connsiteX0" fmla="*/ 0 w 21621"/>
                    <a:gd name="connsiteY0" fmla="*/ 0 h 724280"/>
                    <a:gd name="connsiteX1" fmla="*/ 21622 w 21621"/>
                    <a:gd name="connsiteY1" fmla="*/ 0 h 724280"/>
                    <a:gd name="connsiteX2" fmla="*/ 21622 w 21621"/>
                    <a:gd name="connsiteY2" fmla="*/ 724281 h 724280"/>
                    <a:gd name="connsiteX3" fmla="*/ 0 w 21621"/>
                    <a:gd name="connsiteY3" fmla="*/ 724281 h 724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621" h="724280">
                      <a:moveTo>
                        <a:pt x="0" y="0"/>
                      </a:moveTo>
                      <a:lnTo>
                        <a:pt x="21622" y="0"/>
                      </a:lnTo>
                      <a:lnTo>
                        <a:pt x="21622" y="724281"/>
                      </a:lnTo>
                      <a:lnTo>
                        <a:pt x="0" y="72428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FADF4879-90C8-2FE5-3E2A-E6986713C246}"/>
                    </a:ext>
                  </a:extLst>
                </p:cNvPr>
                <p:cNvSpPr/>
                <p:nvPr/>
              </p:nvSpPr>
              <p:spPr>
                <a:xfrm rot="10800000">
                  <a:off x="8766439" y="2720527"/>
                  <a:ext cx="48805" cy="922867"/>
                </a:xfrm>
                <a:custGeom>
                  <a:avLst/>
                  <a:gdLst>
                    <a:gd name="connsiteX0" fmla="*/ -122 w 21621"/>
                    <a:gd name="connsiteY0" fmla="*/ -27 h 724280"/>
                    <a:gd name="connsiteX1" fmla="*/ 21500 w 21621"/>
                    <a:gd name="connsiteY1" fmla="*/ -27 h 724280"/>
                    <a:gd name="connsiteX2" fmla="*/ 21500 w 21621"/>
                    <a:gd name="connsiteY2" fmla="*/ 724254 h 724280"/>
                    <a:gd name="connsiteX3" fmla="*/ -122 w 21621"/>
                    <a:gd name="connsiteY3" fmla="*/ 724254 h 724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621" h="724280">
                      <a:moveTo>
                        <a:pt x="-122" y="-27"/>
                      </a:moveTo>
                      <a:lnTo>
                        <a:pt x="21500" y="-27"/>
                      </a:lnTo>
                      <a:lnTo>
                        <a:pt x="21500" y="724254"/>
                      </a:lnTo>
                      <a:lnTo>
                        <a:pt x="-122" y="724254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70E1F884-4318-6F57-C12E-F88C562F723D}"/>
                    </a:ext>
                  </a:extLst>
                </p:cNvPr>
                <p:cNvSpPr/>
                <p:nvPr/>
              </p:nvSpPr>
              <p:spPr>
                <a:xfrm>
                  <a:off x="10113678" y="4354906"/>
                  <a:ext cx="48805" cy="922867"/>
                </a:xfrm>
                <a:custGeom>
                  <a:avLst/>
                  <a:gdLst>
                    <a:gd name="connsiteX0" fmla="*/ 0 w 21621"/>
                    <a:gd name="connsiteY0" fmla="*/ 0 h 724280"/>
                    <a:gd name="connsiteX1" fmla="*/ 21622 w 21621"/>
                    <a:gd name="connsiteY1" fmla="*/ 0 h 724280"/>
                    <a:gd name="connsiteX2" fmla="*/ 21622 w 21621"/>
                    <a:gd name="connsiteY2" fmla="*/ 724281 h 724280"/>
                    <a:gd name="connsiteX3" fmla="*/ 0 w 21621"/>
                    <a:gd name="connsiteY3" fmla="*/ 724281 h 724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621" h="724280">
                      <a:moveTo>
                        <a:pt x="0" y="0"/>
                      </a:moveTo>
                      <a:lnTo>
                        <a:pt x="21622" y="0"/>
                      </a:lnTo>
                      <a:lnTo>
                        <a:pt x="21622" y="724281"/>
                      </a:lnTo>
                      <a:lnTo>
                        <a:pt x="0" y="724281"/>
                      </a:lnTo>
                      <a:close/>
                    </a:path>
                  </a:pathLst>
                </a:custGeom>
                <a:solidFill>
                  <a:srgbClr val="AD362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DA49EDB8-5040-D75C-C934-F2B9199D66F7}"/>
                    </a:ext>
                  </a:extLst>
                </p:cNvPr>
                <p:cNvGrpSpPr/>
                <p:nvPr/>
              </p:nvGrpSpPr>
              <p:grpSpPr>
                <a:xfrm>
                  <a:off x="4090883" y="2873984"/>
                  <a:ext cx="1316061" cy="1490722"/>
                  <a:chOff x="4090883" y="2873984"/>
                  <a:chExt cx="1316061" cy="1490722"/>
                </a:xfrm>
              </p:grpSpPr>
              <p:sp>
                <p:nvSpPr>
                  <p:cNvPr id="12" name="Freeform: Shape 11">
                    <a:extLst>
                      <a:ext uri="{FF2B5EF4-FFF2-40B4-BE49-F238E27FC236}">
                        <a16:creationId xmlns:a16="http://schemas.microsoft.com/office/drawing/2014/main" id="{D08BF684-8319-3121-AD0A-49C0BB9BE1AE}"/>
                      </a:ext>
                    </a:extLst>
                  </p:cNvPr>
                  <p:cNvSpPr/>
                  <p:nvPr/>
                </p:nvSpPr>
                <p:spPr>
                  <a:xfrm>
                    <a:off x="4090883" y="2873984"/>
                    <a:ext cx="1316061" cy="1490722"/>
                  </a:xfrm>
                  <a:custGeom>
                    <a:avLst/>
                    <a:gdLst>
                      <a:gd name="connsiteX0" fmla="*/ 582904 w 583025"/>
                      <a:gd name="connsiteY0" fmla="*/ 474668 h 660401"/>
                      <a:gd name="connsiteX1" fmla="*/ 582904 w 583025"/>
                      <a:gd name="connsiteY1" fmla="*/ 185680 h 660401"/>
                      <a:gd name="connsiteX2" fmla="*/ 562234 w 583025"/>
                      <a:gd name="connsiteY2" fmla="*/ 149961 h 660401"/>
                      <a:gd name="connsiteX3" fmla="*/ 312013 w 583025"/>
                      <a:gd name="connsiteY3" fmla="*/ 5467 h 660401"/>
                      <a:gd name="connsiteX4" fmla="*/ 270769 w 583025"/>
                      <a:gd name="connsiteY4" fmla="*/ 5467 h 660401"/>
                      <a:gd name="connsiteX5" fmla="*/ 20452 w 583025"/>
                      <a:gd name="connsiteY5" fmla="*/ 149961 h 660401"/>
                      <a:gd name="connsiteX6" fmla="*/ -122 w 583025"/>
                      <a:gd name="connsiteY6" fmla="*/ 185680 h 660401"/>
                      <a:gd name="connsiteX7" fmla="*/ -122 w 583025"/>
                      <a:gd name="connsiteY7" fmla="*/ 474668 h 660401"/>
                      <a:gd name="connsiteX8" fmla="*/ 20452 w 583025"/>
                      <a:gd name="connsiteY8" fmla="*/ 510387 h 660401"/>
                      <a:gd name="connsiteX9" fmla="*/ 270769 w 583025"/>
                      <a:gd name="connsiteY9" fmla="*/ 654881 h 660401"/>
                      <a:gd name="connsiteX10" fmla="*/ 312013 w 583025"/>
                      <a:gd name="connsiteY10" fmla="*/ 654881 h 660401"/>
                      <a:gd name="connsiteX11" fmla="*/ 561853 w 583025"/>
                      <a:gd name="connsiteY11" fmla="*/ 510387 h 660401"/>
                      <a:gd name="connsiteX12" fmla="*/ 582904 w 583025"/>
                      <a:gd name="connsiteY12" fmla="*/ 474668 h 6604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83025" h="660401">
                        <a:moveTo>
                          <a:pt x="582904" y="474668"/>
                        </a:moveTo>
                        <a:lnTo>
                          <a:pt x="582904" y="185680"/>
                        </a:lnTo>
                        <a:cubicBezTo>
                          <a:pt x="582894" y="170935"/>
                          <a:pt x="575017" y="157314"/>
                          <a:pt x="562234" y="149961"/>
                        </a:cubicBezTo>
                        <a:lnTo>
                          <a:pt x="312013" y="5467"/>
                        </a:lnTo>
                        <a:cubicBezTo>
                          <a:pt x="299239" y="-1858"/>
                          <a:pt x="283542" y="-1858"/>
                          <a:pt x="270769" y="5467"/>
                        </a:cubicBezTo>
                        <a:lnTo>
                          <a:pt x="20452" y="149961"/>
                        </a:lnTo>
                        <a:cubicBezTo>
                          <a:pt x="7698" y="157324"/>
                          <a:pt x="-150" y="170945"/>
                          <a:pt x="-122" y="185680"/>
                        </a:cubicBezTo>
                        <a:lnTo>
                          <a:pt x="-122" y="474668"/>
                        </a:lnTo>
                        <a:cubicBezTo>
                          <a:pt x="-131" y="489394"/>
                          <a:pt x="7708" y="503005"/>
                          <a:pt x="20452" y="510387"/>
                        </a:cubicBezTo>
                        <a:lnTo>
                          <a:pt x="270769" y="654881"/>
                        </a:lnTo>
                        <a:cubicBezTo>
                          <a:pt x="283542" y="662206"/>
                          <a:pt x="299239" y="662206"/>
                          <a:pt x="312013" y="654881"/>
                        </a:cubicBezTo>
                        <a:lnTo>
                          <a:pt x="561853" y="510387"/>
                        </a:lnTo>
                        <a:cubicBezTo>
                          <a:pt x="574769" y="503110"/>
                          <a:pt x="582799" y="489489"/>
                          <a:pt x="582904" y="47466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63A0E064-5F15-C2FB-D320-5EC160E3AAFE}"/>
                      </a:ext>
                    </a:extLst>
                  </p:cNvPr>
                  <p:cNvSpPr/>
                  <p:nvPr/>
                </p:nvSpPr>
                <p:spPr>
                  <a:xfrm>
                    <a:off x="4270415" y="3077939"/>
                    <a:ext cx="956783" cy="1082594"/>
                  </a:xfrm>
                  <a:custGeom>
                    <a:avLst/>
                    <a:gdLst>
                      <a:gd name="connsiteX0" fmla="*/ 423741 w 423862"/>
                      <a:gd name="connsiteY0" fmla="*/ 344881 h 479597"/>
                      <a:gd name="connsiteX1" fmla="*/ 423741 w 423862"/>
                      <a:gd name="connsiteY1" fmla="*/ 134759 h 479597"/>
                      <a:gd name="connsiteX2" fmla="*/ 408786 w 423862"/>
                      <a:gd name="connsiteY2" fmla="*/ 108756 h 479597"/>
                      <a:gd name="connsiteX3" fmla="*/ 226859 w 423862"/>
                      <a:gd name="connsiteY3" fmla="*/ 3981 h 479597"/>
                      <a:gd name="connsiteX4" fmla="*/ 196855 w 423862"/>
                      <a:gd name="connsiteY4" fmla="*/ 3981 h 479597"/>
                      <a:gd name="connsiteX5" fmla="*/ 14928 w 423862"/>
                      <a:gd name="connsiteY5" fmla="*/ 108756 h 479597"/>
                      <a:gd name="connsiteX6" fmla="*/ -122 w 423862"/>
                      <a:gd name="connsiteY6" fmla="*/ 134759 h 479597"/>
                      <a:gd name="connsiteX7" fmla="*/ -122 w 423862"/>
                      <a:gd name="connsiteY7" fmla="*/ 344881 h 479597"/>
                      <a:gd name="connsiteX8" fmla="*/ 14928 w 423862"/>
                      <a:gd name="connsiteY8" fmla="*/ 370789 h 479597"/>
                      <a:gd name="connsiteX9" fmla="*/ 196855 w 423862"/>
                      <a:gd name="connsiteY9" fmla="*/ 475564 h 479597"/>
                      <a:gd name="connsiteX10" fmla="*/ 226859 w 423862"/>
                      <a:gd name="connsiteY10" fmla="*/ 475564 h 479597"/>
                      <a:gd name="connsiteX11" fmla="*/ 408786 w 423862"/>
                      <a:gd name="connsiteY11" fmla="*/ 370789 h 479597"/>
                      <a:gd name="connsiteX12" fmla="*/ 423741 w 423862"/>
                      <a:gd name="connsiteY12" fmla="*/ 344881 h 4795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23862" h="479597">
                        <a:moveTo>
                          <a:pt x="423741" y="344881"/>
                        </a:moveTo>
                        <a:lnTo>
                          <a:pt x="423741" y="134759"/>
                        </a:lnTo>
                        <a:cubicBezTo>
                          <a:pt x="423741" y="124043"/>
                          <a:pt x="418045" y="114147"/>
                          <a:pt x="408786" y="108756"/>
                        </a:cubicBezTo>
                        <a:lnTo>
                          <a:pt x="226859" y="3981"/>
                        </a:lnTo>
                        <a:cubicBezTo>
                          <a:pt x="217572" y="-1363"/>
                          <a:pt x="206142" y="-1363"/>
                          <a:pt x="196855" y="3981"/>
                        </a:cubicBezTo>
                        <a:lnTo>
                          <a:pt x="14928" y="108756"/>
                        </a:lnTo>
                        <a:cubicBezTo>
                          <a:pt x="5622" y="114109"/>
                          <a:pt x="-122" y="124024"/>
                          <a:pt x="-122" y="134759"/>
                        </a:cubicBezTo>
                        <a:lnTo>
                          <a:pt x="-122" y="344881"/>
                        </a:lnTo>
                        <a:cubicBezTo>
                          <a:pt x="-122" y="355596"/>
                          <a:pt x="5622" y="365483"/>
                          <a:pt x="14928" y="370789"/>
                        </a:cubicBezTo>
                        <a:lnTo>
                          <a:pt x="196855" y="475564"/>
                        </a:lnTo>
                        <a:cubicBezTo>
                          <a:pt x="206142" y="480907"/>
                          <a:pt x="217572" y="480907"/>
                          <a:pt x="226859" y="475564"/>
                        </a:cubicBezTo>
                        <a:lnTo>
                          <a:pt x="408786" y="370789"/>
                        </a:lnTo>
                        <a:cubicBezTo>
                          <a:pt x="418026" y="365426"/>
                          <a:pt x="423722" y="355568"/>
                          <a:pt x="423741" y="34488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FC633BBD-A742-36A2-3F09-E1F0F80B3CA8}"/>
                    </a:ext>
                  </a:extLst>
                </p:cNvPr>
                <p:cNvGrpSpPr/>
                <p:nvPr/>
              </p:nvGrpSpPr>
              <p:grpSpPr>
                <a:xfrm>
                  <a:off x="5438122" y="3633374"/>
                  <a:ext cx="1316061" cy="1491830"/>
                  <a:chOff x="5438122" y="3633374"/>
                  <a:chExt cx="1316061" cy="1491830"/>
                </a:xfrm>
              </p:grpSpPr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6FA9866D-26C4-0091-56E0-CE84E2E246B4}"/>
                      </a:ext>
                    </a:extLst>
                  </p:cNvPr>
                  <p:cNvSpPr/>
                  <p:nvPr/>
                </p:nvSpPr>
                <p:spPr>
                  <a:xfrm>
                    <a:off x="5438122" y="3633374"/>
                    <a:ext cx="1316061" cy="1491830"/>
                  </a:xfrm>
                  <a:custGeom>
                    <a:avLst/>
                    <a:gdLst>
                      <a:gd name="connsiteX0" fmla="*/ -122 w 583025"/>
                      <a:gd name="connsiteY0" fmla="*/ 185687 h 660892"/>
                      <a:gd name="connsiteX1" fmla="*/ -122 w 583025"/>
                      <a:gd name="connsiteY1" fmla="*/ 475152 h 660892"/>
                      <a:gd name="connsiteX2" fmla="*/ 20547 w 583025"/>
                      <a:gd name="connsiteY2" fmla="*/ 510870 h 660892"/>
                      <a:gd name="connsiteX3" fmla="*/ 270864 w 583025"/>
                      <a:gd name="connsiteY3" fmla="*/ 655365 h 660892"/>
                      <a:gd name="connsiteX4" fmla="*/ 312012 w 583025"/>
                      <a:gd name="connsiteY4" fmla="*/ 655365 h 660892"/>
                      <a:gd name="connsiteX5" fmla="*/ 562329 w 583025"/>
                      <a:gd name="connsiteY5" fmla="*/ 510870 h 660892"/>
                      <a:gd name="connsiteX6" fmla="*/ 582903 w 583025"/>
                      <a:gd name="connsiteY6" fmla="*/ 475152 h 660892"/>
                      <a:gd name="connsiteX7" fmla="*/ 582903 w 583025"/>
                      <a:gd name="connsiteY7" fmla="*/ 185687 h 660892"/>
                      <a:gd name="connsiteX8" fmla="*/ 562329 w 583025"/>
                      <a:gd name="connsiteY8" fmla="*/ 149968 h 660892"/>
                      <a:gd name="connsiteX9" fmla="*/ 312012 w 583025"/>
                      <a:gd name="connsiteY9" fmla="*/ 5474 h 660892"/>
                      <a:gd name="connsiteX10" fmla="*/ 270864 w 583025"/>
                      <a:gd name="connsiteY10" fmla="*/ 5474 h 660892"/>
                      <a:gd name="connsiteX11" fmla="*/ 20547 w 583025"/>
                      <a:gd name="connsiteY11" fmla="*/ 149968 h 660892"/>
                      <a:gd name="connsiteX12" fmla="*/ -122 w 583025"/>
                      <a:gd name="connsiteY12" fmla="*/ 185687 h 6608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83025" h="660892">
                        <a:moveTo>
                          <a:pt x="-122" y="185687"/>
                        </a:moveTo>
                        <a:lnTo>
                          <a:pt x="-122" y="475152"/>
                        </a:lnTo>
                        <a:cubicBezTo>
                          <a:pt x="-112" y="489896"/>
                          <a:pt x="7765" y="503517"/>
                          <a:pt x="20547" y="510870"/>
                        </a:cubicBezTo>
                        <a:lnTo>
                          <a:pt x="270864" y="655365"/>
                        </a:lnTo>
                        <a:cubicBezTo>
                          <a:pt x="283599" y="662699"/>
                          <a:pt x="299277" y="662699"/>
                          <a:pt x="312012" y="655365"/>
                        </a:cubicBezTo>
                        <a:lnTo>
                          <a:pt x="562329" y="510870"/>
                        </a:lnTo>
                        <a:cubicBezTo>
                          <a:pt x="575084" y="503508"/>
                          <a:pt x="582932" y="489887"/>
                          <a:pt x="582903" y="475152"/>
                        </a:cubicBezTo>
                        <a:lnTo>
                          <a:pt x="582903" y="185687"/>
                        </a:lnTo>
                        <a:cubicBezTo>
                          <a:pt x="582913" y="170961"/>
                          <a:pt x="575074" y="157350"/>
                          <a:pt x="562329" y="149968"/>
                        </a:cubicBezTo>
                        <a:lnTo>
                          <a:pt x="312012" y="5474"/>
                        </a:lnTo>
                        <a:cubicBezTo>
                          <a:pt x="299277" y="-1860"/>
                          <a:pt x="283599" y="-1860"/>
                          <a:pt x="270864" y="5474"/>
                        </a:cubicBezTo>
                        <a:lnTo>
                          <a:pt x="20547" y="149968"/>
                        </a:lnTo>
                        <a:cubicBezTo>
                          <a:pt x="7784" y="157341"/>
                          <a:pt x="-93" y="170952"/>
                          <a:pt x="-122" y="18568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EFC4834B-101B-4DCC-3802-718301BB76AD}"/>
                      </a:ext>
                    </a:extLst>
                  </p:cNvPr>
                  <p:cNvSpPr/>
                  <p:nvPr/>
                </p:nvSpPr>
                <p:spPr>
                  <a:xfrm>
                    <a:off x="5617437" y="3836787"/>
                    <a:ext cx="956799" cy="1083282"/>
                  </a:xfrm>
                  <a:custGeom>
                    <a:avLst/>
                    <a:gdLst>
                      <a:gd name="connsiteX0" fmla="*/ -122 w 423869"/>
                      <a:gd name="connsiteY0" fmla="*/ 135007 h 479902"/>
                      <a:gd name="connsiteX1" fmla="*/ -122 w 423869"/>
                      <a:gd name="connsiteY1" fmla="*/ 345128 h 479902"/>
                      <a:gd name="connsiteX2" fmla="*/ 14833 w 423869"/>
                      <a:gd name="connsiteY2" fmla="*/ 371036 h 479902"/>
                      <a:gd name="connsiteX3" fmla="*/ 196855 w 423869"/>
                      <a:gd name="connsiteY3" fmla="*/ 475811 h 479902"/>
                      <a:gd name="connsiteX4" fmla="*/ 226764 w 423869"/>
                      <a:gd name="connsiteY4" fmla="*/ 475811 h 479902"/>
                      <a:gd name="connsiteX5" fmla="*/ 408786 w 423869"/>
                      <a:gd name="connsiteY5" fmla="*/ 371036 h 479902"/>
                      <a:gd name="connsiteX6" fmla="*/ 423741 w 423869"/>
                      <a:gd name="connsiteY6" fmla="*/ 345128 h 479902"/>
                      <a:gd name="connsiteX7" fmla="*/ 423741 w 423869"/>
                      <a:gd name="connsiteY7" fmla="*/ 135007 h 479902"/>
                      <a:gd name="connsiteX8" fmla="*/ 409453 w 423869"/>
                      <a:gd name="connsiteY8" fmla="*/ 108813 h 479902"/>
                      <a:gd name="connsiteX9" fmla="*/ 227431 w 423869"/>
                      <a:gd name="connsiteY9" fmla="*/ 4038 h 479902"/>
                      <a:gd name="connsiteX10" fmla="*/ 197522 w 423869"/>
                      <a:gd name="connsiteY10" fmla="*/ 4038 h 479902"/>
                      <a:gd name="connsiteX11" fmla="*/ 15499 w 423869"/>
                      <a:gd name="connsiteY11" fmla="*/ 108813 h 479902"/>
                      <a:gd name="connsiteX12" fmla="*/ -122 w 423869"/>
                      <a:gd name="connsiteY12" fmla="*/ 135007 h 4799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23869" h="479902">
                        <a:moveTo>
                          <a:pt x="-122" y="135007"/>
                        </a:moveTo>
                        <a:lnTo>
                          <a:pt x="-122" y="345128"/>
                        </a:lnTo>
                        <a:cubicBezTo>
                          <a:pt x="-103" y="355806"/>
                          <a:pt x="5593" y="365674"/>
                          <a:pt x="14833" y="371036"/>
                        </a:cubicBezTo>
                        <a:lnTo>
                          <a:pt x="196855" y="475811"/>
                        </a:lnTo>
                        <a:cubicBezTo>
                          <a:pt x="206085" y="481231"/>
                          <a:pt x="217534" y="481231"/>
                          <a:pt x="226764" y="475811"/>
                        </a:cubicBezTo>
                        <a:lnTo>
                          <a:pt x="408786" y="371036"/>
                        </a:lnTo>
                        <a:cubicBezTo>
                          <a:pt x="418026" y="365674"/>
                          <a:pt x="423722" y="355815"/>
                          <a:pt x="423741" y="345128"/>
                        </a:cubicBezTo>
                        <a:lnTo>
                          <a:pt x="423741" y="135007"/>
                        </a:lnTo>
                        <a:cubicBezTo>
                          <a:pt x="423969" y="124358"/>
                          <a:pt x="418531" y="114385"/>
                          <a:pt x="409453" y="108813"/>
                        </a:cubicBezTo>
                        <a:lnTo>
                          <a:pt x="227431" y="4038"/>
                        </a:lnTo>
                        <a:cubicBezTo>
                          <a:pt x="218201" y="-1382"/>
                          <a:pt x="206752" y="-1382"/>
                          <a:pt x="197522" y="4038"/>
                        </a:cubicBezTo>
                        <a:lnTo>
                          <a:pt x="15499" y="108813"/>
                        </a:lnTo>
                        <a:cubicBezTo>
                          <a:pt x="5908" y="114052"/>
                          <a:pt x="-74" y="124082"/>
                          <a:pt x="-122" y="13500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88E85246-3969-551B-745B-FA4FBB862B4D}"/>
                    </a:ext>
                  </a:extLst>
                </p:cNvPr>
                <p:cNvGrpSpPr/>
                <p:nvPr/>
              </p:nvGrpSpPr>
              <p:grpSpPr>
                <a:xfrm>
                  <a:off x="2743647" y="3633374"/>
                  <a:ext cx="1315847" cy="1491830"/>
                  <a:chOff x="2743647" y="3633374"/>
                  <a:chExt cx="1315847" cy="1491830"/>
                </a:xfrm>
              </p:grpSpPr>
              <p:sp>
                <p:nvSpPr>
                  <p:cNvPr id="23" name="Freeform: Shape 22">
                    <a:extLst>
                      <a:ext uri="{FF2B5EF4-FFF2-40B4-BE49-F238E27FC236}">
                        <a16:creationId xmlns:a16="http://schemas.microsoft.com/office/drawing/2014/main" id="{5689763D-4212-CBC2-A352-A6246A472986}"/>
                      </a:ext>
                    </a:extLst>
                  </p:cNvPr>
                  <p:cNvSpPr/>
                  <p:nvPr/>
                </p:nvSpPr>
                <p:spPr>
                  <a:xfrm>
                    <a:off x="2743647" y="3633374"/>
                    <a:ext cx="1315847" cy="1491830"/>
                  </a:xfrm>
                  <a:custGeom>
                    <a:avLst/>
                    <a:gdLst>
                      <a:gd name="connsiteX0" fmla="*/ -122 w 582930"/>
                      <a:gd name="connsiteY0" fmla="*/ 185687 h 660892"/>
                      <a:gd name="connsiteX1" fmla="*/ -122 w 582930"/>
                      <a:gd name="connsiteY1" fmla="*/ 475152 h 660892"/>
                      <a:gd name="connsiteX2" fmla="*/ 20452 w 582930"/>
                      <a:gd name="connsiteY2" fmla="*/ 510870 h 660892"/>
                      <a:gd name="connsiteX3" fmla="*/ 270769 w 582930"/>
                      <a:gd name="connsiteY3" fmla="*/ 655365 h 660892"/>
                      <a:gd name="connsiteX4" fmla="*/ 311917 w 582930"/>
                      <a:gd name="connsiteY4" fmla="*/ 655365 h 660892"/>
                      <a:gd name="connsiteX5" fmla="*/ 562234 w 582930"/>
                      <a:gd name="connsiteY5" fmla="*/ 510870 h 660892"/>
                      <a:gd name="connsiteX6" fmla="*/ 582808 w 582930"/>
                      <a:gd name="connsiteY6" fmla="*/ 475152 h 660892"/>
                      <a:gd name="connsiteX7" fmla="*/ 582808 w 582930"/>
                      <a:gd name="connsiteY7" fmla="*/ 185687 h 660892"/>
                      <a:gd name="connsiteX8" fmla="*/ 562234 w 582930"/>
                      <a:gd name="connsiteY8" fmla="*/ 149968 h 660892"/>
                      <a:gd name="connsiteX9" fmla="*/ 311917 w 582930"/>
                      <a:gd name="connsiteY9" fmla="*/ 5474 h 660892"/>
                      <a:gd name="connsiteX10" fmla="*/ 270769 w 582930"/>
                      <a:gd name="connsiteY10" fmla="*/ 5474 h 660892"/>
                      <a:gd name="connsiteX11" fmla="*/ 20452 w 582930"/>
                      <a:gd name="connsiteY11" fmla="*/ 149968 h 660892"/>
                      <a:gd name="connsiteX12" fmla="*/ -122 w 582930"/>
                      <a:gd name="connsiteY12" fmla="*/ 185687 h 6608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82930" h="660892">
                        <a:moveTo>
                          <a:pt x="-122" y="185687"/>
                        </a:moveTo>
                        <a:lnTo>
                          <a:pt x="-122" y="475152"/>
                        </a:lnTo>
                        <a:cubicBezTo>
                          <a:pt x="-150" y="489887"/>
                          <a:pt x="7698" y="503508"/>
                          <a:pt x="20452" y="510870"/>
                        </a:cubicBezTo>
                        <a:lnTo>
                          <a:pt x="270769" y="655365"/>
                        </a:lnTo>
                        <a:cubicBezTo>
                          <a:pt x="283504" y="662699"/>
                          <a:pt x="299182" y="662699"/>
                          <a:pt x="311917" y="655365"/>
                        </a:cubicBezTo>
                        <a:lnTo>
                          <a:pt x="562234" y="510870"/>
                        </a:lnTo>
                        <a:cubicBezTo>
                          <a:pt x="574988" y="503508"/>
                          <a:pt x="582837" y="489887"/>
                          <a:pt x="582808" y="475152"/>
                        </a:cubicBezTo>
                        <a:lnTo>
                          <a:pt x="582808" y="185687"/>
                        </a:lnTo>
                        <a:cubicBezTo>
                          <a:pt x="582818" y="170961"/>
                          <a:pt x="574979" y="157350"/>
                          <a:pt x="562234" y="149968"/>
                        </a:cubicBezTo>
                        <a:lnTo>
                          <a:pt x="311917" y="5474"/>
                        </a:lnTo>
                        <a:cubicBezTo>
                          <a:pt x="299182" y="-1860"/>
                          <a:pt x="283504" y="-1860"/>
                          <a:pt x="270769" y="5474"/>
                        </a:cubicBezTo>
                        <a:lnTo>
                          <a:pt x="20452" y="149968"/>
                        </a:lnTo>
                        <a:cubicBezTo>
                          <a:pt x="7708" y="157350"/>
                          <a:pt x="-131" y="170961"/>
                          <a:pt x="-122" y="185687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78852692-F001-7C3C-1239-12601DAFE629}"/>
                      </a:ext>
                    </a:extLst>
                  </p:cNvPr>
                  <p:cNvSpPr/>
                  <p:nvPr/>
                </p:nvSpPr>
                <p:spPr>
                  <a:xfrm>
                    <a:off x="2923179" y="3837433"/>
                    <a:ext cx="956783" cy="1082639"/>
                  </a:xfrm>
                  <a:custGeom>
                    <a:avLst/>
                    <a:gdLst>
                      <a:gd name="connsiteX0" fmla="*/ -122 w 423862"/>
                      <a:gd name="connsiteY0" fmla="*/ 134721 h 479617"/>
                      <a:gd name="connsiteX1" fmla="*/ -122 w 423862"/>
                      <a:gd name="connsiteY1" fmla="*/ 344843 h 479617"/>
                      <a:gd name="connsiteX2" fmla="*/ 14832 w 423862"/>
                      <a:gd name="connsiteY2" fmla="*/ 370751 h 479617"/>
                      <a:gd name="connsiteX3" fmla="*/ 196855 w 423862"/>
                      <a:gd name="connsiteY3" fmla="*/ 475526 h 479617"/>
                      <a:gd name="connsiteX4" fmla="*/ 226764 w 423862"/>
                      <a:gd name="connsiteY4" fmla="*/ 475526 h 479617"/>
                      <a:gd name="connsiteX5" fmla="*/ 408786 w 423862"/>
                      <a:gd name="connsiteY5" fmla="*/ 370751 h 479617"/>
                      <a:gd name="connsiteX6" fmla="*/ 423741 w 423862"/>
                      <a:gd name="connsiteY6" fmla="*/ 344843 h 479617"/>
                      <a:gd name="connsiteX7" fmla="*/ 423741 w 423862"/>
                      <a:gd name="connsiteY7" fmla="*/ 134721 h 479617"/>
                      <a:gd name="connsiteX8" fmla="*/ 408786 w 423862"/>
                      <a:gd name="connsiteY8" fmla="*/ 108813 h 479617"/>
                      <a:gd name="connsiteX9" fmla="*/ 226764 w 423862"/>
                      <a:gd name="connsiteY9" fmla="*/ 4038 h 479617"/>
                      <a:gd name="connsiteX10" fmla="*/ 196855 w 423862"/>
                      <a:gd name="connsiteY10" fmla="*/ 4038 h 479617"/>
                      <a:gd name="connsiteX11" fmla="*/ 14832 w 423862"/>
                      <a:gd name="connsiteY11" fmla="*/ 108813 h 479617"/>
                      <a:gd name="connsiteX12" fmla="*/ -122 w 423862"/>
                      <a:gd name="connsiteY12" fmla="*/ 134721 h 4796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23862" h="479617">
                        <a:moveTo>
                          <a:pt x="-122" y="134721"/>
                        </a:moveTo>
                        <a:lnTo>
                          <a:pt x="-122" y="344843"/>
                        </a:lnTo>
                        <a:cubicBezTo>
                          <a:pt x="-103" y="355520"/>
                          <a:pt x="5593" y="365388"/>
                          <a:pt x="14832" y="370751"/>
                        </a:cubicBezTo>
                        <a:lnTo>
                          <a:pt x="196855" y="475526"/>
                        </a:lnTo>
                        <a:cubicBezTo>
                          <a:pt x="206085" y="480945"/>
                          <a:pt x="217534" y="480945"/>
                          <a:pt x="226764" y="475526"/>
                        </a:cubicBezTo>
                        <a:lnTo>
                          <a:pt x="408786" y="370751"/>
                        </a:lnTo>
                        <a:cubicBezTo>
                          <a:pt x="418026" y="365388"/>
                          <a:pt x="423722" y="355530"/>
                          <a:pt x="423741" y="344843"/>
                        </a:cubicBezTo>
                        <a:lnTo>
                          <a:pt x="423741" y="134721"/>
                        </a:lnTo>
                        <a:cubicBezTo>
                          <a:pt x="423722" y="124043"/>
                          <a:pt x="418026" y="114175"/>
                          <a:pt x="408786" y="108813"/>
                        </a:cubicBezTo>
                        <a:lnTo>
                          <a:pt x="226764" y="4038"/>
                        </a:lnTo>
                        <a:cubicBezTo>
                          <a:pt x="217534" y="-1382"/>
                          <a:pt x="206085" y="-1382"/>
                          <a:pt x="196855" y="4038"/>
                        </a:cubicBezTo>
                        <a:lnTo>
                          <a:pt x="14832" y="108813"/>
                        </a:lnTo>
                        <a:cubicBezTo>
                          <a:pt x="5593" y="114175"/>
                          <a:pt x="-103" y="124034"/>
                          <a:pt x="-122" y="1347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94EE81D3-67C5-44C1-9A30-2693A98C19B5}"/>
                    </a:ext>
                  </a:extLst>
                </p:cNvPr>
                <p:cNvGrpSpPr/>
                <p:nvPr/>
              </p:nvGrpSpPr>
              <p:grpSpPr>
                <a:xfrm>
                  <a:off x="1396193" y="2873984"/>
                  <a:ext cx="1316061" cy="1490722"/>
                  <a:chOff x="1396193" y="2873984"/>
                  <a:chExt cx="1316061" cy="1490722"/>
                </a:xfrm>
              </p:grpSpPr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9AB556ED-B979-8C8F-9FA5-BDCDBDF9B0C6}"/>
                      </a:ext>
                    </a:extLst>
                  </p:cNvPr>
                  <p:cNvSpPr/>
                  <p:nvPr/>
                </p:nvSpPr>
                <p:spPr>
                  <a:xfrm>
                    <a:off x="1396193" y="2873984"/>
                    <a:ext cx="1316061" cy="1490722"/>
                  </a:xfrm>
                  <a:custGeom>
                    <a:avLst/>
                    <a:gdLst>
                      <a:gd name="connsiteX0" fmla="*/ 582904 w 583025"/>
                      <a:gd name="connsiteY0" fmla="*/ 474668 h 660401"/>
                      <a:gd name="connsiteX1" fmla="*/ 582904 w 583025"/>
                      <a:gd name="connsiteY1" fmla="*/ 185680 h 660401"/>
                      <a:gd name="connsiteX2" fmla="*/ 562330 w 583025"/>
                      <a:gd name="connsiteY2" fmla="*/ 149961 h 660401"/>
                      <a:gd name="connsiteX3" fmla="*/ 312013 w 583025"/>
                      <a:gd name="connsiteY3" fmla="*/ 5467 h 660401"/>
                      <a:gd name="connsiteX4" fmla="*/ 270769 w 583025"/>
                      <a:gd name="connsiteY4" fmla="*/ 5467 h 660401"/>
                      <a:gd name="connsiteX5" fmla="*/ 20452 w 583025"/>
                      <a:gd name="connsiteY5" fmla="*/ 149961 h 660401"/>
                      <a:gd name="connsiteX6" fmla="*/ -122 w 583025"/>
                      <a:gd name="connsiteY6" fmla="*/ 185680 h 660401"/>
                      <a:gd name="connsiteX7" fmla="*/ -122 w 583025"/>
                      <a:gd name="connsiteY7" fmla="*/ 474668 h 660401"/>
                      <a:gd name="connsiteX8" fmla="*/ 20452 w 583025"/>
                      <a:gd name="connsiteY8" fmla="*/ 510387 h 660401"/>
                      <a:gd name="connsiteX9" fmla="*/ 270769 w 583025"/>
                      <a:gd name="connsiteY9" fmla="*/ 654881 h 660401"/>
                      <a:gd name="connsiteX10" fmla="*/ 312013 w 583025"/>
                      <a:gd name="connsiteY10" fmla="*/ 654881 h 660401"/>
                      <a:gd name="connsiteX11" fmla="*/ 562330 w 583025"/>
                      <a:gd name="connsiteY11" fmla="*/ 510387 h 660401"/>
                      <a:gd name="connsiteX12" fmla="*/ 582904 w 583025"/>
                      <a:gd name="connsiteY12" fmla="*/ 474668 h 6604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83025" h="660401">
                        <a:moveTo>
                          <a:pt x="582904" y="474668"/>
                        </a:moveTo>
                        <a:lnTo>
                          <a:pt x="582904" y="185680"/>
                        </a:lnTo>
                        <a:cubicBezTo>
                          <a:pt x="582894" y="170964"/>
                          <a:pt x="575055" y="157352"/>
                          <a:pt x="562330" y="149961"/>
                        </a:cubicBezTo>
                        <a:lnTo>
                          <a:pt x="312013" y="5467"/>
                        </a:lnTo>
                        <a:cubicBezTo>
                          <a:pt x="299240" y="-1858"/>
                          <a:pt x="283542" y="-1858"/>
                          <a:pt x="270769" y="5467"/>
                        </a:cubicBezTo>
                        <a:lnTo>
                          <a:pt x="20452" y="149961"/>
                        </a:lnTo>
                        <a:cubicBezTo>
                          <a:pt x="7727" y="157352"/>
                          <a:pt x="-112" y="170964"/>
                          <a:pt x="-122" y="185680"/>
                        </a:cubicBezTo>
                        <a:lnTo>
                          <a:pt x="-122" y="474668"/>
                        </a:lnTo>
                        <a:cubicBezTo>
                          <a:pt x="-93" y="489384"/>
                          <a:pt x="7736" y="502977"/>
                          <a:pt x="20452" y="510387"/>
                        </a:cubicBezTo>
                        <a:lnTo>
                          <a:pt x="270769" y="654881"/>
                        </a:lnTo>
                        <a:cubicBezTo>
                          <a:pt x="283542" y="662206"/>
                          <a:pt x="299240" y="662206"/>
                          <a:pt x="312013" y="654881"/>
                        </a:cubicBezTo>
                        <a:lnTo>
                          <a:pt x="562330" y="510387"/>
                        </a:lnTo>
                        <a:cubicBezTo>
                          <a:pt x="575045" y="502977"/>
                          <a:pt x="582875" y="489384"/>
                          <a:pt x="582904" y="47466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645B3CC7-CBEE-9EF5-58D2-DD24C88ACC5E}"/>
                      </a:ext>
                    </a:extLst>
                  </p:cNvPr>
                  <p:cNvSpPr/>
                  <p:nvPr/>
                </p:nvSpPr>
                <p:spPr>
                  <a:xfrm>
                    <a:off x="1577015" y="3077939"/>
                    <a:ext cx="955710" cy="1082594"/>
                  </a:xfrm>
                  <a:custGeom>
                    <a:avLst/>
                    <a:gdLst>
                      <a:gd name="connsiteX0" fmla="*/ 423265 w 423387"/>
                      <a:gd name="connsiteY0" fmla="*/ 344881 h 479597"/>
                      <a:gd name="connsiteX1" fmla="*/ 423265 w 423387"/>
                      <a:gd name="connsiteY1" fmla="*/ 134759 h 479597"/>
                      <a:gd name="connsiteX2" fmla="*/ 408691 w 423387"/>
                      <a:gd name="connsiteY2" fmla="*/ 108756 h 479597"/>
                      <a:gd name="connsiteX3" fmla="*/ 226764 w 423387"/>
                      <a:gd name="connsiteY3" fmla="*/ 3981 h 479597"/>
                      <a:gd name="connsiteX4" fmla="*/ 196760 w 423387"/>
                      <a:gd name="connsiteY4" fmla="*/ 3981 h 479597"/>
                      <a:gd name="connsiteX5" fmla="*/ 14833 w 423387"/>
                      <a:gd name="connsiteY5" fmla="*/ 108756 h 479597"/>
                      <a:gd name="connsiteX6" fmla="*/ -122 w 423387"/>
                      <a:gd name="connsiteY6" fmla="*/ 134759 h 479597"/>
                      <a:gd name="connsiteX7" fmla="*/ -122 w 423387"/>
                      <a:gd name="connsiteY7" fmla="*/ 344881 h 479597"/>
                      <a:gd name="connsiteX8" fmla="*/ 14833 w 423387"/>
                      <a:gd name="connsiteY8" fmla="*/ 370789 h 479597"/>
                      <a:gd name="connsiteX9" fmla="*/ 196760 w 423387"/>
                      <a:gd name="connsiteY9" fmla="*/ 475564 h 479597"/>
                      <a:gd name="connsiteX10" fmla="*/ 226764 w 423387"/>
                      <a:gd name="connsiteY10" fmla="*/ 475564 h 479597"/>
                      <a:gd name="connsiteX11" fmla="*/ 408691 w 423387"/>
                      <a:gd name="connsiteY11" fmla="*/ 370789 h 479597"/>
                      <a:gd name="connsiteX12" fmla="*/ 423265 w 423387"/>
                      <a:gd name="connsiteY12" fmla="*/ 344881 h 4795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23387" h="479597">
                        <a:moveTo>
                          <a:pt x="423265" y="344881"/>
                        </a:moveTo>
                        <a:lnTo>
                          <a:pt x="423265" y="134759"/>
                        </a:lnTo>
                        <a:cubicBezTo>
                          <a:pt x="423360" y="124120"/>
                          <a:pt x="417816" y="114223"/>
                          <a:pt x="408691" y="108756"/>
                        </a:cubicBezTo>
                        <a:lnTo>
                          <a:pt x="226764" y="3981"/>
                        </a:lnTo>
                        <a:cubicBezTo>
                          <a:pt x="217477" y="-1363"/>
                          <a:pt x="206047" y="-1363"/>
                          <a:pt x="196760" y="3981"/>
                        </a:cubicBezTo>
                        <a:lnTo>
                          <a:pt x="14833" y="108756"/>
                        </a:lnTo>
                        <a:cubicBezTo>
                          <a:pt x="5546" y="114118"/>
                          <a:pt x="-160" y="124034"/>
                          <a:pt x="-122" y="134759"/>
                        </a:cubicBezTo>
                        <a:lnTo>
                          <a:pt x="-122" y="344881"/>
                        </a:lnTo>
                        <a:cubicBezTo>
                          <a:pt x="-160" y="355577"/>
                          <a:pt x="5546" y="365474"/>
                          <a:pt x="14833" y="370789"/>
                        </a:cubicBezTo>
                        <a:lnTo>
                          <a:pt x="196760" y="475564"/>
                        </a:lnTo>
                        <a:cubicBezTo>
                          <a:pt x="206047" y="480907"/>
                          <a:pt x="217477" y="480907"/>
                          <a:pt x="226764" y="475564"/>
                        </a:cubicBezTo>
                        <a:lnTo>
                          <a:pt x="408691" y="370789"/>
                        </a:lnTo>
                        <a:cubicBezTo>
                          <a:pt x="417816" y="365359"/>
                          <a:pt x="423369" y="355491"/>
                          <a:pt x="423265" y="34488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57201C24-DA9B-88E0-9D10-CFD2824F3AB2}"/>
                    </a:ext>
                  </a:extLst>
                </p:cNvPr>
                <p:cNvGrpSpPr/>
                <p:nvPr/>
              </p:nvGrpSpPr>
              <p:grpSpPr>
                <a:xfrm>
                  <a:off x="6785574" y="2873968"/>
                  <a:ext cx="1316061" cy="1490754"/>
                  <a:chOff x="6785574" y="2873968"/>
                  <a:chExt cx="1316061" cy="1490754"/>
                </a:xfrm>
              </p:grpSpPr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53BEFD86-D327-0709-FF29-0F5AA2B456F2}"/>
                      </a:ext>
                    </a:extLst>
                  </p:cNvPr>
                  <p:cNvSpPr/>
                  <p:nvPr/>
                </p:nvSpPr>
                <p:spPr>
                  <a:xfrm>
                    <a:off x="6785574" y="2873968"/>
                    <a:ext cx="1316061" cy="1490754"/>
                  </a:xfrm>
                  <a:custGeom>
                    <a:avLst/>
                    <a:gdLst>
                      <a:gd name="connsiteX0" fmla="*/ 582904 w 583025"/>
                      <a:gd name="connsiteY0" fmla="*/ 474675 h 660415"/>
                      <a:gd name="connsiteX1" fmla="*/ 582904 w 583025"/>
                      <a:gd name="connsiteY1" fmla="*/ 185687 h 660415"/>
                      <a:gd name="connsiteX2" fmla="*/ 562234 w 583025"/>
                      <a:gd name="connsiteY2" fmla="*/ 149968 h 660415"/>
                      <a:gd name="connsiteX3" fmla="*/ 311917 w 583025"/>
                      <a:gd name="connsiteY3" fmla="*/ 5474 h 660415"/>
                      <a:gd name="connsiteX4" fmla="*/ 270769 w 583025"/>
                      <a:gd name="connsiteY4" fmla="*/ 5474 h 660415"/>
                      <a:gd name="connsiteX5" fmla="*/ 20452 w 583025"/>
                      <a:gd name="connsiteY5" fmla="*/ 149968 h 660415"/>
                      <a:gd name="connsiteX6" fmla="*/ -122 w 583025"/>
                      <a:gd name="connsiteY6" fmla="*/ 185687 h 660415"/>
                      <a:gd name="connsiteX7" fmla="*/ -122 w 583025"/>
                      <a:gd name="connsiteY7" fmla="*/ 474675 h 660415"/>
                      <a:gd name="connsiteX8" fmla="*/ 20452 w 583025"/>
                      <a:gd name="connsiteY8" fmla="*/ 510394 h 660415"/>
                      <a:gd name="connsiteX9" fmla="*/ 270769 w 583025"/>
                      <a:gd name="connsiteY9" fmla="*/ 654888 h 660415"/>
                      <a:gd name="connsiteX10" fmla="*/ 311917 w 583025"/>
                      <a:gd name="connsiteY10" fmla="*/ 654888 h 660415"/>
                      <a:gd name="connsiteX11" fmla="*/ 562234 w 583025"/>
                      <a:gd name="connsiteY11" fmla="*/ 510394 h 660415"/>
                      <a:gd name="connsiteX12" fmla="*/ 582904 w 583025"/>
                      <a:gd name="connsiteY12" fmla="*/ 474675 h 6604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83025" h="660415">
                        <a:moveTo>
                          <a:pt x="582904" y="474675"/>
                        </a:moveTo>
                        <a:lnTo>
                          <a:pt x="582904" y="185687"/>
                        </a:lnTo>
                        <a:cubicBezTo>
                          <a:pt x="582894" y="170942"/>
                          <a:pt x="575017" y="157321"/>
                          <a:pt x="562234" y="149968"/>
                        </a:cubicBezTo>
                        <a:lnTo>
                          <a:pt x="311917" y="5474"/>
                        </a:lnTo>
                        <a:cubicBezTo>
                          <a:pt x="299182" y="-1860"/>
                          <a:pt x="283504" y="-1860"/>
                          <a:pt x="270769" y="5474"/>
                        </a:cubicBezTo>
                        <a:lnTo>
                          <a:pt x="20452" y="149968"/>
                        </a:lnTo>
                        <a:cubicBezTo>
                          <a:pt x="7699" y="157331"/>
                          <a:pt x="-150" y="170952"/>
                          <a:pt x="-122" y="185687"/>
                        </a:cubicBezTo>
                        <a:lnTo>
                          <a:pt x="-122" y="474675"/>
                        </a:lnTo>
                        <a:cubicBezTo>
                          <a:pt x="-131" y="489401"/>
                          <a:pt x="7708" y="503012"/>
                          <a:pt x="20452" y="510394"/>
                        </a:cubicBezTo>
                        <a:lnTo>
                          <a:pt x="270769" y="654888"/>
                        </a:lnTo>
                        <a:cubicBezTo>
                          <a:pt x="283504" y="662223"/>
                          <a:pt x="299182" y="662223"/>
                          <a:pt x="311917" y="654888"/>
                        </a:cubicBezTo>
                        <a:lnTo>
                          <a:pt x="562234" y="510394"/>
                        </a:lnTo>
                        <a:cubicBezTo>
                          <a:pt x="574998" y="503022"/>
                          <a:pt x="582875" y="489411"/>
                          <a:pt x="582904" y="474675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6" name="Freeform: Shape 35">
                    <a:extLst>
                      <a:ext uri="{FF2B5EF4-FFF2-40B4-BE49-F238E27FC236}">
                        <a16:creationId xmlns:a16="http://schemas.microsoft.com/office/drawing/2014/main" id="{BCE3B750-435C-BDE5-895A-F58716D8D4CD}"/>
                      </a:ext>
                    </a:extLst>
                  </p:cNvPr>
                  <p:cNvSpPr/>
                  <p:nvPr/>
                </p:nvSpPr>
                <p:spPr>
                  <a:xfrm>
                    <a:off x="6965106" y="3077939"/>
                    <a:ext cx="956783" cy="1082594"/>
                  </a:xfrm>
                  <a:custGeom>
                    <a:avLst/>
                    <a:gdLst>
                      <a:gd name="connsiteX0" fmla="*/ 423741 w 423862"/>
                      <a:gd name="connsiteY0" fmla="*/ 344881 h 479597"/>
                      <a:gd name="connsiteX1" fmla="*/ 423741 w 423862"/>
                      <a:gd name="connsiteY1" fmla="*/ 134759 h 479597"/>
                      <a:gd name="connsiteX2" fmla="*/ 408786 w 423862"/>
                      <a:gd name="connsiteY2" fmla="*/ 108756 h 479597"/>
                      <a:gd name="connsiteX3" fmla="*/ 226764 w 423862"/>
                      <a:gd name="connsiteY3" fmla="*/ 3981 h 479597"/>
                      <a:gd name="connsiteX4" fmla="*/ 196855 w 423862"/>
                      <a:gd name="connsiteY4" fmla="*/ 3981 h 479597"/>
                      <a:gd name="connsiteX5" fmla="*/ 14833 w 423862"/>
                      <a:gd name="connsiteY5" fmla="*/ 108756 h 479597"/>
                      <a:gd name="connsiteX6" fmla="*/ -122 w 423862"/>
                      <a:gd name="connsiteY6" fmla="*/ 134759 h 479597"/>
                      <a:gd name="connsiteX7" fmla="*/ -122 w 423862"/>
                      <a:gd name="connsiteY7" fmla="*/ 344881 h 479597"/>
                      <a:gd name="connsiteX8" fmla="*/ 14833 w 423862"/>
                      <a:gd name="connsiteY8" fmla="*/ 370789 h 479597"/>
                      <a:gd name="connsiteX9" fmla="*/ 196855 w 423862"/>
                      <a:gd name="connsiteY9" fmla="*/ 475564 h 479597"/>
                      <a:gd name="connsiteX10" fmla="*/ 226764 w 423862"/>
                      <a:gd name="connsiteY10" fmla="*/ 475564 h 479597"/>
                      <a:gd name="connsiteX11" fmla="*/ 408786 w 423862"/>
                      <a:gd name="connsiteY11" fmla="*/ 370789 h 479597"/>
                      <a:gd name="connsiteX12" fmla="*/ 423741 w 423862"/>
                      <a:gd name="connsiteY12" fmla="*/ 344881 h 4795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23862" h="479597">
                        <a:moveTo>
                          <a:pt x="423741" y="344881"/>
                        </a:moveTo>
                        <a:lnTo>
                          <a:pt x="423741" y="134759"/>
                        </a:lnTo>
                        <a:cubicBezTo>
                          <a:pt x="423741" y="124043"/>
                          <a:pt x="418045" y="114147"/>
                          <a:pt x="408786" y="108756"/>
                        </a:cubicBezTo>
                        <a:lnTo>
                          <a:pt x="226764" y="3981"/>
                        </a:lnTo>
                        <a:cubicBezTo>
                          <a:pt x="217506" y="-1363"/>
                          <a:pt x="206114" y="-1363"/>
                          <a:pt x="196855" y="3981"/>
                        </a:cubicBezTo>
                        <a:lnTo>
                          <a:pt x="14833" y="108756"/>
                        </a:lnTo>
                        <a:cubicBezTo>
                          <a:pt x="5574" y="114147"/>
                          <a:pt x="-122" y="124043"/>
                          <a:pt x="-122" y="134759"/>
                        </a:cubicBezTo>
                        <a:lnTo>
                          <a:pt x="-122" y="344881"/>
                        </a:lnTo>
                        <a:cubicBezTo>
                          <a:pt x="-103" y="355568"/>
                          <a:pt x="5593" y="365426"/>
                          <a:pt x="14833" y="370789"/>
                        </a:cubicBezTo>
                        <a:lnTo>
                          <a:pt x="196855" y="475564"/>
                        </a:lnTo>
                        <a:cubicBezTo>
                          <a:pt x="206114" y="480907"/>
                          <a:pt x="217506" y="480907"/>
                          <a:pt x="226764" y="475564"/>
                        </a:cubicBezTo>
                        <a:lnTo>
                          <a:pt x="408786" y="370789"/>
                        </a:lnTo>
                        <a:cubicBezTo>
                          <a:pt x="418026" y="365426"/>
                          <a:pt x="423722" y="355568"/>
                          <a:pt x="423741" y="34488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A192B542-1939-2B4A-9FB9-9118CDFC6F31}"/>
                    </a:ext>
                  </a:extLst>
                </p:cNvPr>
                <p:cNvGrpSpPr/>
                <p:nvPr/>
              </p:nvGrpSpPr>
              <p:grpSpPr>
                <a:xfrm>
                  <a:off x="8133027" y="3633374"/>
                  <a:ext cx="1315847" cy="1491830"/>
                  <a:chOff x="8133027" y="3633374"/>
                  <a:chExt cx="1315847" cy="1491830"/>
                </a:xfrm>
              </p:grpSpPr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952990F0-376D-44C6-86C2-9F578A464D07}"/>
                      </a:ext>
                    </a:extLst>
                  </p:cNvPr>
                  <p:cNvSpPr/>
                  <p:nvPr/>
                </p:nvSpPr>
                <p:spPr>
                  <a:xfrm>
                    <a:off x="8133027" y="3633374"/>
                    <a:ext cx="1315847" cy="1491830"/>
                  </a:xfrm>
                  <a:custGeom>
                    <a:avLst/>
                    <a:gdLst>
                      <a:gd name="connsiteX0" fmla="*/ -122 w 582930"/>
                      <a:gd name="connsiteY0" fmla="*/ 185687 h 660892"/>
                      <a:gd name="connsiteX1" fmla="*/ -122 w 582930"/>
                      <a:gd name="connsiteY1" fmla="*/ 475152 h 660892"/>
                      <a:gd name="connsiteX2" fmla="*/ 20548 w 582930"/>
                      <a:gd name="connsiteY2" fmla="*/ 510870 h 660892"/>
                      <a:gd name="connsiteX3" fmla="*/ 270865 w 582930"/>
                      <a:gd name="connsiteY3" fmla="*/ 655365 h 660892"/>
                      <a:gd name="connsiteX4" fmla="*/ 312012 w 582930"/>
                      <a:gd name="connsiteY4" fmla="*/ 655365 h 660892"/>
                      <a:gd name="connsiteX5" fmla="*/ 561853 w 582930"/>
                      <a:gd name="connsiteY5" fmla="*/ 510394 h 660892"/>
                      <a:gd name="connsiteX6" fmla="*/ 582808 w 582930"/>
                      <a:gd name="connsiteY6" fmla="*/ 475152 h 660892"/>
                      <a:gd name="connsiteX7" fmla="*/ 582808 w 582930"/>
                      <a:gd name="connsiteY7" fmla="*/ 185687 h 660892"/>
                      <a:gd name="connsiteX8" fmla="*/ 562234 w 582930"/>
                      <a:gd name="connsiteY8" fmla="*/ 149968 h 660892"/>
                      <a:gd name="connsiteX9" fmla="*/ 311917 w 582930"/>
                      <a:gd name="connsiteY9" fmla="*/ 5474 h 660892"/>
                      <a:gd name="connsiteX10" fmla="*/ 270769 w 582930"/>
                      <a:gd name="connsiteY10" fmla="*/ 5474 h 660892"/>
                      <a:gd name="connsiteX11" fmla="*/ 20452 w 582930"/>
                      <a:gd name="connsiteY11" fmla="*/ 149968 h 660892"/>
                      <a:gd name="connsiteX12" fmla="*/ -122 w 582930"/>
                      <a:gd name="connsiteY12" fmla="*/ 185687 h 6608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82930" h="660892">
                        <a:moveTo>
                          <a:pt x="-122" y="185687"/>
                        </a:moveTo>
                        <a:lnTo>
                          <a:pt x="-122" y="475152"/>
                        </a:lnTo>
                        <a:cubicBezTo>
                          <a:pt x="-112" y="489896"/>
                          <a:pt x="7765" y="503517"/>
                          <a:pt x="20548" y="510870"/>
                        </a:cubicBezTo>
                        <a:lnTo>
                          <a:pt x="270865" y="655365"/>
                        </a:lnTo>
                        <a:cubicBezTo>
                          <a:pt x="283599" y="662699"/>
                          <a:pt x="299278" y="662699"/>
                          <a:pt x="312012" y="655365"/>
                        </a:cubicBezTo>
                        <a:lnTo>
                          <a:pt x="561853" y="510394"/>
                        </a:lnTo>
                        <a:cubicBezTo>
                          <a:pt x="574607" y="503212"/>
                          <a:pt x="582589" y="489791"/>
                          <a:pt x="582808" y="475152"/>
                        </a:cubicBezTo>
                        <a:lnTo>
                          <a:pt x="582808" y="185687"/>
                        </a:lnTo>
                        <a:cubicBezTo>
                          <a:pt x="582818" y="170961"/>
                          <a:pt x="574979" y="157350"/>
                          <a:pt x="562234" y="149968"/>
                        </a:cubicBezTo>
                        <a:lnTo>
                          <a:pt x="311917" y="5474"/>
                        </a:lnTo>
                        <a:cubicBezTo>
                          <a:pt x="299182" y="-1860"/>
                          <a:pt x="283504" y="-1860"/>
                          <a:pt x="270769" y="5474"/>
                        </a:cubicBezTo>
                        <a:lnTo>
                          <a:pt x="20452" y="149968"/>
                        </a:lnTo>
                        <a:cubicBezTo>
                          <a:pt x="7727" y="157360"/>
                          <a:pt x="-112" y="170971"/>
                          <a:pt x="-122" y="185687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A8B34F40-C73F-2118-FB27-43F20C8F1ED0}"/>
                      </a:ext>
                    </a:extLst>
                  </p:cNvPr>
                  <p:cNvSpPr/>
                  <p:nvPr/>
                </p:nvSpPr>
                <p:spPr>
                  <a:xfrm>
                    <a:off x="8312560" y="3837433"/>
                    <a:ext cx="956783" cy="1082639"/>
                  </a:xfrm>
                  <a:custGeom>
                    <a:avLst/>
                    <a:gdLst>
                      <a:gd name="connsiteX0" fmla="*/ -122 w 423862"/>
                      <a:gd name="connsiteY0" fmla="*/ 134721 h 479617"/>
                      <a:gd name="connsiteX1" fmla="*/ -122 w 423862"/>
                      <a:gd name="connsiteY1" fmla="*/ 344843 h 479617"/>
                      <a:gd name="connsiteX2" fmla="*/ 14833 w 423862"/>
                      <a:gd name="connsiteY2" fmla="*/ 370751 h 479617"/>
                      <a:gd name="connsiteX3" fmla="*/ 196855 w 423862"/>
                      <a:gd name="connsiteY3" fmla="*/ 475526 h 479617"/>
                      <a:gd name="connsiteX4" fmla="*/ 226764 w 423862"/>
                      <a:gd name="connsiteY4" fmla="*/ 475526 h 479617"/>
                      <a:gd name="connsiteX5" fmla="*/ 408786 w 423862"/>
                      <a:gd name="connsiteY5" fmla="*/ 370751 h 479617"/>
                      <a:gd name="connsiteX6" fmla="*/ 423741 w 423862"/>
                      <a:gd name="connsiteY6" fmla="*/ 344843 h 479617"/>
                      <a:gd name="connsiteX7" fmla="*/ 423741 w 423862"/>
                      <a:gd name="connsiteY7" fmla="*/ 134721 h 479617"/>
                      <a:gd name="connsiteX8" fmla="*/ 408786 w 423862"/>
                      <a:gd name="connsiteY8" fmla="*/ 108813 h 479617"/>
                      <a:gd name="connsiteX9" fmla="*/ 226764 w 423862"/>
                      <a:gd name="connsiteY9" fmla="*/ 4038 h 479617"/>
                      <a:gd name="connsiteX10" fmla="*/ 196855 w 423862"/>
                      <a:gd name="connsiteY10" fmla="*/ 4038 h 479617"/>
                      <a:gd name="connsiteX11" fmla="*/ 14833 w 423862"/>
                      <a:gd name="connsiteY11" fmla="*/ 108813 h 479617"/>
                      <a:gd name="connsiteX12" fmla="*/ -122 w 423862"/>
                      <a:gd name="connsiteY12" fmla="*/ 134721 h 4796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23862" h="479617">
                        <a:moveTo>
                          <a:pt x="-122" y="134721"/>
                        </a:moveTo>
                        <a:lnTo>
                          <a:pt x="-122" y="344843"/>
                        </a:lnTo>
                        <a:cubicBezTo>
                          <a:pt x="-103" y="355520"/>
                          <a:pt x="5593" y="365388"/>
                          <a:pt x="14833" y="370751"/>
                        </a:cubicBezTo>
                        <a:lnTo>
                          <a:pt x="196855" y="475526"/>
                        </a:lnTo>
                        <a:cubicBezTo>
                          <a:pt x="206085" y="480945"/>
                          <a:pt x="217534" y="480945"/>
                          <a:pt x="226764" y="475526"/>
                        </a:cubicBezTo>
                        <a:lnTo>
                          <a:pt x="408786" y="370751"/>
                        </a:lnTo>
                        <a:cubicBezTo>
                          <a:pt x="418026" y="365388"/>
                          <a:pt x="423722" y="355530"/>
                          <a:pt x="423741" y="344843"/>
                        </a:cubicBezTo>
                        <a:lnTo>
                          <a:pt x="423741" y="134721"/>
                        </a:lnTo>
                        <a:cubicBezTo>
                          <a:pt x="423722" y="124043"/>
                          <a:pt x="418026" y="114175"/>
                          <a:pt x="408786" y="108813"/>
                        </a:cubicBezTo>
                        <a:lnTo>
                          <a:pt x="226764" y="4038"/>
                        </a:lnTo>
                        <a:cubicBezTo>
                          <a:pt x="217534" y="-1382"/>
                          <a:pt x="206085" y="-1382"/>
                          <a:pt x="196855" y="4038"/>
                        </a:cubicBezTo>
                        <a:lnTo>
                          <a:pt x="14833" y="108813"/>
                        </a:lnTo>
                        <a:cubicBezTo>
                          <a:pt x="5593" y="114175"/>
                          <a:pt x="-103" y="124034"/>
                          <a:pt x="-122" y="1347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94A7ECE7-8C57-77C7-9274-6E47D2C5A1A6}"/>
                    </a:ext>
                  </a:extLst>
                </p:cNvPr>
                <p:cNvGrpSpPr/>
                <p:nvPr/>
              </p:nvGrpSpPr>
              <p:grpSpPr>
                <a:xfrm>
                  <a:off x="9480266" y="2873968"/>
                  <a:ext cx="1315844" cy="1490754"/>
                  <a:chOff x="9480266" y="2873968"/>
                  <a:chExt cx="1315844" cy="1490754"/>
                </a:xfrm>
              </p:grpSpPr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6DF14EB9-A189-29F0-BEBF-96105B289254}"/>
                      </a:ext>
                    </a:extLst>
                  </p:cNvPr>
                  <p:cNvSpPr/>
                  <p:nvPr/>
                </p:nvSpPr>
                <p:spPr>
                  <a:xfrm>
                    <a:off x="9480266" y="2873968"/>
                    <a:ext cx="1315844" cy="1490754"/>
                  </a:xfrm>
                  <a:custGeom>
                    <a:avLst/>
                    <a:gdLst>
                      <a:gd name="connsiteX0" fmla="*/ 582808 w 582929"/>
                      <a:gd name="connsiteY0" fmla="*/ 474675 h 660415"/>
                      <a:gd name="connsiteX1" fmla="*/ 582808 w 582929"/>
                      <a:gd name="connsiteY1" fmla="*/ 185687 h 660415"/>
                      <a:gd name="connsiteX2" fmla="*/ 562234 w 582929"/>
                      <a:gd name="connsiteY2" fmla="*/ 149968 h 660415"/>
                      <a:gd name="connsiteX3" fmla="*/ 311917 w 582929"/>
                      <a:gd name="connsiteY3" fmla="*/ 5474 h 660415"/>
                      <a:gd name="connsiteX4" fmla="*/ 270769 w 582929"/>
                      <a:gd name="connsiteY4" fmla="*/ 5474 h 660415"/>
                      <a:gd name="connsiteX5" fmla="*/ 20452 w 582929"/>
                      <a:gd name="connsiteY5" fmla="*/ 149968 h 660415"/>
                      <a:gd name="connsiteX6" fmla="*/ -122 w 582929"/>
                      <a:gd name="connsiteY6" fmla="*/ 185687 h 660415"/>
                      <a:gd name="connsiteX7" fmla="*/ -122 w 582929"/>
                      <a:gd name="connsiteY7" fmla="*/ 474675 h 660415"/>
                      <a:gd name="connsiteX8" fmla="*/ 20452 w 582929"/>
                      <a:gd name="connsiteY8" fmla="*/ 510394 h 660415"/>
                      <a:gd name="connsiteX9" fmla="*/ 270769 w 582929"/>
                      <a:gd name="connsiteY9" fmla="*/ 654888 h 660415"/>
                      <a:gd name="connsiteX10" fmla="*/ 311917 w 582929"/>
                      <a:gd name="connsiteY10" fmla="*/ 654888 h 660415"/>
                      <a:gd name="connsiteX11" fmla="*/ 562234 w 582929"/>
                      <a:gd name="connsiteY11" fmla="*/ 510394 h 660415"/>
                      <a:gd name="connsiteX12" fmla="*/ 582808 w 582929"/>
                      <a:gd name="connsiteY12" fmla="*/ 474675 h 6604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82929" h="660415">
                        <a:moveTo>
                          <a:pt x="582808" y="474675"/>
                        </a:moveTo>
                        <a:lnTo>
                          <a:pt x="582808" y="185687"/>
                        </a:lnTo>
                        <a:cubicBezTo>
                          <a:pt x="582837" y="170952"/>
                          <a:pt x="574988" y="157331"/>
                          <a:pt x="562234" y="149968"/>
                        </a:cubicBezTo>
                        <a:lnTo>
                          <a:pt x="311917" y="5474"/>
                        </a:lnTo>
                        <a:cubicBezTo>
                          <a:pt x="299182" y="-1860"/>
                          <a:pt x="283504" y="-1860"/>
                          <a:pt x="270769" y="5474"/>
                        </a:cubicBezTo>
                        <a:lnTo>
                          <a:pt x="20452" y="149968"/>
                        </a:lnTo>
                        <a:cubicBezTo>
                          <a:pt x="7698" y="157331"/>
                          <a:pt x="-150" y="170952"/>
                          <a:pt x="-122" y="185687"/>
                        </a:cubicBezTo>
                        <a:lnTo>
                          <a:pt x="-122" y="474675"/>
                        </a:lnTo>
                        <a:cubicBezTo>
                          <a:pt x="-131" y="489401"/>
                          <a:pt x="7708" y="503012"/>
                          <a:pt x="20452" y="510394"/>
                        </a:cubicBezTo>
                        <a:lnTo>
                          <a:pt x="270769" y="654888"/>
                        </a:lnTo>
                        <a:cubicBezTo>
                          <a:pt x="283504" y="662223"/>
                          <a:pt x="299182" y="662223"/>
                          <a:pt x="311917" y="654888"/>
                        </a:cubicBezTo>
                        <a:lnTo>
                          <a:pt x="562234" y="510394"/>
                        </a:lnTo>
                        <a:cubicBezTo>
                          <a:pt x="574979" y="503012"/>
                          <a:pt x="582818" y="489401"/>
                          <a:pt x="582808" y="474675"/>
                        </a:cubicBezTo>
                        <a:close/>
                      </a:path>
                    </a:pathLst>
                  </a:custGeom>
                  <a:solidFill>
                    <a:srgbClr val="AD362D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5F99B9DC-3960-4CB2-BDEC-D4836D7F8B8A}"/>
                      </a:ext>
                    </a:extLst>
                  </p:cNvPr>
                  <p:cNvSpPr/>
                  <p:nvPr/>
                </p:nvSpPr>
                <p:spPr>
                  <a:xfrm>
                    <a:off x="9659798" y="3077939"/>
                    <a:ext cx="956783" cy="1082594"/>
                  </a:xfrm>
                  <a:custGeom>
                    <a:avLst/>
                    <a:gdLst>
                      <a:gd name="connsiteX0" fmla="*/ 423741 w 423862"/>
                      <a:gd name="connsiteY0" fmla="*/ 344881 h 479597"/>
                      <a:gd name="connsiteX1" fmla="*/ 423741 w 423862"/>
                      <a:gd name="connsiteY1" fmla="*/ 134759 h 479597"/>
                      <a:gd name="connsiteX2" fmla="*/ 408786 w 423862"/>
                      <a:gd name="connsiteY2" fmla="*/ 108756 h 479597"/>
                      <a:gd name="connsiteX3" fmla="*/ 226764 w 423862"/>
                      <a:gd name="connsiteY3" fmla="*/ 3981 h 479597"/>
                      <a:gd name="connsiteX4" fmla="*/ 196855 w 423862"/>
                      <a:gd name="connsiteY4" fmla="*/ 3981 h 479597"/>
                      <a:gd name="connsiteX5" fmla="*/ 14832 w 423862"/>
                      <a:gd name="connsiteY5" fmla="*/ 108756 h 479597"/>
                      <a:gd name="connsiteX6" fmla="*/ -122 w 423862"/>
                      <a:gd name="connsiteY6" fmla="*/ 134759 h 479597"/>
                      <a:gd name="connsiteX7" fmla="*/ -122 w 423862"/>
                      <a:gd name="connsiteY7" fmla="*/ 344881 h 479597"/>
                      <a:gd name="connsiteX8" fmla="*/ 14832 w 423862"/>
                      <a:gd name="connsiteY8" fmla="*/ 370789 h 479597"/>
                      <a:gd name="connsiteX9" fmla="*/ 196855 w 423862"/>
                      <a:gd name="connsiteY9" fmla="*/ 475564 h 479597"/>
                      <a:gd name="connsiteX10" fmla="*/ 226764 w 423862"/>
                      <a:gd name="connsiteY10" fmla="*/ 475564 h 479597"/>
                      <a:gd name="connsiteX11" fmla="*/ 408786 w 423862"/>
                      <a:gd name="connsiteY11" fmla="*/ 370789 h 479597"/>
                      <a:gd name="connsiteX12" fmla="*/ 423741 w 423862"/>
                      <a:gd name="connsiteY12" fmla="*/ 344881 h 4795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23862" h="479597">
                        <a:moveTo>
                          <a:pt x="423741" y="344881"/>
                        </a:moveTo>
                        <a:lnTo>
                          <a:pt x="423741" y="134759"/>
                        </a:lnTo>
                        <a:cubicBezTo>
                          <a:pt x="423741" y="124043"/>
                          <a:pt x="418045" y="114147"/>
                          <a:pt x="408786" y="108756"/>
                        </a:cubicBezTo>
                        <a:lnTo>
                          <a:pt x="226764" y="3981"/>
                        </a:lnTo>
                        <a:cubicBezTo>
                          <a:pt x="217515" y="-1363"/>
                          <a:pt x="206113" y="-1363"/>
                          <a:pt x="196855" y="3981"/>
                        </a:cubicBezTo>
                        <a:lnTo>
                          <a:pt x="14832" y="108756"/>
                        </a:lnTo>
                        <a:cubicBezTo>
                          <a:pt x="5574" y="114147"/>
                          <a:pt x="-122" y="124043"/>
                          <a:pt x="-122" y="134759"/>
                        </a:cubicBezTo>
                        <a:lnTo>
                          <a:pt x="-122" y="344881"/>
                        </a:lnTo>
                        <a:cubicBezTo>
                          <a:pt x="-103" y="355568"/>
                          <a:pt x="5593" y="365426"/>
                          <a:pt x="14832" y="370789"/>
                        </a:cubicBezTo>
                        <a:lnTo>
                          <a:pt x="196855" y="475564"/>
                        </a:lnTo>
                        <a:cubicBezTo>
                          <a:pt x="206104" y="480907"/>
                          <a:pt x="217505" y="480907"/>
                          <a:pt x="226764" y="475564"/>
                        </a:cubicBezTo>
                        <a:lnTo>
                          <a:pt x="408786" y="370789"/>
                        </a:lnTo>
                        <a:cubicBezTo>
                          <a:pt x="418025" y="365426"/>
                          <a:pt x="423722" y="355568"/>
                          <a:pt x="423741" y="34488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</p:grpSp>
          <p:grpSp>
            <p:nvGrpSpPr>
              <p:cNvPr id="8201" name="Group 8200">
                <a:extLst>
                  <a:ext uri="{FF2B5EF4-FFF2-40B4-BE49-F238E27FC236}">
                    <a16:creationId xmlns:a16="http://schemas.microsoft.com/office/drawing/2014/main" id="{FC293215-A0A5-5BE6-968F-2295454DB058}"/>
                  </a:ext>
                </a:extLst>
              </p:cNvPr>
              <p:cNvGrpSpPr/>
              <p:nvPr/>
            </p:nvGrpSpPr>
            <p:grpSpPr>
              <a:xfrm>
                <a:off x="1194669" y="5392430"/>
                <a:ext cx="9802960" cy="523220"/>
                <a:chOff x="1194669" y="5392430"/>
                <a:chExt cx="9802960" cy="523220"/>
              </a:xfrm>
            </p:grpSpPr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CD786C0-7A53-EA5E-480E-9C3C5ECDAFF4}"/>
                    </a:ext>
                  </a:extLst>
                </p:cNvPr>
                <p:cNvSpPr txBox="1"/>
                <p:nvPr/>
              </p:nvSpPr>
              <p:spPr>
                <a:xfrm>
                  <a:off x="1194669" y="5392430"/>
                  <a:ext cx="17191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Application Security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2F08E18-4DD1-08E8-7D9E-F80C69DDB420}"/>
                    </a:ext>
                  </a:extLst>
                </p:cNvPr>
                <p:cNvSpPr txBox="1"/>
                <p:nvPr/>
              </p:nvSpPr>
              <p:spPr>
                <a:xfrm>
                  <a:off x="6583909" y="5392430"/>
                  <a:ext cx="17191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Operational Security</a:t>
                  </a:r>
                </a:p>
              </p:txBody>
            </p:sp>
            <p:sp>
              <p:nvSpPr>
                <p:cNvPr id="8192" name="TextBox 8191">
                  <a:extLst>
                    <a:ext uri="{FF2B5EF4-FFF2-40B4-BE49-F238E27FC236}">
                      <a16:creationId xmlns:a16="http://schemas.microsoft.com/office/drawing/2014/main" id="{FA43FF39-6F7F-C8C3-B998-DDC4FCE5ECCD}"/>
                    </a:ext>
                  </a:extLst>
                </p:cNvPr>
                <p:cNvSpPr txBox="1"/>
                <p:nvPr/>
              </p:nvSpPr>
              <p:spPr>
                <a:xfrm>
                  <a:off x="9278529" y="5392430"/>
                  <a:ext cx="17191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Information Security</a:t>
                  </a:r>
                </a:p>
              </p:txBody>
            </p:sp>
            <p:sp>
              <p:nvSpPr>
                <p:cNvPr id="8193" name="TextBox 8192">
                  <a:extLst>
                    <a:ext uri="{FF2B5EF4-FFF2-40B4-BE49-F238E27FC236}">
                      <a16:creationId xmlns:a16="http://schemas.microsoft.com/office/drawing/2014/main" id="{8F5C59BE-403F-F861-C7DF-790F663DEB9D}"/>
                    </a:ext>
                  </a:extLst>
                </p:cNvPr>
                <p:cNvSpPr txBox="1"/>
                <p:nvPr/>
              </p:nvSpPr>
              <p:spPr>
                <a:xfrm>
                  <a:off x="3889289" y="5392430"/>
                  <a:ext cx="17191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End User Education</a:t>
                  </a:r>
                </a:p>
              </p:txBody>
            </p:sp>
          </p:grpSp>
          <p:grpSp>
            <p:nvGrpSpPr>
              <p:cNvPr id="8200" name="Group 8199">
                <a:extLst>
                  <a:ext uri="{FF2B5EF4-FFF2-40B4-BE49-F238E27FC236}">
                    <a16:creationId xmlns:a16="http://schemas.microsoft.com/office/drawing/2014/main" id="{FC0A2226-0116-B507-ABB0-DCB500A85F2B}"/>
                  </a:ext>
                </a:extLst>
              </p:cNvPr>
              <p:cNvGrpSpPr/>
              <p:nvPr/>
            </p:nvGrpSpPr>
            <p:grpSpPr>
              <a:xfrm>
                <a:off x="2538602" y="2132746"/>
                <a:ext cx="7108340" cy="523220"/>
                <a:chOff x="2538602" y="2132746"/>
                <a:chExt cx="7108340" cy="523220"/>
              </a:xfrm>
            </p:grpSpPr>
            <p:sp>
              <p:nvSpPr>
                <p:cNvPr id="8195" name="TextBox 8194">
                  <a:extLst>
                    <a:ext uri="{FF2B5EF4-FFF2-40B4-BE49-F238E27FC236}">
                      <a16:creationId xmlns:a16="http://schemas.microsoft.com/office/drawing/2014/main" id="{C573EF35-0FCC-636D-4C37-8AEFD18585A6}"/>
                    </a:ext>
                  </a:extLst>
                </p:cNvPr>
                <p:cNvSpPr txBox="1"/>
                <p:nvPr/>
              </p:nvSpPr>
              <p:spPr>
                <a:xfrm>
                  <a:off x="2538602" y="2132746"/>
                  <a:ext cx="17191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Network</a:t>
                  </a:r>
                </a:p>
                <a:p>
                  <a:pPr algn="ctr"/>
                  <a:r>
                    <a:rPr lang="en-I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Security</a:t>
                  </a:r>
                </a:p>
              </p:txBody>
            </p:sp>
            <p:sp>
              <p:nvSpPr>
                <p:cNvPr id="8196" name="TextBox 8195">
                  <a:extLst>
                    <a:ext uri="{FF2B5EF4-FFF2-40B4-BE49-F238E27FC236}">
                      <a16:creationId xmlns:a16="http://schemas.microsoft.com/office/drawing/2014/main" id="{4CEB32AD-4567-D341-4C28-BC0A9E822BB1}"/>
                    </a:ext>
                  </a:extLst>
                </p:cNvPr>
                <p:cNvSpPr txBox="1"/>
                <p:nvPr/>
              </p:nvSpPr>
              <p:spPr>
                <a:xfrm>
                  <a:off x="7927842" y="2132746"/>
                  <a:ext cx="17191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Disaster Recovery Planning</a:t>
                  </a:r>
                </a:p>
              </p:txBody>
            </p:sp>
            <p:sp>
              <p:nvSpPr>
                <p:cNvPr id="8198" name="TextBox 8197">
                  <a:extLst>
                    <a:ext uri="{FF2B5EF4-FFF2-40B4-BE49-F238E27FC236}">
                      <a16:creationId xmlns:a16="http://schemas.microsoft.com/office/drawing/2014/main" id="{FBB76189-08B2-2CC4-4DA9-811698157815}"/>
                    </a:ext>
                  </a:extLst>
                </p:cNvPr>
                <p:cNvSpPr txBox="1"/>
                <p:nvPr/>
              </p:nvSpPr>
              <p:spPr>
                <a:xfrm>
                  <a:off x="5233222" y="2132746"/>
                  <a:ext cx="17191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Cloud </a:t>
                  </a:r>
                </a:p>
                <a:p>
                  <a:pPr algn="ctr"/>
                  <a:r>
                    <a:rPr lang="en-IN" sz="1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Security</a:t>
                  </a:r>
                </a:p>
              </p:txBody>
            </p:sp>
          </p:grpSp>
        </p:grpSp>
        <p:pic>
          <p:nvPicPr>
            <p:cNvPr id="8203" name="Picture 4" descr="application security Icon - Free PNG &amp; SVG 3294463 - Noun Project">
              <a:extLst>
                <a:ext uri="{FF2B5EF4-FFF2-40B4-BE49-F238E27FC236}">
                  <a16:creationId xmlns:a16="http://schemas.microsoft.com/office/drawing/2014/main" id="{BD569D7F-FBF0-7129-6021-176864FC3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4408" y="3443965"/>
              <a:ext cx="400627" cy="4006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4" name="Picture 6" descr="Secure Network Icons - Free SVG &amp; PNG Secure Network Images - Noun Project">
              <a:extLst>
                <a:ext uri="{FF2B5EF4-FFF2-40B4-BE49-F238E27FC236}">
                  <a16:creationId xmlns:a16="http://schemas.microsoft.com/office/drawing/2014/main" id="{9E66D9A6-5448-370C-A236-9E95E284EE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3715" y="4166088"/>
              <a:ext cx="475412" cy="475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5" name="Picture 8" descr="Avatar, boy, graduate, graduation, student icon - Download on Iconfinder">
              <a:extLst>
                <a:ext uri="{FF2B5EF4-FFF2-40B4-BE49-F238E27FC236}">
                  <a16:creationId xmlns:a16="http://schemas.microsoft.com/office/drawing/2014/main" id="{3AB8CC45-A866-9834-725C-192EA6DC75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5836" y="3401457"/>
              <a:ext cx="485642" cy="485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6" name="Picture 10" descr="secure cloud Icon - Free PNG &amp; SVG 906643 - Noun Project">
              <a:extLst>
                <a:ext uri="{FF2B5EF4-FFF2-40B4-BE49-F238E27FC236}">
                  <a16:creationId xmlns:a16="http://schemas.microsoft.com/office/drawing/2014/main" id="{56329DF2-EFE8-6839-AC2B-C854A69E74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2419" y="4120203"/>
              <a:ext cx="566536" cy="566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7" name="Picture 12" descr="Security Operation Icons - Free SVG &amp; PNG Security Operation Images - Noun  Project">
              <a:extLst>
                <a:ext uri="{FF2B5EF4-FFF2-40B4-BE49-F238E27FC236}">
                  <a16:creationId xmlns:a16="http://schemas.microsoft.com/office/drawing/2014/main" id="{EFEAE908-5808-1F32-0975-8DD7A09DFF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4562" y="3425492"/>
              <a:ext cx="437573" cy="4375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8" name="Picture 14" descr="disaster recovery Icon - Free PNG &amp; SVG 3683430 - Noun Project">
              <a:extLst>
                <a:ext uri="{FF2B5EF4-FFF2-40B4-BE49-F238E27FC236}">
                  <a16:creationId xmlns:a16="http://schemas.microsoft.com/office/drawing/2014/main" id="{66C282B4-FA30-80F0-29F6-AD1DB4AD46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5870" y="4198862"/>
              <a:ext cx="409864" cy="409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9" name="Picture 16" descr="File security - Free security icons">
              <a:extLst>
                <a:ext uri="{FF2B5EF4-FFF2-40B4-BE49-F238E27FC236}">
                  <a16:creationId xmlns:a16="http://schemas.microsoft.com/office/drawing/2014/main" id="{1D25B057-395B-B7DD-C62D-FAD081BA5B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20453" y="3426691"/>
              <a:ext cx="435174" cy="4351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095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FFA937-6A0B-D795-FB98-A123318EEFA3}"/>
              </a:ext>
            </a:extLst>
          </p:cNvPr>
          <p:cNvGrpSpPr/>
          <p:nvPr/>
        </p:nvGrpSpPr>
        <p:grpSpPr>
          <a:xfrm>
            <a:off x="482305" y="1868603"/>
            <a:ext cx="11227390" cy="4284630"/>
            <a:chOff x="482305" y="1868603"/>
            <a:chExt cx="11227390" cy="4284630"/>
          </a:xfrm>
        </p:grpSpPr>
        <p:grpSp>
          <p:nvGrpSpPr>
            <p:cNvPr id="5123" name="Group 5122">
              <a:extLst>
                <a:ext uri="{FF2B5EF4-FFF2-40B4-BE49-F238E27FC236}">
                  <a16:creationId xmlns:a16="http://schemas.microsoft.com/office/drawing/2014/main" id="{365212AD-B724-7370-00D3-A9B999BD301C}"/>
                </a:ext>
              </a:extLst>
            </p:cNvPr>
            <p:cNvGrpSpPr/>
            <p:nvPr/>
          </p:nvGrpSpPr>
          <p:grpSpPr>
            <a:xfrm>
              <a:off x="3829038" y="1868603"/>
              <a:ext cx="4743876" cy="4284630"/>
              <a:chOff x="3724488" y="1896311"/>
              <a:chExt cx="4743876" cy="4284630"/>
            </a:xfrm>
          </p:grpSpPr>
          <p:grpSp>
            <p:nvGrpSpPr>
              <p:cNvPr id="8" name="Graphic 5">
                <a:extLst>
                  <a:ext uri="{FF2B5EF4-FFF2-40B4-BE49-F238E27FC236}">
                    <a16:creationId xmlns:a16="http://schemas.microsoft.com/office/drawing/2014/main" id="{2F5FDF8F-8F7A-5D8A-90F5-71640C42F19C}"/>
                  </a:ext>
                </a:extLst>
              </p:cNvPr>
              <p:cNvGrpSpPr/>
              <p:nvPr/>
            </p:nvGrpSpPr>
            <p:grpSpPr>
              <a:xfrm>
                <a:off x="4486588" y="2286949"/>
                <a:ext cx="3219623" cy="3503781"/>
                <a:chOff x="4486588" y="2286949"/>
                <a:chExt cx="3219623" cy="3503781"/>
              </a:xfrm>
            </p:grpSpPr>
            <p:grpSp>
              <p:nvGrpSpPr>
                <p:cNvPr id="9" name="Graphic 5">
                  <a:extLst>
                    <a:ext uri="{FF2B5EF4-FFF2-40B4-BE49-F238E27FC236}">
                      <a16:creationId xmlns:a16="http://schemas.microsoft.com/office/drawing/2014/main" id="{04FA52E4-4308-A44C-13FF-E1FD771F0B35}"/>
                    </a:ext>
                  </a:extLst>
                </p:cNvPr>
                <p:cNvGrpSpPr/>
                <p:nvPr/>
              </p:nvGrpSpPr>
              <p:grpSpPr>
                <a:xfrm>
                  <a:off x="5942396" y="5711222"/>
                  <a:ext cx="445040" cy="79508"/>
                  <a:chOff x="5942396" y="5711222"/>
                  <a:chExt cx="445040" cy="79508"/>
                </a:xfrm>
              </p:grpSpPr>
              <p:sp>
                <p:nvSpPr>
                  <p:cNvPr id="10" name="Freeform: Shape 9">
                    <a:extLst>
                      <a:ext uri="{FF2B5EF4-FFF2-40B4-BE49-F238E27FC236}">
                        <a16:creationId xmlns:a16="http://schemas.microsoft.com/office/drawing/2014/main" id="{4E81D238-AB1D-341F-E9D3-BD9CE459249D}"/>
                      </a:ext>
                    </a:extLst>
                  </p:cNvPr>
                  <p:cNvSpPr/>
                  <p:nvPr/>
                </p:nvSpPr>
                <p:spPr>
                  <a:xfrm>
                    <a:off x="5982189" y="5729647"/>
                    <a:ext cx="405247" cy="24981"/>
                  </a:xfrm>
                  <a:custGeom>
                    <a:avLst/>
                    <a:gdLst>
                      <a:gd name="connsiteX0" fmla="*/ 404735 w 405247"/>
                      <a:gd name="connsiteY0" fmla="*/ -172 h 24981"/>
                      <a:gd name="connsiteX1" fmla="*/ 318510 w 405247"/>
                      <a:gd name="connsiteY1" fmla="*/ 12367 h 24981"/>
                      <a:gd name="connsiteX2" fmla="*/ -513 w 405247"/>
                      <a:gd name="connsiteY2" fmla="*/ 21171 h 249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5247" h="24981">
                        <a:moveTo>
                          <a:pt x="404735" y="-172"/>
                        </a:moveTo>
                        <a:cubicBezTo>
                          <a:pt x="376296" y="4700"/>
                          <a:pt x="347536" y="8883"/>
                          <a:pt x="318510" y="12367"/>
                        </a:cubicBezTo>
                        <a:cubicBezTo>
                          <a:pt x="212670" y="25141"/>
                          <a:pt x="105871" y="28086"/>
                          <a:pt x="-513" y="21171"/>
                        </a:cubicBezTo>
                      </a:path>
                    </a:pathLst>
                  </a:custGeom>
                  <a:noFill/>
                  <a:ln w="21343" cap="rnd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1" name="Freeform: Shape 10">
                    <a:extLst>
                      <a:ext uri="{FF2B5EF4-FFF2-40B4-BE49-F238E27FC236}">
                        <a16:creationId xmlns:a16="http://schemas.microsoft.com/office/drawing/2014/main" id="{4CF9E4C6-7469-22E0-0814-21EF65354693}"/>
                      </a:ext>
                    </a:extLst>
                  </p:cNvPr>
                  <p:cNvSpPr/>
                  <p:nvPr/>
                </p:nvSpPr>
                <p:spPr>
                  <a:xfrm>
                    <a:off x="5942396" y="5711222"/>
                    <a:ext cx="79510" cy="79508"/>
                  </a:xfrm>
                  <a:custGeom>
                    <a:avLst/>
                    <a:gdLst>
                      <a:gd name="connsiteX0" fmla="*/ 78711 w 79510"/>
                      <a:gd name="connsiteY0" fmla="*/ 34847 h 79508"/>
                      <a:gd name="connsiteX1" fmla="*/ 43981 w 79510"/>
                      <a:gd name="connsiteY1" fmla="*/ 79048 h 79508"/>
                      <a:gd name="connsiteX2" fmla="*/ -226 w 79510"/>
                      <a:gd name="connsiteY2" fmla="*/ 44318 h 79508"/>
                      <a:gd name="connsiteX3" fmla="*/ 34510 w 79510"/>
                      <a:gd name="connsiteY3" fmla="*/ 117 h 79508"/>
                      <a:gd name="connsiteX4" fmla="*/ 34531 w 79510"/>
                      <a:gd name="connsiteY4" fmla="*/ 112 h 79508"/>
                      <a:gd name="connsiteX5" fmla="*/ 78711 w 79510"/>
                      <a:gd name="connsiteY5" fmla="*/ 34847 h 795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9510" h="79508">
                        <a:moveTo>
                          <a:pt x="78711" y="34847"/>
                        </a:moveTo>
                        <a:cubicBezTo>
                          <a:pt x="81325" y="56643"/>
                          <a:pt x="65777" y="76433"/>
                          <a:pt x="43981" y="79048"/>
                        </a:cubicBezTo>
                        <a:cubicBezTo>
                          <a:pt x="22179" y="81668"/>
                          <a:pt x="2389" y="66114"/>
                          <a:pt x="-226" y="44318"/>
                        </a:cubicBezTo>
                        <a:cubicBezTo>
                          <a:pt x="-2840" y="22522"/>
                          <a:pt x="12708" y="2731"/>
                          <a:pt x="34510" y="117"/>
                        </a:cubicBezTo>
                        <a:cubicBezTo>
                          <a:pt x="34515" y="112"/>
                          <a:pt x="34526" y="112"/>
                          <a:pt x="34531" y="112"/>
                        </a:cubicBezTo>
                        <a:cubicBezTo>
                          <a:pt x="56322" y="-2487"/>
                          <a:pt x="76096" y="13061"/>
                          <a:pt x="78711" y="34847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95000"/>
                      <a:lumOff val="5000"/>
                    </a:schemeClr>
                  </a:solidFill>
                  <a:ln w="53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2" name="Graphic 5">
                  <a:extLst>
                    <a:ext uri="{FF2B5EF4-FFF2-40B4-BE49-F238E27FC236}">
                      <a16:creationId xmlns:a16="http://schemas.microsoft.com/office/drawing/2014/main" id="{23C5C78E-994D-AA43-A8DE-05E1F17D292A}"/>
                    </a:ext>
                  </a:extLst>
                </p:cNvPr>
                <p:cNvGrpSpPr/>
                <p:nvPr/>
              </p:nvGrpSpPr>
              <p:grpSpPr>
                <a:xfrm>
                  <a:off x="7482312" y="4632198"/>
                  <a:ext cx="223899" cy="401432"/>
                  <a:chOff x="7482312" y="4632198"/>
                  <a:chExt cx="223899" cy="401432"/>
                </a:xfrm>
              </p:grpSpPr>
              <p:sp>
                <p:nvSpPr>
                  <p:cNvPr id="13" name="Freeform: Shape 12">
                    <a:extLst>
                      <a:ext uri="{FF2B5EF4-FFF2-40B4-BE49-F238E27FC236}">
                        <a16:creationId xmlns:a16="http://schemas.microsoft.com/office/drawing/2014/main" id="{D3298F83-D587-E16F-BC91-C4C987444E92}"/>
                      </a:ext>
                    </a:extLst>
                  </p:cNvPr>
                  <p:cNvSpPr/>
                  <p:nvPr/>
                </p:nvSpPr>
                <p:spPr>
                  <a:xfrm>
                    <a:off x="7522236" y="4632198"/>
                    <a:ext cx="183975" cy="361654"/>
                  </a:xfrm>
                  <a:custGeom>
                    <a:avLst/>
                    <a:gdLst>
                      <a:gd name="connsiteX0" fmla="*/ 183463 w 183975"/>
                      <a:gd name="connsiteY0" fmla="*/ -172 h 361654"/>
                      <a:gd name="connsiteX1" fmla="*/ 151448 w 183975"/>
                      <a:gd name="connsiteY1" fmla="*/ 80824 h 361654"/>
                      <a:gd name="connsiteX2" fmla="*/ -513 w 183975"/>
                      <a:gd name="connsiteY2" fmla="*/ 361483 h 3616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3975" h="361654">
                        <a:moveTo>
                          <a:pt x="183463" y="-172"/>
                        </a:moveTo>
                        <a:cubicBezTo>
                          <a:pt x="173432" y="26933"/>
                          <a:pt x="162760" y="53932"/>
                          <a:pt x="151448" y="80824"/>
                        </a:cubicBezTo>
                        <a:cubicBezTo>
                          <a:pt x="109563" y="178868"/>
                          <a:pt x="58714" y="272819"/>
                          <a:pt x="-513" y="361483"/>
                        </a:cubicBezTo>
                      </a:path>
                    </a:pathLst>
                  </a:custGeom>
                  <a:noFill/>
                  <a:ln w="21343" cap="rnd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FF97C4CE-C9EC-5EB7-3C02-E5342E4C286A}"/>
                      </a:ext>
                    </a:extLst>
                  </p:cNvPr>
                  <p:cNvSpPr/>
                  <p:nvPr/>
                </p:nvSpPr>
                <p:spPr>
                  <a:xfrm>
                    <a:off x="7482312" y="4954107"/>
                    <a:ext cx="79520" cy="79522"/>
                  </a:xfrm>
                  <a:custGeom>
                    <a:avLst/>
                    <a:gdLst>
                      <a:gd name="connsiteX0" fmla="*/ 54832 w 79520"/>
                      <a:gd name="connsiteY0" fmla="*/ 3023 h 79522"/>
                      <a:gd name="connsiteX1" fmla="*/ 75801 w 79520"/>
                      <a:gd name="connsiteY1" fmla="*/ 55180 h 79522"/>
                      <a:gd name="connsiteX2" fmla="*/ 23671 w 79520"/>
                      <a:gd name="connsiteY2" fmla="*/ 76155 h 79522"/>
                      <a:gd name="connsiteX3" fmla="*/ 2702 w 79520"/>
                      <a:gd name="connsiteY3" fmla="*/ 23998 h 79522"/>
                      <a:gd name="connsiteX4" fmla="*/ 2702 w 79520"/>
                      <a:gd name="connsiteY4" fmla="*/ 23940 h 79522"/>
                      <a:gd name="connsiteX5" fmla="*/ 54832 w 79520"/>
                      <a:gd name="connsiteY5" fmla="*/ 3023 h 795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9520" h="79522">
                        <a:moveTo>
                          <a:pt x="54832" y="3023"/>
                        </a:moveTo>
                        <a:cubicBezTo>
                          <a:pt x="75001" y="11635"/>
                          <a:pt x="84445" y="34984"/>
                          <a:pt x="75801" y="55180"/>
                        </a:cubicBezTo>
                        <a:cubicBezTo>
                          <a:pt x="67210" y="75376"/>
                          <a:pt x="43840" y="84767"/>
                          <a:pt x="23671" y="76155"/>
                        </a:cubicBezTo>
                        <a:cubicBezTo>
                          <a:pt x="3449" y="67548"/>
                          <a:pt x="-5942" y="44194"/>
                          <a:pt x="2702" y="23998"/>
                        </a:cubicBezTo>
                        <a:cubicBezTo>
                          <a:pt x="2702" y="23982"/>
                          <a:pt x="2702" y="23961"/>
                          <a:pt x="2702" y="23940"/>
                        </a:cubicBezTo>
                        <a:cubicBezTo>
                          <a:pt x="11345" y="3781"/>
                          <a:pt x="34662" y="-5578"/>
                          <a:pt x="54832" y="3023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95000"/>
                      <a:lumOff val="5000"/>
                    </a:schemeClr>
                  </a:solidFill>
                  <a:ln w="53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5" name="Graphic 5">
                  <a:extLst>
                    <a:ext uri="{FF2B5EF4-FFF2-40B4-BE49-F238E27FC236}">
                      <a16:creationId xmlns:a16="http://schemas.microsoft.com/office/drawing/2014/main" id="{E58CDE76-28F7-6E7D-C377-046FD4A4C53E}"/>
                    </a:ext>
                  </a:extLst>
                </p:cNvPr>
                <p:cNvGrpSpPr/>
                <p:nvPr/>
              </p:nvGrpSpPr>
              <p:grpSpPr>
                <a:xfrm>
                  <a:off x="7415202" y="2941363"/>
                  <a:ext cx="260884" cy="380099"/>
                  <a:chOff x="7415202" y="2941363"/>
                  <a:chExt cx="260884" cy="380099"/>
                </a:xfrm>
              </p:grpSpPr>
              <p:sp>
                <p:nvSpPr>
                  <p:cNvPr id="16" name="Freeform: Shape 15">
                    <a:extLst>
                      <a:ext uri="{FF2B5EF4-FFF2-40B4-BE49-F238E27FC236}">
                        <a16:creationId xmlns:a16="http://schemas.microsoft.com/office/drawing/2014/main" id="{32A3D160-B692-78AD-D744-FF67DC86FA22}"/>
                      </a:ext>
                    </a:extLst>
                  </p:cNvPr>
                  <p:cNvSpPr/>
                  <p:nvPr/>
                </p:nvSpPr>
                <p:spPr>
                  <a:xfrm>
                    <a:off x="7415202" y="2941363"/>
                    <a:ext cx="221111" cy="340578"/>
                  </a:xfrm>
                  <a:custGeom>
                    <a:avLst/>
                    <a:gdLst>
                      <a:gd name="connsiteX0" fmla="*/ -513 w 221111"/>
                      <a:gd name="connsiteY0" fmla="*/ -172 h 340578"/>
                      <a:gd name="connsiteX1" fmla="*/ 53485 w 221111"/>
                      <a:gd name="connsiteY1" fmla="*/ 68285 h 340578"/>
                      <a:gd name="connsiteX2" fmla="*/ 220599 w 221111"/>
                      <a:gd name="connsiteY2" fmla="*/ 340406 h 3405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21111" h="340578">
                        <a:moveTo>
                          <a:pt x="-513" y="-172"/>
                        </a:moveTo>
                        <a:cubicBezTo>
                          <a:pt x="17949" y="22062"/>
                          <a:pt x="35930" y="44877"/>
                          <a:pt x="53485" y="68285"/>
                        </a:cubicBezTo>
                        <a:cubicBezTo>
                          <a:pt x="117460" y="153646"/>
                          <a:pt x="173432" y="244743"/>
                          <a:pt x="220599" y="340406"/>
                        </a:cubicBezTo>
                      </a:path>
                    </a:pathLst>
                  </a:custGeom>
                  <a:noFill/>
                  <a:ln w="21343" cap="rnd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9A282E6F-5798-B500-BF84-17EC7F378297}"/>
                      </a:ext>
                    </a:extLst>
                  </p:cNvPr>
                  <p:cNvSpPr/>
                  <p:nvPr/>
                </p:nvSpPr>
                <p:spPr>
                  <a:xfrm>
                    <a:off x="7596583" y="3241957"/>
                    <a:ext cx="79504" cy="79505"/>
                  </a:xfrm>
                  <a:custGeom>
                    <a:avLst/>
                    <a:gdLst>
                      <a:gd name="connsiteX0" fmla="*/ 15368 w 79504"/>
                      <a:gd name="connsiteY0" fmla="*/ 7799 h 79505"/>
                      <a:gd name="connsiteX1" fmla="*/ 71019 w 79504"/>
                      <a:gd name="connsiteY1" fmla="*/ 15706 h 79505"/>
                      <a:gd name="connsiteX2" fmla="*/ 63122 w 79504"/>
                      <a:gd name="connsiteY2" fmla="*/ 71363 h 79505"/>
                      <a:gd name="connsiteX3" fmla="*/ 7471 w 79504"/>
                      <a:gd name="connsiteY3" fmla="*/ 63455 h 79505"/>
                      <a:gd name="connsiteX4" fmla="*/ 7418 w 79504"/>
                      <a:gd name="connsiteY4" fmla="*/ 63397 h 79505"/>
                      <a:gd name="connsiteX5" fmla="*/ 15368 w 79504"/>
                      <a:gd name="connsiteY5" fmla="*/ 7799 h 795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9504" h="79505">
                        <a:moveTo>
                          <a:pt x="15368" y="7799"/>
                        </a:moveTo>
                        <a:cubicBezTo>
                          <a:pt x="32922" y="-5386"/>
                          <a:pt x="57840" y="-1848"/>
                          <a:pt x="71019" y="15706"/>
                        </a:cubicBezTo>
                        <a:cubicBezTo>
                          <a:pt x="84199" y="33255"/>
                          <a:pt x="80677" y="58173"/>
                          <a:pt x="63122" y="71363"/>
                        </a:cubicBezTo>
                        <a:cubicBezTo>
                          <a:pt x="45568" y="84548"/>
                          <a:pt x="20650" y="81010"/>
                          <a:pt x="7471" y="63455"/>
                        </a:cubicBezTo>
                        <a:cubicBezTo>
                          <a:pt x="7471" y="63434"/>
                          <a:pt x="7418" y="63418"/>
                          <a:pt x="7418" y="63397"/>
                        </a:cubicBezTo>
                        <a:cubicBezTo>
                          <a:pt x="-5709" y="45842"/>
                          <a:pt x="-2187" y="20967"/>
                          <a:pt x="15368" y="7799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95000"/>
                      <a:lumOff val="5000"/>
                    </a:schemeClr>
                  </a:solidFill>
                  <a:ln w="53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8" name="Graphic 5">
                  <a:extLst>
                    <a:ext uri="{FF2B5EF4-FFF2-40B4-BE49-F238E27FC236}">
                      <a16:creationId xmlns:a16="http://schemas.microsoft.com/office/drawing/2014/main" id="{118E2012-B51D-2DCA-7615-4DBB51B93DEC}"/>
                    </a:ext>
                  </a:extLst>
                </p:cNvPr>
                <p:cNvGrpSpPr/>
                <p:nvPr/>
              </p:nvGrpSpPr>
              <p:grpSpPr>
                <a:xfrm>
                  <a:off x="5805363" y="2286949"/>
                  <a:ext cx="445093" cy="79507"/>
                  <a:chOff x="5805363" y="2286949"/>
                  <a:chExt cx="445093" cy="79507"/>
                </a:xfrm>
              </p:grpSpPr>
              <p:sp>
                <p:nvSpPr>
                  <p:cNvPr id="19" name="Freeform: Shape 18">
                    <a:extLst>
                      <a:ext uri="{FF2B5EF4-FFF2-40B4-BE49-F238E27FC236}">
                        <a16:creationId xmlns:a16="http://schemas.microsoft.com/office/drawing/2014/main" id="{952A1965-2FF9-3513-E523-E2E4262A48C9}"/>
                      </a:ext>
                    </a:extLst>
                  </p:cNvPr>
                  <p:cNvSpPr/>
                  <p:nvPr/>
                </p:nvSpPr>
                <p:spPr>
                  <a:xfrm>
                    <a:off x="5805363" y="2323048"/>
                    <a:ext cx="405300" cy="24983"/>
                  </a:xfrm>
                  <a:custGeom>
                    <a:avLst/>
                    <a:gdLst>
                      <a:gd name="connsiteX0" fmla="*/ -513 w 405300"/>
                      <a:gd name="connsiteY0" fmla="*/ 24812 h 24983"/>
                      <a:gd name="connsiteX1" fmla="*/ 85766 w 405300"/>
                      <a:gd name="connsiteY1" fmla="*/ 12220 h 24983"/>
                      <a:gd name="connsiteX2" fmla="*/ 404788 w 405300"/>
                      <a:gd name="connsiteY2" fmla="*/ 3469 h 249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5300" h="24983">
                        <a:moveTo>
                          <a:pt x="-513" y="24812"/>
                        </a:moveTo>
                        <a:cubicBezTo>
                          <a:pt x="27943" y="19903"/>
                          <a:pt x="56702" y="15704"/>
                          <a:pt x="85766" y="12220"/>
                        </a:cubicBezTo>
                        <a:cubicBezTo>
                          <a:pt x="191611" y="-511"/>
                          <a:pt x="298405" y="-3441"/>
                          <a:pt x="404788" y="3469"/>
                        </a:cubicBezTo>
                      </a:path>
                    </a:pathLst>
                  </a:custGeom>
                  <a:noFill/>
                  <a:ln w="21343" cap="rnd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1571E271-E88C-EF57-CBE3-FE73B8B1E933}"/>
                      </a:ext>
                    </a:extLst>
                  </p:cNvPr>
                  <p:cNvSpPr/>
                  <p:nvPr/>
                </p:nvSpPr>
                <p:spPr>
                  <a:xfrm>
                    <a:off x="6170946" y="2286949"/>
                    <a:ext cx="79510" cy="79507"/>
                  </a:xfrm>
                  <a:custGeom>
                    <a:avLst/>
                    <a:gdLst>
                      <a:gd name="connsiteX0" fmla="*/ -226 w 79510"/>
                      <a:gd name="connsiteY0" fmla="*/ 44317 h 79507"/>
                      <a:gd name="connsiteX1" fmla="*/ 34505 w 79510"/>
                      <a:gd name="connsiteY1" fmla="*/ 116 h 79507"/>
                      <a:gd name="connsiteX2" fmla="*/ 78711 w 79510"/>
                      <a:gd name="connsiteY2" fmla="*/ 34846 h 79507"/>
                      <a:gd name="connsiteX3" fmla="*/ 43975 w 79510"/>
                      <a:gd name="connsiteY3" fmla="*/ 79047 h 79507"/>
                      <a:gd name="connsiteX4" fmla="*/ 43954 w 79510"/>
                      <a:gd name="connsiteY4" fmla="*/ 79052 h 79507"/>
                      <a:gd name="connsiteX5" fmla="*/ -226 w 79510"/>
                      <a:gd name="connsiteY5" fmla="*/ 44317 h 795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9510" h="79507">
                        <a:moveTo>
                          <a:pt x="-226" y="44317"/>
                        </a:moveTo>
                        <a:cubicBezTo>
                          <a:pt x="-2840" y="22521"/>
                          <a:pt x="12708" y="2730"/>
                          <a:pt x="34505" y="116"/>
                        </a:cubicBezTo>
                        <a:cubicBezTo>
                          <a:pt x="56306" y="-2504"/>
                          <a:pt x="76096" y="13050"/>
                          <a:pt x="78711" y="34846"/>
                        </a:cubicBezTo>
                        <a:cubicBezTo>
                          <a:pt x="81325" y="56642"/>
                          <a:pt x="65777" y="76433"/>
                          <a:pt x="43975" y="79047"/>
                        </a:cubicBezTo>
                        <a:cubicBezTo>
                          <a:pt x="43970" y="79052"/>
                          <a:pt x="43959" y="79052"/>
                          <a:pt x="43954" y="79052"/>
                        </a:cubicBezTo>
                        <a:cubicBezTo>
                          <a:pt x="22163" y="81651"/>
                          <a:pt x="2389" y="66103"/>
                          <a:pt x="-226" y="44317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95000"/>
                      <a:lumOff val="5000"/>
                    </a:schemeClr>
                  </a:solidFill>
                  <a:ln w="53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1" name="Graphic 5">
                  <a:extLst>
                    <a:ext uri="{FF2B5EF4-FFF2-40B4-BE49-F238E27FC236}">
                      <a16:creationId xmlns:a16="http://schemas.microsoft.com/office/drawing/2014/main" id="{2C66C4F1-2546-6CC3-994C-34CA84E653F1}"/>
                    </a:ext>
                  </a:extLst>
                </p:cNvPr>
                <p:cNvGrpSpPr/>
                <p:nvPr/>
              </p:nvGrpSpPr>
              <p:grpSpPr>
                <a:xfrm>
                  <a:off x="4486588" y="3044049"/>
                  <a:ext cx="223746" cy="401432"/>
                  <a:chOff x="4486588" y="3044049"/>
                  <a:chExt cx="223746" cy="401432"/>
                </a:xfrm>
              </p:grpSpPr>
              <p:sp>
                <p:nvSpPr>
                  <p:cNvPr id="22" name="Freeform: Shape 21">
                    <a:extLst>
                      <a:ext uri="{FF2B5EF4-FFF2-40B4-BE49-F238E27FC236}">
                        <a16:creationId xmlns:a16="http://schemas.microsoft.com/office/drawing/2014/main" id="{BA46EB68-05A5-EB0C-DA35-32727E307C13}"/>
                      </a:ext>
                    </a:extLst>
                  </p:cNvPr>
                  <p:cNvSpPr/>
                  <p:nvPr/>
                </p:nvSpPr>
                <p:spPr>
                  <a:xfrm>
                    <a:off x="4486588" y="3083827"/>
                    <a:ext cx="184402" cy="361654"/>
                  </a:xfrm>
                  <a:custGeom>
                    <a:avLst/>
                    <a:gdLst>
                      <a:gd name="connsiteX0" fmla="*/ -513 w 184402"/>
                      <a:gd name="connsiteY0" fmla="*/ 361483 h 361654"/>
                      <a:gd name="connsiteX1" fmla="*/ 31502 w 184402"/>
                      <a:gd name="connsiteY1" fmla="*/ 280487 h 361654"/>
                      <a:gd name="connsiteX2" fmla="*/ 183890 w 184402"/>
                      <a:gd name="connsiteY2" fmla="*/ -172 h 3616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4402" h="361654">
                        <a:moveTo>
                          <a:pt x="-513" y="361483"/>
                        </a:moveTo>
                        <a:cubicBezTo>
                          <a:pt x="9519" y="334377"/>
                          <a:pt x="20190" y="307379"/>
                          <a:pt x="31502" y="280487"/>
                        </a:cubicBezTo>
                        <a:cubicBezTo>
                          <a:pt x="73520" y="182427"/>
                          <a:pt x="124535" y="88470"/>
                          <a:pt x="183890" y="-172"/>
                        </a:cubicBezTo>
                      </a:path>
                    </a:pathLst>
                  </a:custGeom>
                  <a:noFill/>
                  <a:ln w="21343" cap="rnd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3" name="Freeform: Shape 22">
                    <a:extLst>
                      <a:ext uri="{FF2B5EF4-FFF2-40B4-BE49-F238E27FC236}">
                        <a16:creationId xmlns:a16="http://schemas.microsoft.com/office/drawing/2014/main" id="{E495EA8C-A04D-6F36-9BE8-635A2CDD9ACD}"/>
                      </a:ext>
                    </a:extLst>
                  </p:cNvPr>
                  <p:cNvSpPr/>
                  <p:nvPr/>
                </p:nvSpPr>
                <p:spPr>
                  <a:xfrm>
                    <a:off x="4630812" y="3044049"/>
                    <a:ext cx="79522" cy="79522"/>
                  </a:xfrm>
                  <a:custGeom>
                    <a:avLst/>
                    <a:gdLst>
                      <a:gd name="connsiteX0" fmla="*/ 23658 w 79522"/>
                      <a:gd name="connsiteY0" fmla="*/ 76155 h 79522"/>
                      <a:gd name="connsiteX1" fmla="*/ 2683 w 79522"/>
                      <a:gd name="connsiteY1" fmla="*/ 23999 h 79522"/>
                      <a:gd name="connsiteX2" fmla="*/ 54835 w 79522"/>
                      <a:gd name="connsiteY2" fmla="*/ 3024 h 79522"/>
                      <a:gd name="connsiteX3" fmla="*/ 75815 w 79522"/>
                      <a:gd name="connsiteY3" fmla="*/ 55180 h 79522"/>
                      <a:gd name="connsiteX4" fmla="*/ 75788 w 79522"/>
                      <a:gd name="connsiteY4" fmla="*/ 55239 h 79522"/>
                      <a:gd name="connsiteX5" fmla="*/ 23658 w 79522"/>
                      <a:gd name="connsiteY5" fmla="*/ 76155 h 795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9522" h="79522">
                        <a:moveTo>
                          <a:pt x="23658" y="76155"/>
                        </a:moveTo>
                        <a:cubicBezTo>
                          <a:pt x="3463" y="67543"/>
                          <a:pt x="-5928" y="44194"/>
                          <a:pt x="2683" y="23999"/>
                        </a:cubicBezTo>
                        <a:cubicBezTo>
                          <a:pt x="11290" y="3803"/>
                          <a:pt x="34644" y="-5588"/>
                          <a:pt x="54835" y="3024"/>
                        </a:cubicBezTo>
                        <a:cubicBezTo>
                          <a:pt x="75030" y="11630"/>
                          <a:pt x="84426" y="34985"/>
                          <a:pt x="75815" y="55180"/>
                        </a:cubicBezTo>
                        <a:cubicBezTo>
                          <a:pt x="75804" y="55197"/>
                          <a:pt x="75799" y="55218"/>
                          <a:pt x="75788" y="55239"/>
                        </a:cubicBezTo>
                        <a:cubicBezTo>
                          <a:pt x="67155" y="75398"/>
                          <a:pt x="43827" y="84756"/>
                          <a:pt x="23658" y="76155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95000"/>
                      <a:lumOff val="5000"/>
                    </a:schemeClr>
                  </a:solidFill>
                  <a:ln w="53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4" name="Graphic 5">
                  <a:extLst>
                    <a:ext uri="{FF2B5EF4-FFF2-40B4-BE49-F238E27FC236}">
                      <a16:creationId xmlns:a16="http://schemas.microsoft.com/office/drawing/2014/main" id="{2A31E555-9C80-10B1-AE88-02FEC923BDED}"/>
                    </a:ext>
                  </a:extLst>
                </p:cNvPr>
                <p:cNvGrpSpPr/>
                <p:nvPr/>
              </p:nvGrpSpPr>
              <p:grpSpPr>
                <a:xfrm>
                  <a:off x="4516798" y="4756110"/>
                  <a:ext cx="260906" cy="380153"/>
                  <a:chOff x="4516798" y="4756110"/>
                  <a:chExt cx="260906" cy="380153"/>
                </a:xfrm>
              </p:grpSpPr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2F912A60-BAD8-B631-460F-B817A7FA8DDB}"/>
                      </a:ext>
                    </a:extLst>
                  </p:cNvPr>
                  <p:cNvSpPr/>
                  <p:nvPr/>
                </p:nvSpPr>
                <p:spPr>
                  <a:xfrm>
                    <a:off x="4556593" y="4795737"/>
                    <a:ext cx="221112" cy="340525"/>
                  </a:xfrm>
                  <a:custGeom>
                    <a:avLst/>
                    <a:gdLst>
                      <a:gd name="connsiteX0" fmla="*/ 220599 w 221112"/>
                      <a:gd name="connsiteY0" fmla="*/ 340353 h 340525"/>
                      <a:gd name="connsiteX1" fmla="*/ 166602 w 221112"/>
                      <a:gd name="connsiteY1" fmla="*/ 271949 h 340525"/>
                      <a:gd name="connsiteX2" fmla="*/ -513 w 221112"/>
                      <a:gd name="connsiteY2" fmla="*/ -172 h 340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21112" h="340525">
                        <a:moveTo>
                          <a:pt x="220599" y="340353"/>
                        </a:moveTo>
                        <a:cubicBezTo>
                          <a:pt x="202138" y="318156"/>
                          <a:pt x="184140" y="295357"/>
                          <a:pt x="166602" y="271949"/>
                        </a:cubicBezTo>
                        <a:cubicBezTo>
                          <a:pt x="102589" y="186615"/>
                          <a:pt x="46639" y="95518"/>
                          <a:pt x="-513" y="-172"/>
                        </a:cubicBezTo>
                      </a:path>
                    </a:pathLst>
                  </a:custGeom>
                  <a:noFill/>
                  <a:ln w="21343" cap="rnd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7330C0AB-07FD-790D-3F9F-68ED63669E32}"/>
                      </a:ext>
                    </a:extLst>
                  </p:cNvPr>
                  <p:cNvSpPr/>
                  <p:nvPr/>
                </p:nvSpPr>
                <p:spPr>
                  <a:xfrm>
                    <a:off x="4516798" y="4756110"/>
                    <a:ext cx="79508" cy="79505"/>
                  </a:xfrm>
                  <a:custGeom>
                    <a:avLst/>
                    <a:gdLst>
                      <a:gd name="connsiteX0" fmla="*/ 62972 w 79508"/>
                      <a:gd name="connsiteY0" fmla="*/ 71470 h 79505"/>
                      <a:gd name="connsiteX1" fmla="*/ 7353 w 79508"/>
                      <a:gd name="connsiteY1" fmla="*/ 63312 h 79505"/>
                      <a:gd name="connsiteX2" fmla="*/ 15511 w 79508"/>
                      <a:gd name="connsiteY2" fmla="*/ 7692 h 79505"/>
                      <a:gd name="connsiteX3" fmla="*/ 71029 w 79508"/>
                      <a:gd name="connsiteY3" fmla="*/ 15712 h 79505"/>
                      <a:gd name="connsiteX4" fmla="*/ 63111 w 79508"/>
                      <a:gd name="connsiteY4" fmla="*/ 71369 h 79505"/>
                      <a:gd name="connsiteX5" fmla="*/ 62972 w 79508"/>
                      <a:gd name="connsiteY5" fmla="*/ 71470 h 795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9508" h="79505">
                        <a:moveTo>
                          <a:pt x="62972" y="71470"/>
                        </a:moveTo>
                        <a:cubicBezTo>
                          <a:pt x="45359" y="84574"/>
                          <a:pt x="20457" y="80925"/>
                          <a:pt x="7353" y="63312"/>
                        </a:cubicBezTo>
                        <a:cubicBezTo>
                          <a:pt x="-5757" y="45698"/>
                          <a:pt x="-2102" y="20797"/>
                          <a:pt x="15511" y="7692"/>
                        </a:cubicBezTo>
                        <a:cubicBezTo>
                          <a:pt x="33071" y="-5375"/>
                          <a:pt x="57887" y="-1790"/>
                          <a:pt x="71029" y="15712"/>
                        </a:cubicBezTo>
                        <a:cubicBezTo>
                          <a:pt x="84214" y="33266"/>
                          <a:pt x="80665" y="58184"/>
                          <a:pt x="63111" y="71369"/>
                        </a:cubicBezTo>
                        <a:cubicBezTo>
                          <a:pt x="63063" y="71401"/>
                          <a:pt x="63020" y="71438"/>
                          <a:pt x="62972" y="7147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95000"/>
                      <a:lumOff val="5000"/>
                    </a:schemeClr>
                  </a:solidFill>
                  <a:ln w="53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</p:grp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F5344F0-1016-0B96-E0DB-37D6CD319F75}"/>
                  </a:ext>
                </a:extLst>
              </p:cNvPr>
              <p:cNvSpPr/>
              <p:nvPr/>
            </p:nvSpPr>
            <p:spPr>
              <a:xfrm>
                <a:off x="4380762" y="3465277"/>
                <a:ext cx="581211" cy="1147178"/>
              </a:xfrm>
              <a:custGeom>
                <a:avLst/>
                <a:gdLst>
                  <a:gd name="connsiteX0" fmla="*/ 98324 w 581211"/>
                  <a:gd name="connsiteY0" fmla="*/ 1147006 h 1147178"/>
                  <a:gd name="connsiteX1" fmla="*/ 571959 w 581211"/>
                  <a:gd name="connsiteY1" fmla="*/ 473463 h 1147178"/>
                  <a:gd name="connsiteX2" fmla="*/ 98324 w 581211"/>
                  <a:gd name="connsiteY2" fmla="*/ -172 h 1147178"/>
                  <a:gd name="connsiteX3" fmla="*/ 98324 w 581211"/>
                  <a:gd name="connsiteY3" fmla="*/ 1147006 h 1147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1211" h="1147178">
                    <a:moveTo>
                      <a:pt x="98324" y="1147006"/>
                    </a:moveTo>
                    <a:cubicBezTo>
                      <a:pt x="415110" y="1091803"/>
                      <a:pt x="627162" y="790250"/>
                      <a:pt x="571959" y="473463"/>
                    </a:cubicBezTo>
                    <a:cubicBezTo>
                      <a:pt x="529791" y="231483"/>
                      <a:pt x="340304" y="41996"/>
                      <a:pt x="98324" y="-172"/>
                    </a:cubicBezTo>
                    <a:cubicBezTo>
                      <a:pt x="-33458" y="370868"/>
                      <a:pt x="-33458" y="775966"/>
                      <a:pt x="98324" y="114700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0C7FC3F5-E143-EC33-6A8F-23BB3D266EDB}"/>
                  </a:ext>
                </a:extLst>
              </p:cNvPr>
              <p:cNvSpPr/>
              <p:nvPr/>
            </p:nvSpPr>
            <p:spPr>
              <a:xfrm>
                <a:off x="3724488" y="3382307"/>
                <a:ext cx="1312585" cy="1312585"/>
              </a:xfrm>
              <a:custGeom>
                <a:avLst/>
                <a:gdLst>
                  <a:gd name="connsiteX0" fmla="*/ 655780 w 1312585"/>
                  <a:gd name="connsiteY0" fmla="*/ -172 h 1312585"/>
                  <a:gd name="connsiteX1" fmla="*/ -513 w 1312585"/>
                  <a:gd name="connsiteY1" fmla="*/ 656121 h 1312585"/>
                  <a:gd name="connsiteX2" fmla="*/ 655780 w 1312585"/>
                  <a:gd name="connsiteY2" fmla="*/ 1312414 h 1312585"/>
                  <a:gd name="connsiteX3" fmla="*/ 1312073 w 1312585"/>
                  <a:gd name="connsiteY3" fmla="*/ 656121 h 1312585"/>
                  <a:gd name="connsiteX4" fmla="*/ 655780 w 1312585"/>
                  <a:gd name="connsiteY4" fmla="*/ -172 h 1312585"/>
                  <a:gd name="connsiteX5" fmla="*/ 655780 w 1312585"/>
                  <a:gd name="connsiteY5" fmla="*/ 1204099 h 1312585"/>
                  <a:gd name="connsiteX6" fmla="*/ 108069 w 1312585"/>
                  <a:gd name="connsiteY6" fmla="*/ 656387 h 1312585"/>
                  <a:gd name="connsiteX7" fmla="*/ 655780 w 1312585"/>
                  <a:gd name="connsiteY7" fmla="*/ 108677 h 1312585"/>
                  <a:gd name="connsiteX8" fmla="*/ 1203492 w 1312585"/>
                  <a:gd name="connsiteY8" fmla="*/ 656334 h 1312585"/>
                  <a:gd name="connsiteX9" fmla="*/ 655834 w 1312585"/>
                  <a:gd name="connsiteY9" fmla="*/ 1204099 h 1312585"/>
                  <a:gd name="connsiteX10" fmla="*/ 655780 w 1312585"/>
                  <a:gd name="connsiteY10" fmla="*/ 1204099 h 1312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585" h="1312585">
                    <a:moveTo>
                      <a:pt x="655780" y="-172"/>
                    </a:moveTo>
                    <a:cubicBezTo>
                      <a:pt x="293320" y="-172"/>
                      <a:pt x="-513" y="293660"/>
                      <a:pt x="-513" y="656121"/>
                    </a:cubicBezTo>
                    <a:cubicBezTo>
                      <a:pt x="-513" y="1018581"/>
                      <a:pt x="293320" y="1312414"/>
                      <a:pt x="655780" y="1312414"/>
                    </a:cubicBezTo>
                    <a:cubicBezTo>
                      <a:pt x="1018241" y="1312414"/>
                      <a:pt x="1312073" y="1018581"/>
                      <a:pt x="1312073" y="656121"/>
                    </a:cubicBezTo>
                    <a:cubicBezTo>
                      <a:pt x="1312073" y="293660"/>
                      <a:pt x="1018241" y="-172"/>
                      <a:pt x="655780" y="-172"/>
                    </a:cubicBezTo>
                    <a:close/>
                    <a:moveTo>
                      <a:pt x="655780" y="1204099"/>
                    </a:moveTo>
                    <a:cubicBezTo>
                      <a:pt x="353288" y="1204099"/>
                      <a:pt x="108069" y="958880"/>
                      <a:pt x="108069" y="656387"/>
                    </a:cubicBezTo>
                    <a:cubicBezTo>
                      <a:pt x="108069" y="353895"/>
                      <a:pt x="353288" y="108677"/>
                      <a:pt x="655780" y="108677"/>
                    </a:cubicBezTo>
                    <a:cubicBezTo>
                      <a:pt x="958251" y="108677"/>
                      <a:pt x="1203460" y="353863"/>
                      <a:pt x="1203492" y="656334"/>
                    </a:cubicBezTo>
                    <a:cubicBezTo>
                      <a:pt x="1203523" y="958826"/>
                      <a:pt x="958326" y="1204067"/>
                      <a:pt x="655834" y="1204099"/>
                    </a:cubicBezTo>
                    <a:cubicBezTo>
                      <a:pt x="655818" y="1204099"/>
                      <a:pt x="655796" y="1204099"/>
                      <a:pt x="655780" y="12040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  <a:effectLst>
                <a:outerShdw blurRad="127000" dist="63500" dir="18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6911AB3-0B91-BD86-4F2A-FF88EB5470C0}"/>
                  </a:ext>
                </a:extLst>
              </p:cNvPr>
              <p:cNvSpPr/>
              <p:nvPr/>
            </p:nvSpPr>
            <p:spPr>
              <a:xfrm>
                <a:off x="4090998" y="3749084"/>
                <a:ext cx="579565" cy="579565"/>
              </a:xfrm>
              <a:custGeom>
                <a:avLst/>
                <a:gdLst>
                  <a:gd name="connsiteX0" fmla="*/ -513 w 579565"/>
                  <a:gd name="connsiteY0" fmla="*/ 289557 h 579565"/>
                  <a:gd name="connsiteX1" fmla="*/ 289323 w 579565"/>
                  <a:gd name="connsiteY1" fmla="*/ -172 h 579565"/>
                  <a:gd name="connsiteX2" fmla="*/ 579053 w 579565"/>
                  <a:gd name="connsiteY2" fmla="*/ 289664 h 579565"/>
                  <a:gd name="connsiteX3" fmla="*/ 289270 w 579565"/>
                  <a:gd name="connsiteY3" fmla="*/ 579393 h 579565"/>
                  <a:gd name="connsiteX4" fmla="*/ -513 w 579565"/>
                  <a:gd name="connsiteY4" fmla="*/ 289611 h 579565"/>
                  <a:gd name="connsiteX5" fmla="*/ -513 w 579565"/>
                  <a:gd name="connsiteY5" fmla="*/ 289557 h 579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9565" h="579565">
                    <a:moveTo>
                      <a:pt x="-513" y="289557"/>
                    </a:moveTo>
                    <a:cubicBezTo>
                      <a:pt x="-486" y="129512"/>
                      <a:pt x="129279" y="-204"/>
                      <a:pt x="289323" y="-172"/>
                    </a:cubicBezTo>
                    <a:cubicBezTo>
                      <a:pt x="449368" y="-140"/>
                      <a:pt x="579085" y="129619"/>
                      <a:pt x="579053" y="289664"/>
                    </a:cubicBezTo>
                    <a:cubicBezTo>
                      <a:pt x="579021" y="449688"/>
                      <a:pt x="449294" y="579393"/>
                      <a:pt x="289270" y="579393"/>
                    </a:cubicBezTo>
                    <a:cubicBezTo>
                      <a:pt x="129225" y="579393"/>
                      <a:pt x="-513" y="449655"/>
                      <a:pt x="-513" y="289611"/>
                    </a:cubicBezTo>
                    <a:cubicBezTo>
                      <a:pt x="-513" y="289595"/>
                      <a:pt x="-513" y="289573"/>
                      <a:pt x="-513" y="2895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02</a:t>
                </a:r>
                <a:endParaRPr lang="en-I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3D7DC96-EB01-D0FB-4829-A54356387BCB}"/>
                  </a:ext>
                </a:extLst>
              </p:cNvPr>
              <p:cNvSpPr/>
              <p:nvPr/>
            </p:nvSpPr>
            <p:spPr>
              <a:xfrm>
                <a:off x="4790990" y="4942933"/>
                <a:ext cx="1029606" cy="782925"/>
              </a:xfrm>
              <a:custGeom>
                <a:avLst/>
                <a:gdLst>
                  <a:gd name="connsiteX0" fmla="*/ 993264 w 1029606"/>
                  <a:gd name="connsiteY0" fmla="*/ 782754 h 782925"/>
                  <a:gd name="connsiteX1" fmla="*/ 647366 w 1029606"/>
                  <a:gd name="connsiteY1" fmla="*/ 35530 h 782925"/>
                  <a:gd name="connsiteX2" fmla="*/ -513 w 1029606"/>
                  <a:gd name="connsiteY2" fmla="*/ 209271 h 782925"/>
                  <a:gd name="connsiteX3" fmla="*/ 993264 w 1029606"/>
                  <a:gd name="connsiteY3" fmla="*/ 782754 h 78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9606" h="782925">
                    <a:moveTo>
                      <a:pt x="993264" y="782754"/>
                    </a:moveTo>
                    <a:cubicBezTo>
                      <a:pt x="1104087" y="480896"/>
                      <a:pt x="949223" y="146352"/>
                      <a:pt x="647366" y="35530"/>
                    </a:cubicBezTo>
                    <a:cubicBezTo>
                      <a:pt x="416388" y="-49271"/>
                      <a:pt x="157040" y="20280"/>
                      <a:pt x="-513" y="209271"/>
                    </a:cubicBezTo>
                    <a:cubicBezTo>
                      <a:pt x="255010" y="508946"/>
                      <a:pt x="605950" y="711463"/>
                      <a:pt x="993264" y="78275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763CDA7-D342-FD56-A03C-9EF263A150F3}"/>
                  </a:ext>
                </a:extLst>
              </p:cNvPr>
              <p:cNvSpPr/>
              <p:nvPr/>
            </p:nvSpPr>
            <p:spPr>
              <a:xfrm>
                <a:off x="4582151" y="4868356"/>
                <a:ext cx="1312585" cy="1312585"/>
              </a:xfrm>
              <a:custGeom>
                <a:avLst/>
                <a:gdLst>
                  <a:gd name="connsiteX0" fmla="*/ 655780 w 1312585"/>
                  <a:gd name="connsiteY0" fmla="*/ -172 h 1312585"/>
                  <a:gd name="connsiteX1" fmla="*/ -513 w 1312585"/>
                  <a:gd name="connsiteY1" fmla="*/ 656121 h 1312585"/>
                  <a:gd name="connsiteX2" fmla="*/ 655780 w 1312585"/>
                  <a:gd name="connsiteY2" fmla="*/ 1312414 h 1312585"/>
                  <a:gd name="connsiteX3" fmla="*/ 1312073 w 1312585"/>
                  <a:gd name="connsiteY3" fmla="*/ 656121 h 1312585"/>
                  <a:gd name="connsiteX4" fmla="*/ 655780 w 1312585"/>
                  <a:gd name="connsiteY4" fmla="*/ -172 h 1312585"/>
                  <a:gd name="connsiteX5" fmla="*/ 655780 w 1312585"/>
                  <a:gd name="connsiteY5" fmla="*/ 1204045 h 1312585"/>
                  <a:gd name="connsiteX6" fmla="*/ 108069 w 1312585"/>
                  <a:gd name="connsiteY6" fmla="*/ 656334 h 1312585"/>
                  <a:gd name="connsiteX7" fmla="*/ 655780 w 1312585"/>
                  <a:gd name="connsiteY7" fmla="*/ 108623 h 1312585"/>
                  <a:gd name="connsiteX8" fmla="*/ 1203492 w 1312585"/>
                  <a:gd name="connsiteY8" fmla="*/ 656334 h 1312585"/>
                  <a:gd name="connsiteX9" fmla="*/ 655780 w 1312585"/>
                  <a:gd name="connsiteY9" fmla="*/ 1204045 h 1312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12585" h="1312585">
                    <a:moveTo>
                      <a:pt x="655780" y="-172"/>
                    </a:moveTo>
                    <a:cubicBezTo>
                      <a:pt x="293320" y="-172"/>
                      <a:pt x="-513" y="293661"/>
                      <a:pt x="-513" y="656121"/>
                    </a:cubicBezTo>
                    <a:cubicBezTo>
                      <a:pt x="-513" y="1018581"/>
                      <a:pt x="293320" y="1312414"/>
                      <a:pt x="655780" y="1312414"/>
                    </a:cubicBezTo>
                    <a:cubicBezTo>
                      <a:pt x="1018241" y="1312414"/>
                      <a:pt x="1312073" y="1018581"/>
                      <a:pt x="1312073" y="656121"/>
                    </a:cubicBezTo>
                    <a:cubicBezTo>
                      <a:pt x="1312073" y="293661"/>
                      <a:pt x="1018241" y="-172"/>
                      <a:pt x="655780" y="-172"/>
                    </a:cubicBezTo>
                    <a:close/>
                    <a:moveTo>
                      <a:pt x="655780" y="1204045"/>
                    </a:moveTo>
                    <a:cubicBezTo>
                      <a:pt x="353288" y="1204045"/>
                      <a:pt x="108069" y="958826"/>
                      <a:pt x="108069" y="656334"/>
                    </a:cubicBezTo>
                    <a:cubicBezTo>
                      <a:pt x="108069" y="353842"/>
                      <a:pt x="353288" y="108623"/>
                      <a:pt x="655780" y="108623"/>
                    </a:cubicBezTo>
                    <a:cubicBezTo>
                      <a:pt x="958273" y="108623"/>
                      <a:pt x="1203492" y="353842"/>
                      <a:pt x="1203492" y="656334"/>
                    </a:cubicBezTo>
                    <a:cubicBezTo>
                      <a:pt x="1203492" y="958826"/>
                      <a:pt x="958273" y="1204045"/>
                      <a:pt x="655780" y="12040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  <a:effectLst>
                <a:outerShdw blurRad="127000" dist="63500" dir="168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1441039-F66F-426C-76BE-241E9D1DA9B5}"/>
                  </a:ext>
                </a:extLst>
              </p:cNvPr>
              <p:cNvSpPr/>
              <p:nvPr/>
            </p:nvSpPr>
            <p:spPr>
              <a:xfrm>
                <a:off x="4948447" y="5234973"/>
                <a:ext cx="579672" cy="579671"/>
              </a:xfrm>
              <a:custGeom>
                <a:avLst/>
                <a:gdLst>
                  <a:gd name="connsiteX0" fmla="*/ -513 w 579672"/>
                  <a:gd name="connsiteY0" fmla="*/ 289717 h 579671"/>
                  <a:gd name="connsiteX1" fmla="*/ 289270 w 579672"/>
                  <a:gd name="connsiteY1" fmla="*/ -172 h 579671"/>
                  <a:gd name="connsiteX2" fmla="*/ 579160 w 579672"/>
                  <a:gd name="connsiteY2" fmla="*/ 289611 h 579671"/>
                  <a:gd name="connsiteX3" fmla="*/ 289377 w 579672"/>
                  <a:gd name="connsiteY3" fmla="*/ 579500 h 579671"/>
                  <a:gd name="connsiteX4" fmla="*/ 289270 w 579672"/>
                  <a:gd name="connsiteY4" fmla="*/ 579500 h 579671"/>
                  <a:gd name="connsiteX5" fmla="*/ -513 w 579672"/>
                  <a:gd name="connsiteY5" fmla="*/ 289717 h 57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9672" h="579671">
                    <a:moveTo>
                      <a:pt x="-513" y="289717"/>
                    </a:moveTo>
                    <a:cubicBezTo>
                      <a:pt x="-539" y="129646"/>
                      <a:pt x="129199" y="-140"/>
                      <a:pt x="289270" y="-172"/>
                    </a:cubicBezTo>
                    <a:cubicBezTo>
                      <a:pt x="449342" y="-204"/>
                      <a:pt x="579127" y="129539"/>
                      <a:pt x="579160" y="289611"/>
                    </a:cubicBezTo>
                    <a:cubicBezTo>
                      <a:pt x="579191" y="449682"/>
                      <a:pt x="449448" y="579468"/>
                      <a:pt x="289377" y="579500"/>
                    </a:cubicBezTo>
                    <a:cubicBezTo>
                      <a:pt x="289339" y="579500"/>
                      <a:pt x="289308" y="579500"/>
                      <a:pt x="289270" y="579500"/>
                    </a:cubicBezTo>
                    <a:cubicBezTo>
                      <a:pt x="129241" y="579468"/>
                      <a:pt x="-486" y="449746"/>
                      <a:pt x="-513" y="2897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01</a:t>
                </a:r>
                <a:endParaRPr lang="en-I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EE573FE-0E14-C8EF-0701-DB215C62816B}"/>
                  </a:ext>
                </a:extLst>
              </p:cNvPr>
              <p:cNvSpPr/>
              <p:nvPr/>
            </p:nvSpPr>
            <p:spPr>
              <a:xfrm>
                <a:off x="6372221" y="4942963"/>
                <a:ext cx="1029374" cy="783216"/>
              </a:xfrm>
              <a:custGeom>
                <a:avLst/>
                <a:gdLst>
                  <a:gd name="connsiteX0" fmla="*/ 1028862 w 1029374"/>
                  <a:gd name="connsiteY0" fmla="*/ 209135 h 783216"/>
                  <a:gd name="connsiteX1" fmla="*/ 208815 w 1029374"/>
                  <a:gd name="connsiteY1" fmla="*/ 134963 h 783216"/>
                  <a:gd name="connsiteX2" fmla="*/ 35298 w 1029374"/>
                  <a:gd name="connsiteY2" fmla="*/ 783044 h 783216"/>
                  <a:gd name="connsiteX3" fmla="*/ 1028862 w 1029374"/>
                  <a:gd name="connsiteY3" fmla="*/ 209135 h 783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9374" h="783216">
                    <a:moveTo>
                      <a:pt x="1028862" y="209135"/>
                    </a:moveTo>
                    <a:cubicBezTo>
                      <a:pt x="822903" y="-37802"/>
                      <a:pt x="455752" y="-71006"/>
                      <a:pt x="208815" y="134963"/>
                    </a:cubicBezTo>
                    <a:cubicBezTo>
                      <a:pt x="19825" y="292607"/>
                      <a:pt x="-49652" y="552056"/>
                      <a:pt x="35298" y="783044"/>
                    </a:cubicBezTo>
                    <a:cubicBezTo>
                      <a:pt x="422564" y="711572"/>
                      <a:pt x="773441" y="508906"/>
                      <a:pt x="1028862" y="20913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79B01C5C-614B-6E8A-0823-AE6641F974C0}"/>
                  </a:ext>
                </a:extLst>
              </p:cNvPr>
              <p:cNvSpPr/>
              <p:nvPr/>
            </p:nvSpPr>
            <p:spPr>
              <a:xfrm>
                <a:off x="6298063" y="4868356"/>
                <a:ext cx="1312585" cy="1312585"/>
              </a:xfrm>
              <a:custGeom>
                <a:avLst/>
                <a:gdLst>
                  <a:gd name="connsiteX0" fmla="*/ 655780 w 1312585"/>
                  <a:gd name="connsiteY0" fmla="*/ -172 h 1312585"/>
                  <a:gd name="connsiteX1" fmla="*/ -513 w 1312585"/>
                  <a:gd name="connsiteY1" fmla="*/ 656121 h 1312585"/>
                  <a:gd name="connsiteX2" fmla="*/ 655780 w 1312585"/>
                  <a:gd name="connsiteY2" fmla="*/ 1312414 h 1312585"/>
                  <a:gd name="connsiteX3" fmla="*/ 1312073 w 1312585"/>
                  <a:gd name="connsiteY3" fmla="*/ 656121 h 1312585"/>
                  <a:gd name="connsiteX4" fmla="*/ 655780 w 1312585"/>
                  <a:gd name="connsiteY4" fmla="*/ -172 h 1312585"/>
                  <a:gd name="connsiteX5" fmla="*/ 655780 w 1312585"/>
                  <a:gd name="connsiteY5" fmla="*/ 1204045 h 1312585"/>
                  <a:gd name="connsiteX6" fmla="*/ 108069 w 1312585"/>
                  <a:gd name="connsiteY6" fmla="*/ 656334 h 1312585"/>
                  <a:gd name="connsiteX7" fmla="*/ 655780 w 1312585"/>
                  <a:gd name="connsiteY7" fmla="*/ 108623 h 1312585"/>
                  <a:gd name="connsiteX8" fmla="*/ 1203491 w 1312585"/>
                  <a:gd name="connsiteY8" fmla="*/ 656334 h 1312585"/>
                  <a:gd name="connsiteX9" fmla="*/ 655780 w 1312585"/>
                  <a:gd name="connsiteY9" fmla="*/ 1204045 h 1312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12585" h="1312585">
                    <a:moveTo>
                      <a:pt x="655780" y="-172"/>
                    </a:moveTo>
                    <a:cubicBezTo>
                      <a:pt x="293325" y="-172"/>
                      <a:pt x="-513" y="293661"/>
                      <a:pt x="-513" y="656121"/>
                    </a:cubicBezTo>
                    <a:cubicBezTo>
                      <a:pt x="-513" y="1018581"/>
                      <a:pt x="293325" y="1312414"/>
                      <a:pt x="655780" y="1312414"/>
                    </a:cubicBezTo>
                    <a:cubicBezTo>
                      <a:pt x="1018235" y="1312414"/>
                      <a:pt x="1312073" y="1018581"/>
                      <a:pt x="1312073" y="656121"/>
                    </a:cubicBezTo>
                    <a:cubicBezTo>
                      <a:pt x="1312073" y="293661"/>
                      <a:pt x="1018235" y="-172"/>
                      <a:pt x="655780" y="-172"/>
                    </a:cubicBezTo>
                    <a:close/>
                    <a:moveTo>
                      <a:pt x="655780" y="1204045"/>
                    </a:moveTo>
                    <a:cubicBezTo>
                      <a:pt x="353299" y="1204045"/>
                      <a:pt x="108069" y="958826"/>
                      <a:pt x="108069" y="656334"/>
                    </a:cubicBezTo>
                    <a:cubicBezTo>
                      <a:pt x="108069" y="353842"/>
                      <a:pt x="353299" y="108623"/>
                      <a:pt x="655780" y="108623"/>
                    </a:cubicBezTo>
                    <a:cubicBezTo>
                      <a:pt x="958262" y="108623"/>
                      <a:pt x="1203491" y="353842"/>
                      <a:pt x="1203491" y="656334"/>
                    </a:cubicBezTo>
                    <a:cubicBezTo>
                      <a:pt x="1203491" y="958826"/>
                      <a:pt x="958262" y="1204045"/>
                      <a:pt x="655780" y="12040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  <a:effectLst>
                <a:outerShdw blurRad="127000" dist="63500" dir="144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5C65842A-575E-7C1A-FA31-81892F35AF6A}"/>
                  </a:ext>
                </a:extLst>
              </p:cNvPr>
              <p:cNvSpPr/>
              <p:nvPr/>
            </p:nvSpPr>
            <p:spPr>
              <a:xfrm>
                <a:off x="6664573" y="5234973"/>
                <a:ext cx="579672" cy="579671"/>
              </a:xfrm>
              <a:custGeom>
                <a:avLst/>
                <a:gdLst>
                  <a:gd name="connsiteX0" fmla="*/ -513 w 579672"/>
                  <a:gd name="connsiteY0" fmla="*/ 289717 h 579671"/>
                  <a:gd name="connsiteX1" fmla="*/ 289270 w 579672"/>
                  <a:gd name="connsiteY1" fmla="*/ -172 h 579671"/>
                  <a:gd name="connsiteX2" fmla="*/ 579160 w 579672"/>
                  <a:gd name="connsiteY2" fmla="*/ 289611 h 579671"/>
                  <a:gd name="connsiteX3" fmla="*/ 289377 w 579672"/>
                  <a:gd name="connsiteY3" fmla="*/ 579500 h 579671"/>
                  <a:gd name="connsiteX4" fmla="*/ 289270 w 579672"/>
                  <a:gd name="connsiteY4" fmla="*/ 579500 h 579671"/>
                  <a:gd name="connsiteX5" fmla="*/ -513 w 579672"/>
                  <a:gd name="connsiteY5" fmla="*/ 289717 h 57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9672" h="579671">
                    <a:moveTo>
                      <a:pt x="-513" y="289717"/>
                    </a:moveTo>
                    <a:cubicBezTo>
                      <a:pt x="-566" y="129646"/>
                      <a:pt x="129198" y="-140"/>
                      <a:pt x="289270" y="-172"/>
                    </a:cubicBezTo>
                    <a:cubicBezTo>
                      <a:pt x="449341" y="-204"/>
                      <a:pt x="579106" y="129539"/>
                      <a:pt x="579160" y="289611"/>
                    </a:cubicBezTo>
                    <a:cubicBezTo>
                      <a:pt x="579213" y="449682"/>
                      <a:pt x="449448" y="579468"/>
                      <a:pt x="289377" y="579500"/>
                    </a:cubicBezTo>
                    <a:cubicBezTo>
                      <a:pt x="289323" y="579500"/>
                      <a:pt x="289323" y="579500"/>
                      <a:pt x="289270" y="579500"/>
                    </a:cubicBezTo>
                    <a:cubicBezTo>
                      <a:pt x="129252" y="579468"/>
                      <a:pt x="-459" y="449746"/>
                      <a:pt x="-513" y="2897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03</a:t>
                </a:r>
                <a:endParaRPr lang="en-I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104A499C-F233-009A-186D-11C9E09C6CC3}"/>
                  </a:ext>
                </a:extLst>
              </p:cNvPr>
              <p:cNvSpPr/>
              <p:nvPr/>
            </p:nvSpPr>
            <p:spPr>
              <a:xfrm>
                <a:off x="4791257" y="2351500"/>
                <a:ext cx="1029377" cy="783216"/>
              </a:xfrm>
              <a:custGeom>
                <a:avLst/>
                <a:gdLst>
                  <a:gd name="connsiteX0" fmla="*/ -513 w 1029377"/>
                  <a:gd name="connsiteY0" fmla="*/ 573737 h 783216"/>
                  <a:gd name="connsiteX1" fmla="*/ 819544 w 1029377"/>
                  <a:gd name="connsiteY1" fmla="*/ 647909 h 783216"/>
                  <a:gd name="connsiteX2" fmla="*/ 993051 w 1029377"/>
                  <a:gd name="connsiteY2" fmla="*/ -172 h 783216"/>
                  <a:gd name="connsiteX3" fmla="*/ -513 w 1029377"/>
                  <a:gd name="connsiteY3" fmla="*/ 573737 h 783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9377" h="783216">
                    <a:moveTo>
                      <a:pt x="-513" y="573737"/>
                    </a:moveTo>
                    <a:cubicBezTo>
                      <a:pt x="205457" y="820674"/>
                      <a:pt x="572607" y="853878"/>
                      <a:pt x="819544" y="647909"/>
                    </a:cubicBezTo>
                    <a:cubicBezTo>
                      <a:pt x="1008541" y="490265"/>
                      <a:pt x="1078001" y="230816"/>
                      <a:pt x="993051" y="-172"/>
                    </a:cubicBezTo>
                    <a:cubicBezTo>
                      <a:pt x="605753" y="71273"/>
                      <a:pt x="254887" y="273945"/>
                      <a:pt x="-513" y="57373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A0665AC6-052B-27D0-6DEC-BDBB0F28FC53}"/>
                  </a:ext>
                </a:extLst>
              </p:cNvPr>
              <p:cNvSpPr/>
              <p:nvPr/>
            </p:nvSpPr>
            <p:spPr>
              <a:xfrm>
                <a:off x="4582151" y="1896311"/>
                <a:ext cx="1312585" cy="1312585"/>
              </a:xfrm>
              <a:custGeom>
                <a:avLst/>
                <a:gdLst>
                  <a:gd name="connsiteX0" fmla="*/ 655780 w 1312585"/>
                  <a:gd name="connsiteY0" fmla="*/ -172 h 1312585"/>
                  <a:gd name="connsiteX1" fmla="*/ -513 w 1312585"/>
                  <a:gd name="connsiteY1" fmla="*/ 656121 h 1312585"/>
                  <a:gd name="connsiteX2" fmla="*/ 655780 w 1312585"/>
                  <a:gd name="connsiteY2" fmla="*/ 1312413 h 1312585"/>
                  <a:gd name="connsiteX3" fmla="*/ 1312073 w 1312585"/>
                  <a:gd name="connsiteY3" fmla="*/ 656121 h 1312585"/>
                  <a:gd name="connsiteX4" fmla="*/ 655780 w 1312585"/>
                  <a:gd name="connsiteY4" fmla="*/ -172 h 1312585"/>
                  <a:gd name="connsiteX5" fmla="*/ 655780 w 1312585"/>
                  <a:gd name="connsiteY5" fmla="*/ 1204045 h 1312585"/>
                  <a:gd name="connsiteX6" fmla="*/ 108069 w 1312585"/>
                  <a:gd name="connsiteY6" fmla="*/ 656334 h 1312585"/>
                  <a:gd name="connsiteX7" fmla="*/ 655780 w 1312585"/>
                  <a:gd name="connsiteY7" fmla="*/ 108623 h 1312585"/>
                  <a:gd name="connsiteX8" fmla="*/ 1203492 w 1312585"/>
                  <a:gd name="connsiteY8" fmla="*/ 656334 h 1312585"/>
                  <a:gd name="connsiteX9" fmla="*/ 655780 w 1312585"/>
                  <a:gd name="connsiteY9" fmla="*/ 1204045 h 1312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12585" h="1312585">
                    <a:moveTo>
                      <a:pt x="655780" y="-172"/>
                    </a:moveTo>
                    <a:cubicBezTo>
                      <a:pt x="293320" y="-172"/>
                      <a:pt x="-513" y="293660"/>
                      <a:pt x="-513" y="656121"/>
                    </a:cubicBezTo>
                    <a:cubicBezTo>
                      <a:pt x="-513" y="1018581"/>
                      <a:pt x="293320" y="1312413"/>
                      <a:pt x="655780" y="1312413"/>
                    </a:cubicBezTo>
                    <a:cubicBezTo>
                      <a:pt x="1018241" y="1312413"/>
                      <a:pt x="1312073" y="1018581"/>
                      <a:pt x="1312073" y="656121"/>
                    </a:cubicBezTo>
                    <a:cubicBezTo>
                      <a:pt x="1312073" y="293660"/>
                      <a:pt x="1018241" y="-172"/>
                      <a:pt x="655780" y="-172"/>
                    </a:cubicBezTo>
                    <a:close/>
                    <a:moveTo>
                      <a:pt x="655780" y="1204045"/>
                    </a:moveTo>
                    <a:cubicBezTo>
                      <a:pt x="353288" y="1204045"/>
                      <a:pt x="108069" y="958827"/>
                      <a:pt x="108069" y="656334"/>
                    </a:cubicBezTo>
                    <a:cubicBezTo>
                      <a:pt x="108069" y="353842"/>
                      <a:pt x="353288" y="108623"/>
                      <a:pt x="655780" y="108623"/>
                    </a:cubicBezTo>
                    <a:cubicBezTo>
                      <a:pt x="958273" y="108623"/>
                      <a:pt x="1203492" y="353842"/>
                      <a:pt x="1203492" y="656334"/>
                    </a:cubicBezTo>
                    <a:cubicBezTo>
                      <a:pt x="1203492" y="958827"/>
                      <a:pt x="958273" y="1204045"/>
                      <a:pt x="655780" y="12040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  <a:effectLst>
                <a:outerShdw blurRad="127000" dist="63500" dir="18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DC50C2DD-72ED-1424-82A1-F07455B8A710}"/>
                  </a:ext>
                </a:extLst>
              </p:cNvPr>
              <p:cNvSpPr/>
              <p:nvPr/>
            </p:nvSpPr>
            <p:spPr>
              <a:xfrm>
                <a:off x="4934200" y="2263034"/>
                <a:ext cx="579565" cy="579565"/>
              </a:xfrm>
              <a:custGeom>
                <a:avLst/>
                <a:gdLst>
                  <a:gd name="connsiteX0" fmla="*/ 579565 w 579565"/>
                  <a:gd name="connsiteY0" fmla="*/ 289783 h 579565"/>
                  <a:gd name="connsiteX1" fmla="*/ 289783 w 579565"/>
                  <a:gd name="connsiteY1" fmla="*/ 579565 h 579565"/>
                  <a:gd name="connsiteX2" fmla="*/ 0 w 579565"/>
                  <a:gd name="connsiteY2" fmla="*/ 289783 h 579565"/>
                  <a:gd name="connsiteX3" fmla="*/ 289783 w 579565"/>
                  <a:gd name="connsiteY3" fmla="*/ 0 h 579565"/>
                  <a:gd name="connsiteX4" fmla="*/ 579565 w 579565"/>
                  <a:gd name="connsiteY4" fmla="*/ 289783 h 579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565" h="579565">
                    <a:moveTo>
                      <a:pt x="579565" y="289783"/>
                    </a:moveTo>
                    <a:cubicBezTo>
                      <a:pt x="579565" y="449825"/>
                      <a:pt x="449825" y="579565"/>
                      <a:pt x="289783" y="579565"/>
                    </a:cubicBezTo>
                    <a:cubicBezTo>
                      <a:pt x="129740" y="579565"/>
                      <a:pt x="0" y="449825"/>
                      <a:pt x="0" y="289783"/>
                    </a:cubicBezTo>
                    <a:cubicBezTo>
                      <a:pt x="0" y="129740"/>
                      <a:pt x="129740" y="0"/>
                      <a:pt x="289783" y="0"/>
                    </a:cubicBezTo>
                    <a:cubicBezTo>
                      <a:pt x="449825" y="0"/>
                      <a:pt x="579565" y="129740"/>
                      <a:pt x="579565" y="2897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03</a:t>
                </a:r>
                <a:endParaRPr lang="en-I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9CB183B-B1D6-DF58-5B32-7012B9A0CD0C}"/>
                  </a:ext>
                </a:extLst>
              </p:cNvPr>
              <p:cNvSpPr/>
              <p:nvPr/>
            </p:nvSpPr>
            <p:spPr>
              <a:xfrm>
                <a:off x="6372254" y="2351820"/>
                <a:ext cx="1029608" cy="782925"/>
              </a:xfrm>
              <a:custGeom>
                <a:avLst/>
                <a:gdLst>
                  <a:gd name="connsiteX0" fmla="*/ 35319 w 1029608"/>
                  <a:gd name="connsiteY0" fmla="*/ -172 h 782925"/>
                  <a:gd name="connsiteX1" fmla="*/ 381234 w 1029608"/>
                  <a:gd name="connsiteY1" fmla="*/ 747052 h 782925"/>
                  <a:gd name="connsiteX2" fmla="*/ 1029096 w 1029608"/>
                  <a:gd name="connsiteY2" fmla="*/ 573310 h 782925"/>
                  <a:gd name="connsiteX3" fmla="*/ 35319 w 1029608"/>
                  <a:gd name="connsiteY3" fmla="*/ -172 h 78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9608" h="782925">
                    <a:moveTo>
                      <a:pt x="35319" y="-172"/>
                    </a:moveTo>
                    <a:cubicBezTo>
                      <a:pt x="-75504" y="301685"/>
                      <a:pt x="79339" y="636229"/>
                      <a:pt x="381234" y="747052"/>
                    </a:cubicBezTo>
                    <a:cubicBezTo>
                      <a:pt x="612217" y="831852"/>
                      <a:pt x="871533" y="762301"/>
                      <a:pt x="1029096" y="573310"/>
                    </a:cubicBezTo>
                    <a:cubicBezTo>
                      <a:pt x="773569" y="273646"/>
                      <a:pt x="422639" y="71134"/>
                      <a:pt x="35319" y="-17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6CC2942-9F8D-B697-C80E-43E6C4139084}"/>
                  </a:ext>
                </a:extLst>
              </p:cNvPr>
              <p:cNvSpPr/>
              <p:nvPr/>
            </p:nvSpPr>
            <p:spPr>
              <a:xfrm>
                <a:off x="6298063" y="1896311"/>
                <a:ext cx="1312585" cy="1312585"/>
              </a:xfrm>
              <a:custGeom>
                <a:avLst/>
                <a:gdLst>
                  <a:gd name="connsiteX0" fmla="*/ 655780 w 1312585"/>
                  <a:gd name="connsiteY0" fmla="*/ -172 h 1312585"/>
                  <a:gd name="connsiteX1" fmla="*/ -513 w 1312585"/>
                  <a:gd name="connsiteY1" fmla="*/ 656121 h 1312585"/>
                  <a:gd name="connsiteX2" fmla="*/ 655780 w 1312585"/>
                  <a:gd name="connsiteY2" fmla="*/ 1312413 h 1312585"/>
                  <a:gd name="connsiteX3" fmla="*/ 1312073 w 1312585"/>
                  <a:gd name="connsiteY3" fmla="*/ 656121 h 1312585"/>
                  <a:gd name="connsiteX4" fmla="*/ 655780 w 1312585"/>
                  <a:gd name="connsiteY4" fmla="*/ -172 h 1312585"/>
                  <a:gd name="connsiteX5" fmla="*/ 655780 w 1312585"/>
                  <a:gd name="connsiteY5" fmla="*/ 1204045 h 1312585"/>
                  <a:gd name="connsiteX6" fmla="*/ 108069 w 1312585"/>
                  <a:gd name="connsiteY6" fmla="*/ 656334 h 1312585"/>
                  <a:gd name="connsiteX7" fmla="*/ 655780 w 1312585"/>
                  <a:gd name="connsiteY7" fmla="*/ 108623 h 1312585"/>
                  <a:gd name="connsiteX8" fmla="*/ 1203491 w 1312585"/>
                  <a:gd name="connsiteY8" fmla="*/ 656334 h 1312585"/>
                  <a:gd name="connsiteX9" fmla="*/ 655780 w 1312585"/>
                  <a:gd name="connsiteY9" fmla="*/ 1204045 h 1312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12585" h="1312585">
                    <a:moveTo>
                      <a:pt x="655780" y="-172"/>
                    </a:moveTo>
                    <a:cubicBezTo>
                      <a:pt x="293325" y="-172"/>
                      <a:pt x="-513" y="293660"/>
                      <a:pt x="-513" y="656121"/>
                    </a:cubicBezTo>
                    <a:cubicBezTo>
                      <a:pt x="-513" y="1018581"/>
                      <a:pt x="293325" y="1312413"/>
                      <a:pt x="655780" y="1312413"/>
                    </a:cubicBezTo>
                    <a:cubicBezTo>
                      <a:pt x="1018235" y="1312413"/>
                      <a:pt x="1312073" y="1018581"/>
                      <a:pt x="1312073" y="656121"/>
                    </a:cubicBezTo>
                    <a:cubicBezTo>
                      <a:pt x="1312073" y="293660"/>
                      <a:pt x="1018235" y="-172"/>
                      <a:pt x="655780" y="-172"/>
                    </a:cubicBezTo>
                    <a:close/>
                    <a:moveTo>
                      <a:pt x="655780" y="1204045"/>
                    </a:moveTo>
                    <a:cubicBezTo>
                      <a:pt x="353299" y="1204045"/>
                      <a:pt x="108069" y="958827"/>
                      <a:pt x="108069" y="656334"/>
                    </a:cubicBezTo>
                    <a:cubicBezTo>
                      <a:pt x="108069" y="353842"/>
                      <a:pt x="353299" y="108623"/>
                      <a:pt x="655780" y="108623"/>
                    </a:cubicBezTo>
                    <a:cubicBezTo>
                      <a:pt x="958262" y="108623"/>
                      <a:pt x="1203491" y="353842"/>
                      <a:pt x="1203491" y="656334"/>
                    </a:cubicBezTo>
                    <a:cubicBezTo>
                      <a:pt x="1203491" y="958827"/>
                      <a:pt x="958262" y="1204045"/>
                      <a:pt x="655780" y="12040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  <a:effectLst>
                <a:outerShdw blurRad="127000" dist="38100" dir="8100000" algn="tr" rotWithShape="0">
                  <a:prstClr val="black">
                    <a:alpha val="2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CFDAA72C-DA31-7C56-8D64-A6508E78D4DA}"/>
                  </a:ext>
                </a:extLst>
              </p:cNvPr>
              <p:cNvSpPr/>
              <p:nvPr/>
            </p:nvSpPr>
            <p:spPr>
              <a:xfrm>
                <a:off x="6664573" y="2262981"/>
                <a:ext cx="579672" cy="579671"/>
              </a:xfrm>
              <a:custGeom>
                <a:avLst/>
                <a:gdLst>
                  <a:gd name="connsiteX0" fmla="*/ -513 w 579672"/>
                  <a:gd name="connsiteY0" fmla="*/ 289664 h 579671"/>
                  <a:gd name="connsiteX1" fmla="*/ 289323 w 579672"/>
                  <a:gd name="connsiteY1" fmla="*/ -172 h 579671"/>
                  <a:gd name="connsiteX2" fmla="*/ 579160 w 579672"/>
                  <a:gd name="connsiteY2" fmla="*/ 289664 h 579671"/>
                  <a:gd name="connsiteX3" fmla="*/ 289323 w 579672"/>
                  <a:gd name="connsiteY3" fmla="*/ 579500 h 579671"/>
                  <a:gd name="connsiteX4" fmla="*/ 289270 w 579672"/>
                  <a:gd name="connsiteY4" fmla="*/ 579500 h 579671"/>
                  <a:gd name="connsiteX5" fmla="*/ -513 w 579672"/>
                  <a:gd name="connsiteY5" fmla="*/ 289717 h 579671"/>
                  <a:gd name="connsiteX6" fmla="*/ -513 w 579672"/>
                  <a:gd name="connsiteY6" fmla="*/ 289664 h 57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672" h="579671">
                    <a:moveTo>
                      <a:pt x="-513" y="289664"/>
                    </a:moveTo>
                    <a:cubicBezTo>
                      <a:pt x="-513" y="129592"/>
                      <a:pt x="129252" y="-172"/>
                      <a:pt x="289323" y="-172"/>
                    </a:cubicBezTo>
                    <a:cubicBezTo>
                      <a:pt x="449395" y="-172"/>
                      <a:pt x="579160" y="129592"/>
                      <a:pt x="579160" y="289664"/>
                    </a:cubicBezTo>
                    <a:cubicBezTo>
                      <a:pt x="579160" y="449735"/>
                      <a:pt x="449395" y="579500"/>
                      <a:pt x="289323" y="579500"/>
                    </a:cubicBezTo>
                    <a:cubicBezTo>
                      <a:pt x="289323" y="579500"/>
                      <a:pt x="289270" y="579500"/>
                      <a:pt x="289270" y="579500"/>
                    </a:cubicBezTo>
                    <a:cubicBezTo>
                      <a:pt x="129252" y="579500"/>
                      <a:pt x="-513" y="449762"/>
                      <a:pt x="-513" y="289717"/>
                    </a:cubicBezTo>
                    <a:cubicBezTo>
                      <a:pt x="-513" y="289701"/>
                      <a:pt x="-513" y="289680"/>
                      <a:pt x="-513" y="2896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01</a:t>
                </a:r>
                <a:endParaRPr lang="en-I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0D8BD98-804B-30B4-5607-C89FBA207757}"/>
                  </a:ext>
                </a:extLst>
              </p:cNvPr>
              <p:cNvSpPr/>
              <p:nvPr/>
            </p:nvSpPr>
            <p:spPr>
              <a:xfrm>
                <a:off x="7230872" y="3465224"/>
                <a:ext cx="581226" cy="1147178"/>
              </a:xfrm>
              <a:custGeom>
                <a:avLst/>
                <a:gdLst>
                  <a:gd name="connsiteX0" fmla="*/ 481870 w 581226"/>
                  <a:gd name="connsiteY0" fmla="*/ -172 h 1147178"/>
                  <a:gd name="connsiteX1" fmla="*/ 8219 w 581226"/>
                  <a:gd name="connsiteY1" fmla="*/ 673371 h 1147178"/>
                  <a:gd name="connsiteX2" fmla="*/ 481870 w 581226"/>
                  <a:gd name="connsiteY2" fmla="*/ 1147007 h 1147178"/>
                  <a:gd name="connsiteX3" fmla="*/ 481870 w 581226"/>
                  <a:gd name="connsiteY3" fmla="*/ -172 h 1147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1226" h="1147178">
                    <a:moveTo>
                      <a:pt x="481870" y="-172"/>
                    </a:moveTo>
                    <a:cubicBezTo>
                      <a:pt x="165089" y="55031"/>
                      <a:pt x="-46953" y="356585"/>
                      <a:pt x="8219" y="673371"/>
                    </a:cubicBezTo>
                    <a:cubicBezTo>
                      <a:pt x="50424" y="915351"/>
                      <a:pt x="239895" y="1104838"/>
                      <a:pt x="481870" y="1147007"/>
                    </a:cubicBezTo>
                    <a:cubicBezTo>
                      <a:pt x="613662" y="775972"/>
                      <a:pt x="613662" y="370863"/>
                      <a:pt x="481870" y="-17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3894195-C33B-E5DD-E226-4FAA833C7482}"/>
                  </a:ext>
                </a:extLst>
              </p:cNvPr>
              <p:cNvSpPr/>
              <p:nvPr/>
            </p:nvSpPr>
            <p:spPr>
              <a:xfrm>
                <a:off x="7155779" y="3382307"/>
                <a:ext cx="1312585" cy="1312585"/>
              </a:xfrm>
              <a:custGeom>
                <a:avLst/>
                <a:gdLst>
                  <a:gd name="connsiteX0" fmla="*/ 655780 w 1312585"/>
                  <a:gd name="connsiteY0" fmla="*/ -172 h 1312585"/>
                  <a:gd name="connsiteX1" fmla="*/ -513 w 1312585"/>
                  <a:gd name="connsiteY1" fmla="*/ 656121 h 1312585"/>
                  <a:gd name="connsiteX2" fmla="*/ 655780 w 1312585"/>
                  <a:gd name="connsiteY2" fmla="*/ 1312414 h 1312585"/>
                  <a:gd name="connsiteX3" fmla="*/ 1312073 w 1312585"/>
                  <a:gd name="connsiteY3" fmla="*/ 656121 h 1312585"/>
                  <a:gd name="connsiteX4" fmla="*/ 655780 w 1312585"/>
                  <a:gd name="connsiteY4" fmla="*/ -172 h 1312585"/>
                  <a:gd name="connsiteX5" fmla="*/ 655780 w 1312585"/>
                  <a:gd name="connsiteY5" fmla="*/ 1204099 h 1312585"/>
                  <a:gd name="connsiteX6" fmla="*/ 107963 w 1312585"/>
                  <a:gd name="connsiteY6" fmla="*/ 656387 h 1312585"/>
                  <a:gd name="connsiteX7" fmla="*/ 655674 w 1312585"/>
                  <a:gd name="connsiteY7" fmla="*/ 108570 h 1312585"/>
                  <a:gd name="connsiteX8" fmla="*/ 1203492 w 1312585"/>
                  <a:gd name="connsiteY8" fmla="*/ 656281 h 1312585"/>
                  <a:gd name="connsiteX9" fmla="*/ 1203492 w 1312585"/>
                  <a:gd name="connsiteY9" fmla="*/ 656334 h 1312585"/>
                  <a:gd name="connsiteX10" fmla="*/ 655834 w 1312585"/>
                  <a:gd name="connsiteY10" fmla="*/ 1204099 h 1312585"/>
                  <a:gd name="connsiteX11" fmla="*/ 655780 w 1312585"/>
                  <a:gd name="connsiteY11" fmla="*/ 1204099 h 1312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12585" h="1312585">
                    <a:moveTo>
                      <a:pt x="655780" y="-172"/>
                    </a:moveTo>
                    <a:cubicBezTo>
                      <a:pt x="293326" y="-172"/>
                      <a:pt x="-513" y="293660"/>
                      <a:pt x="-513" y="656121"/>
                    </a:cubicBezTo>
                    <a:cubicBezTo>
                      <a:pt x="-513" y="1018581"/>
                      <a:pt x="293326" y="1312414"/>
                      <a:pt x="655780" y="1312414"/>
                    </a:cubicBezTo>
                    <a:cubicBezTo>
                      <a:pt x="1018236" y="1312414"/>
                      <a:pt x="1312073" y="1018581"/>
                      <a:pt x="1312073" y="656121"/>
                    </a:cubicBezTo>
                    <a:cubicBezTo>
                      <a:pt x="1312073" y="293660"/>
                      <a:pt x="1018236" y="-172"/>
                      <a:pt x="655780" y="-172"/>
                    </a:cubicBezTo>
                    <a:close/>
                    <a:moveTo>
                      <a:pt x="655780" y="1204099"/>
                    </a:moveTo>
                    <a:cubicBezTo>
                      <a:pt x="353246" y="1204125"/>
                      <a:pt x="108016" y="958912"/>
                      <a:pt x="107963" y="656387"/>
                    </a:cubicBezTo>
                    <a:cubicBezTo>
                      <a:pt x="107910" y="353863"/>
                      <a:pt x="353139" y="108597"/>
                      <a:pt x="655674" y="108570"/>
                    </a:cubicBezTo>
                    <a:cubicBezTo>
                      <a:pt x="958209" y="108538"/>
                      <a:pt x="1203438" y="353757"/>
                      <a:pt x="1203492" y="656281"/>
                    </a:cubicBezTo>
                    <a:cubicBezTo>
                      <a:pt x="1203492" y="656297"/>
                      <a:pt x="1203492" y="656318"/>
                      <a:pt x="1203492" y="656334"/>
                    </a:cubicBezTo>
                    <a:cubicBezTo>
                      <a:pt x="1203545" y="958826"/>
                      <a:pt x="958316" y="1204067"/>
                      <a:pt x="655834" y="1204099"/>
                    </a:cubicBezTo>
                    <a:cubicBezTo>
                      <a:pt x="655834" y="1204099"/>
                      <a:pt x="655780" y="1204099"/>
                      <a:pt x="655780" y="12040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  <a:effectLst>
                <a:outerShdw blurRad="127000" dist="63500" dir="84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3993FCAA-096F-5F10-8C5A-6292CE6BC793}"/>
                  </a:ext>
                </a:extLst>
              </p:cNvPr>
              <p:cNvSpPr/>
              <p:nvPr/>
            </p:nvSpPr>
            <p:spPr>
              <a:xfrm>
                <a:off x="7522236" y="3748977"/>
                <a:ext cx="579672" cy="579671"/>
              </a:xfrm>
              <a:custGeom>
                <a:avLst/>
                <a:gdLst>
                  <a:gd name="connsiteX0" fmla="*/ -513 w 579672"/>
                  <a:gd name="connsiteY0" fmla="*/ 289664 h 579671"/>
                  <a:gd name="connsiteX1" fmla="*/ 289323 w 579672"/>
                  <a:gd name="connsiteY1" fmla="*/ -172 h 579671"/>
                  <a:gd name="connsiteX2" fmla="*/ 579160 w 579672"/>
                  <a:gd name="connsiteY2" fmla="*/ 289664 h 579671"/>
                  <a:gd name="connsiteX3" fmla="*/ 289323 w 579672"/>
                  <a:gd name="connsiteY3" fmla="*/ 579500 h 579671"/>
                  <a:gd name="connsiteX4" fmla="*/ -513 w 579672"/>
                  <a:gd name="connsiteY4" fmla="*/ 289664 h 57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9672" h="579671">
                    <a:moveTo>
                      <a:pt x="-513" y="289664"/>
                    </a:moveTo>
                    <a:cubicBezTo>
                      <a:pt x="-513" y="129593"/>
                      <a:pt x="129252" y="-172"/>
                      <a:pt x="289323" y="-172"/>
                    </a:cubicBezTo>
                    <a:cubicBezTo>
                      <a:pt x="449395" y="-172"/>
                      <a:pt x="579160" y="129593"/>
                      <a:pt x="579160" y="289664"/>
                    </a:cubicBezTo>
                    <a:cubicBezTo>
                      <a:pt x="579160" y="449735"/>
                      <a:pt x="449395" y="579500"/>
                      <a:pt x="289323" y="579500"/>
                    </a:cubicBezTo>
                    <a:cubicBezTo>
                      <a:pt x="129252" y="579500"/>
                      <a:pt x="-513" y="449735"/>
                      <a:pt x="-513" y="2896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02</a:t>
                </a:r>
                <a:endParaRPr lang="en-I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130" name="Group 5129">
              <a:extLst>
                <a:ext uri="{FF2B5EF4-FFF2-40B4-BE49-F238E27FC236}">
                  <a16:creationId xmlns:a16="http://schemas.microsoft.com/office/drawing/2014/main" id="{5C18EFF9-E4B1-D011-8EE9-ACF839F9F339}"/>
                </a:ext>
              </a:extLst>
            </p:cNvPr>
            <p:cNvGrpSpPr/>
            <p:nvPr/>
          </p:nvGrpSpPr>
          <p:grpSpPr>
            <a:xfrm>
              <a:off x="482305" y="2147869"/>
              <a:ext cx="3958821" cy="3803042"/>
              <a:chOff x="436749" y="2175577"/>
              <a:chExt cx="3958821" cy="3803042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B2FC7BF-BC6D-C4B6-215E-DECF61B8CC3E}"/>
                  </a:ext>
                </a:extLst>
              </p:cNvPr>
              <p:cNvSpPr txBox="1"/>
              <p:nvPr/>
            </p:nvSpPr>
            <p:spPr>
              <a:xfrm>
                <a:off x="1294511" y="2175577"/>
                <a:ext cx="3101059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Aft>
                    <a:spcPts val="600"/>
                  </a:spcAft>
                  <a:defRPr/>
                </a:pPr>
                <a:r>
                  <a:rPr lang="en-IN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Insider Threats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tabLst/>
                  <a:defRPr/>
                </a:pPr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Risks from employees or trusted insiders, whether intentional or accidental</a:t>
                </a:r>
                <a:r>
                  <a:rPr lang="en-US" sz="1200" b="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  <a:endPara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2F26D17-B95B-3574-BCFF-68A740006DCC}"/>
                  </a:ext>
                </a:extLst>
              </p:cNvPr>
              <p:cNvSpPr txBox="1"/>
              <p:nvPr/>
            </p:nvSpPr>
            <p:spPr>
              <a:xfrm>
                <a:off x="1290125" y="5147622"/>
                <a:ext cx="31054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Aft>
                    <a:spcPts val="600"/>
                  </a:spcAft>
                  <a:defRPr/>
                </a:pPr>
                <a:r>
                  <a:rPr lang="en-IN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Skills Shortage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tabLst/>
                  <a:defRPr/>
                </a:pPr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There are not enough trained 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tabLst/>
                  <a:defRPr/>
                </a:pPr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cybersecurity professionals</a:t>
                </a:r>
                <a:r>
                  <a:rPr lang="en-US" sz="1200" b="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  <a:endPara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D2ACEC6-AA60-7DDC-8B48-90743033E2CA}"/>
                  </a:ext>
                </a:extLst>
              </p:cNvPr>
              <p:cNvSpPr txBox="1"/>
              <p:nvPr/>
            </p:nvSpPr>
            <p:spPr>
              <a:xfrm>
                <a:off x="436749" y="3661573"/>
                <a:ext cx="3105445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Aft>
                    <a:spcPts val="600"/>
                  </a:spcAft>
                  <a:defRPr/>
                </a:pPr>
                <a:r>
                  <a:rPr lang="en-IN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Evolving Threats</a:t>
                </a:r>
                <a:endParaRPr lang="en-US" b="1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lvl="1" algn="r">
                  <a:spcAft>
                    <a:spcPts val="600"/>
                  </a:spcAft>
                </a:pPr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Cyberattacks are becoming increasingly sophisticated</a:t>
                </a:r>
                <a:r>
                  <a:rPr lang="en-US" sz="1200" b="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</p:txBody>
          </p:sp>
        </p:grpSp>
        <p:grpSp>
          <p:nvGrpSpPr>
            <p:cNvPr id="5131" name="Group 5130">
              <a:extLst>
                <a:ext uri="{FF2B5EF4-FFF2-40B4-BE49-F238E27FC236}">
                  <a16:creationId xmlns:a16="http://schemas.microsoft.com/office/drawing/2014/main" id="{1074F1CA-E0FF-A719-78EF-817E6F4B2240}"/>
                </a:ext>
              </a:extLst>
            </p:cNvPr>
            <p:cNvGrpSpPr/>
            <p:nvPr/>
          </p:nvGrpSpPr>
          <p:grpSpPr>
            <a:xfrm>
              <a:off x="7960826" y="2147869"/>
              <a:ext cx="3748869" cy="3726098"/>
              <a:chOff x="7915270" y="2175577"/>
              <a:chExt cx="3748869" cy="3726098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78C0DAF-370F-D203-F13A-E364D397BC49}"/>
                  </a:ext>
                </a:extLst>
              </p:cNvPr>
              <p:cNvSpPr txBox="1"/>
              <p:nvPr/>
            </p:nvSpPr>
            <p:spPr>
              <a:xfrm>
                <a:off x="7915270" y="2175577"/>
                <a:ext cx="2891107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defRPr/>
                </a:pPr>
                <a:r>
                  <a:rPr lang="en-IN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AI &amp; Machine Learning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algn="l"/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Using intelligent systems to predict and encounter threats</a:t>
                </a:r>
                <a:r>
                  <a:rPr lang="en-US" sz="1200" b="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B4888AB-F23A-0B7F-DB8D-AC69067A638F}"/>
                  </a:ext>
                </a:extLst>
              </p:cNvPr>
              <p:cNvSpPr txBox="1"/>
              <p:nvPr/>
            </p:nvSpPr>
            <p:spPr>
              <a:xfrm>
                <a:off x="7915270" y="5147622"/>
                <a:ext cx="2891107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defRPr/>
                </a:pPr>
                <a:r>
                  <a:rPr lang="en-IN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Biometrics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tabLst/>
                  <a:defRPr/>
                </a:pPr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Improving Identity Verification with fingerprints, facial recognition, etc</a:t>
                </a:r>
                <a:r>
                  <a:rPr lang="en-US" sz="1200" b="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  <a:endPara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F395BD7-1AE0-3506-C599-145C6E96A506}"/>
                  </a:ext>
                </a:extLst>
              </p:cNvPr>
              <p:cNvSpPr txBox="1"/>
              <p:nvPr/>
            </p:nvSpPr>
            <p:spPr>
              <a:xfrm>
                <a:off x="8773032" y="3661573"/>
                <a:ext cx="2891107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defRPr/>
                </a:pPr>
                <a:r>
                  <a:rPr lang="en-IN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Quantum Security</a:t>
                </a:r>
                <a:endPara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tabLst/>
                  <a:defRPr/>
                </a:pPr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Developing encryption methods resilient to quantum computing</a:t>
                </a:r>
                <a:r>
                  <a:rPr lang="en-US" sz="1200" b="0" i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  <a:endPara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5134" name="Group 5133">
            <a:extLst>
              <a:ext uri="{FF2B5EF4-FFF2-40B4-BE49-F238E27FC236}">
                <a16:creationId xmlns:a16="http://schemas.microsoft.com/office/drawing/2014/main" id="{93CF2796-0B39-A8E6-8CAD-D690871A5B4E}"/>
              </a:ext>
            </a:extLst>
          </p:cNvPr>
          <p:cNvGrpSpPr/>
          <p:nvPr/>
        </p:nvGrpSpPr>
        <p:grpSpPr>
          <a:xfrm>
            <a:off x="0" y="342872"/>
            <a:ext cx="12192000" cy="998088"/>
            <a:chOff x="0" y="342872"/>
            <a:chExt cx="12192000" cy="9980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129841D-3135-0608-57BE-DE27720E1D3E}"/>
                </a:ext>
              </a:extLst>
            </p:cNvPr>
            <p:cNvSpPr txBox="1"/>
            <p:nvPr/>
          </p:nvSpPr>
          <p:spPr>
            <a:xfrm>
              <a:off x="0" y="342872"/>
              <a:ext cx="12192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4000" b="1" i="0" dirty="0">
                  <a:solidFill>
                    <a:srgbClr val="1F1F1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Cyber Security</a:t>
              </a:r>
              <a:endParaRPr lang="en-I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33" name="TextBox 5132">
              <a:extLst>
                <a:ext uri="{FF2B5EF4-FFF2-40B4-BE49-F238E27FC236}">
                  <a16:creationId xmlns:a16="http://schemas.microsoft.com/office/drawing/2014/main" id="{218B986B-CB8A-238A-12B0-A862D74CD51D}"/>
                </a:ext>
              </a:extLst>
            </p:cNvPr>
            <p:cNvSpPr txBox="1"/>
            <p:nvPr/>
          </p:nvSpPr>
          <p:spPr>
            <a:xfrm>
              <a:off x="0" y="971628"/>
              <a:ext cx="1219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1F1F1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Future Potential &amp; Challenges</a:t>
              </a:r>
              <a:endPara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5135" name="Picture 4" descr="Cyber Security Svg Png Icon Free Download (#551740) - OnlineWebFonts.COM">
            <a:extLst>
              <a:ext uri="{FF2B5EF4-FFF2-40B4-BE49-F238E27FC236}">
                <a16:creationId xmlns:a16="http://schemas.microsoft.com/office/drawing/2014/main" id="{B249C5E7-F8C6-F7F2-AF80-6C3BFCEE0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937" y="3473228"/>
            <a:ext cx="1073138" cy="1075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062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8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8354"/>
      </a:accent1>
      <a:accent2>
        <a:srgbClr val="FFC971"/>
      </a:accent2>
      <a:accent3>
        <a:srgbClr val="8CB369"/>
      </a:accent3>
      <a:accent4>
        <a:srgbClr val="70C1B3"/>
      </a:accent4>
      <a:accent5>
        <a:srgbClr val="00B2CA"/>
      </a:accent5>
      <a:accent6>
        <a:srgbClr val="004E9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320</Words>
  <Application>Microsoft Office PowerPoint</Application>
  <PresentationFormat>Widescreen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Template Egg</dc:creator>
  <cp:lastModifiedBy>SHEIKH HASEEB-UR-REHMAN</cp:lastModifiedBy>
  <cp:revision>45</cp:revision>
  <dcterms:created xsi:type="dcterms:W3CDTF">2023-05-31T05:30:19Z</dcterms:created>
  <dcterms:modified xsi:type="dcterms:W3CDTF">2025-02-26T06:44:12Z</dcterms:modified>
</cp:coreProperties>
</file>